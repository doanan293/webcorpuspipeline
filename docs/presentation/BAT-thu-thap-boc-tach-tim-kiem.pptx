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79" r:id="rId3"/>
  </p:sldMasterIdLst>
  <p:notesMasterIdLst>
    <p:notesMasterId r:id="rId5"/>
  </p:notesMasterIdLst>
  <p:sldIdLst>
    <p:sldId id="256" r:id="rId4"/>
    <p:sldId id="258" r:id="rId6"/>
    <p:sldId id="259" r:id="rId7"/>
    <p:sldId id="264" r:id="rId8"/>
    <p:sldId id="268" r:id="rId9"/>
    <p:sldId id="307" r:id="rId10"/>
    <p:sldId id="260" r:id="rId11"/>
    <p:sldId id="310" r:id="rId12"/>
    <p:sldId id="311" r:id="rId13"/>
    <p:sldId id="312" r:id="rId14"/>
    <p:sldId id="267" r:id="rId15"/>
    <p:sldId id="318" r:id="rId16"/>
    <p:sldId id="319" r:id="rId17"/>
    <p:sldId id="313" r:id="rId18"/>
    <p:sldId id="308" r:id="rId19"/>
    <p:sldId id="320" r:id="rId20"/>
    <p:sldId id="314" r:id="rId21"/>
    <p:sldId id="315" r:id="rId22"/>
    <p:sldId id="316" r:id="rId23"/>
    <p:sldId id="309" r:id="rId24"/>
    <p:sldId id="269" r:id="rId25"/>
    <p:sldId id="317" r:id="rId26"/>
    <p:sldId id="285" r:id="rId27"/>
  </p:sldIdLst>
  <p:sldSz cx="9144000" cy="5143500"/>
  <p:notesSz cx="6858000" cy="9144000"/>
  <p:embeddedFontLst>
    <p:embeddedFont>
      <p:font typeface="IBM Plex Mono" panose="020B0509050203000203"/>
      <p:regular r:id="rId31"/>
    </p:embeddedFont>
    <p:embeddedFont>
      <p:font typeface="Source Code Pro" panose="020B0309030403020204"/>
      <p:regular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Master" Target="slideMasters/slideMaster2.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26" name="Shape 1426"/>
        <p:cNvGrpSpPr/>
        <p:nvPr/>
      </p:nvGrpSpPr>
      <p:grpSpPr>
        <a:xfrm>
          <a:off x="0" y="0"/>
          <a:ext cx="0" cy="0"/>
          <a:chOff x="0" y="0"/>
          <a:chExt cx="0" cy="0"/>
        </a:xfrm>
      </p:grpSpPr>
      <p:sp>
        <p:nvSpPr>
          <p:cNvPr id="1427" name="Google Shape;1427;gd1bf8d60a4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Chào thầy và các bạn. Nhóm BAT trình bày hệ thống thu thập, bóc tách dữ liệu từ các website của trường và tìm kiếm trên kho dữ liệu đó.</a:t>
            </a:r>
            <a:endParaRPr lang="vi-V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62" name="Shape 1462"/>
        <p:cNvGrpSpPr/>
        <p:nvPr/>
      </p:nvGrpSpPr>
      <p:grpSpPr>
        <a:xfrm>
          <a:off x="0" y="0"/>
          <a:ext cx="0" cy="0"/>
          <a:chOff x="0" y="0"/>
          <a:chExt cx="0" cy="0"/>
        </a:xfrm>
      </p:grpSpPr>
      <p:sp>
        <p:nvSpPr>
          <p:cNvPr id="1463" name="Google Shape;1463;g24e5c2c9e45_0_1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4" name="Google Shape;1464;g24e5c2c9e45_0_1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79" name="Shape 1479"/>
        <p:cNvGrpSpPr/>
        <p:nvPr/>
      </p:nvGrpSpPr>
      <p:grpSpPr>
        <a:xfrm>
          <a:off x="0" y="0"/>
          <a:ext cx="0" cy="0"/>
          <a:chOff x="0" y="0"/>
          <a:chExt cx="0" cy="0"/>
        </a:xfrm>
      </p:grpSpPr>
      <p:sp>
        <p:nvSpPr>
          <p:cNvPr id="1480" name="Google Shape;1480;g24e6b4d5c31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1" name="Google Shape;1481;g24e6b4d5c31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28" name="Shape 1728"/>
        <p:cNvGrpSpPr/>
        <p:nvPr/>
      </p:nvGrpSpPr>
      <p:grpSpPr>
        <a:xfrm>
          <a:off x="0" y="0"/>
          <a:ext cx="0" cy="0"/>
          <a:chOff x="0" y="0"/>
          <a:chExt cx="0" cy="0"/>
        </a:xfrm>
      </p:grpSpPr>
      <p:sp>
        <p:nvSpPr>
          <p:cNvPr id="1729" name="Google Shape;1729;g24ed99bf1a4_0_48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0" name="Google Shape;1730;g24ed99bf1a4_0_48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Đề bài chia dữ liệu thành bốn loại; mỗi loại lưu vào một collection MongoDB: html, other, picture, graph.</a:t>
            </a:r>
            <a:endParaRPr lang="vi-VN"/>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52" name="Shape 1852"/>
        <p:cNvGrpSpPr/>
        <p:nvPr/>
      </p:nvGrpSpPr>
      <p:grpSpPr>
        <a:xfrm>
          <a:off x="0" y="0"/>
          <a:ext cx="0" cy="0"/>
          <a:chOff x="0" y="0"/>
          <a:chExt cx="0" cy="0"/>
        </a:xfrm>
      </p:grpSpPr>
      <p:sp>
        <p:nvSpPr>
          <p:cNvPr id="1853" name="Google Shape;1853;g24ed99bf1a4_0_112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4" name="Google Shape;1854;g24ed99bf1a4_0_112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Nhiều tên miền của trường đã ngừng hoạt động, chỉ có trang đăng nhập hoặc chuyển hướng ra ngoài. Nhóm thăm dò cả 603 tên miền và giữ lại 77 website còn nội dung công khai.</a:t>
            </a:r>
            <a:endParaRPr lang="vi-V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Hệ thống viết bằng Python, mỗi dịch vụ chạy trong một container Docker. Downloader dùng Playwright mở trang cần JavaScript; Reader đọc PDF, Office và gửi PDF ảnh quét sang LlamaParse; dữ liệu lưu trong MongoDB.</a:t>
            </a:r>
            <a:endParaRPr lang="vi-V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37" name="Shape 1837"/>
        <p:cNvGrpSpPr/>
        <p:nvPr/>
      </p:nvGrpSpPr>
      <p:grpSpPr>
        <a:xfrm>
          <a:off x="0" y="0"/>
          <a:ext cx="0" cy="0"/>
          <a:chOff x="0" y="0"/>
          <a:chExt cx="0" cy="0"/>
        </a:xfrm>
      </p:grpSpPr>
      <p:sp>
        <p:nvSpPr>
          <p:cNvPr id="1838" name="Google Shape;1838;g24ed99bf1a4_0_97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9" name="Google Shape;1839;g24ed99bf1a4_0_97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Văn bản mô tả liên kết lấy nguyên câu chứa liên kết, đúng yêu cầu của slide.</a:t>
            </a:r>
            <a:endParaRPr lang="vi-V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12" name="Shape 1912"/>
        <p:cNvGrpSpPr/>
        <p:nvPr/>
      </p:nvGrpSpPr>
      <p:grpSpPr>
        <a:xfrm>
          <a:off x="0" y="0"/>
          <a:ext cx="0" cy="0"/>
          <a:chOff x="0" y="0"/>
          <a:chExt cx="0" cy="0"/>
        </a:xfrm>
      </p:grpSpPr>
      <p:sp>
        <p:nvSpPr>
          <p:cNvPr id="1913" name="Google Shape;1913;g24ed99bf1a4_0_139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4" name="Google Shape;1914;g24ed99bf1a4_0_139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Tiêu đề có ở 99,1% trang, văn bản giới thiệu 87,6%. Ảnh không tải được chủ yếu do dlib.hust.edu.vn yêu cầu đăng nhập.</a:t>
            </a:r>
            <a:endParaRPr lang="vi-V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07" name="Shape 2407"/>
        <p:cNvGrpSpPr/>
        <p:nvPr/>
      </p:nvGrpSpPr>
      <p:grpSpPr>
        <a:xfrm>
          <a:off x="0" y="0"/>
          <a:ext cx="0" cy="0"/>
          <a:chOff x="0" y="0"/>
          <a:chExt cx="0" cy="0"/>
        </a:xfrm>
      </p:grpSpPr>
      <p:sp>
        <p:nvSpPr>
          <p:cNvPr id="2408" name="Google Shape;2408;g24ef22aa1ac_0_174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9" name="Google Shape;2409;g24ef22aa1ac_0_174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8" name="Shape 8"/>
        <p:cNvGrpSpPr/>
        <p:nvPr/>
      </p:nvGrpSpPr>
      <p:grpSpPr>
        <a:xfrm>
          <a:off x="0" y="0"/>
          <a:ext cx="0" cy="0"/>
          <a:chOff x="0" y="0"/>
          <a:chExt cx="0" cy="0"/>
        </a:xfrm>
      </p:grpSpPr>
      <p:grpSp>
        <p:nvGrpSpPr>
          <p:cNvPr id="9" name="Google Shape;9;p2"/>
          <p:cNvGrpSpPr/>
          <p:nvPr/>
        </p:nvGrpSpPr>
        <p:grpSpPr>
          <a:xfrm>
            <a:off x="-3255180" y="-2900775"/>
            <a:ext cx="10039930" cy="6871129"/>
            <a:chOff x="-3102780" y="-2727750"/>
            <a:chExt cx="10039930" cy="6871129"/>
          </a:xfrm>
        </p:grpSpPr>
        <p:grpSp>
          <p:nvGrpSpPr>
            <p:cNvPr id="10" name="Google Shape;10;p2"/>
            <p:cNvGrpSpPr/>
            <p:nvPr/>
          </p:nvGrpSpPr>
          <p:grpSpPr>
            <a:xfrm rot="-7778255">
              <a:off x="-2414440" y="-1445047"/>
              <a:ext cx="5355679" cy="4305724"/>
              <a:chOff x="7103825" y="-713112"/>
              <a:chExt cx="3785226" cy="3043150"/>
            </a:xfrm>
          </p:grpSpPr>
          <p:sp>
            <p:nvSpPr>
              <p:cNvPr id="11" name="Google Shape;11;p2"/>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2" name="Google Shape;12;p2"/>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13" name="Google Shape;13;p2"/>
            <p:cNvSpPr/>
            <p:nvPr/>
          </p:nvSpPr>
          <p:spPr>
            <a:xfrm>
              <a:off x="-289323" y="-166742"/>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 name="Google Shape;14;p2"/>
            <p:cNvSpPr/>
            <p:nvPr/>
          </p:nvSpPr>
          <p:spPr>
            <a:xfrm rot="2700000">
              <a:off x="917817" y="-2200499"/>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 name="Google Shape;15;p2"/>
            <p:cNvSpPr/>
            <p:nvPr/>
          </p:nvSpPr>
          <p:spPr>
            <a:xfrm>
              <a:off x="-201475" y="-361175"/>
              <a:ext cx="7138625" cy="819350"/>
            </a:xfrm>
            <a:custGeom>
              <a:avLst/>
              <a:gdLst/>
              <a:ahLst/>
              <a:cxnLst/>
              <a:rect l="l" t="t" r="r" b="b"/>
              <a:pathLst>
                <a:path w="285545" h="32774" extrusionOk="0">
                  <a:moveTo>
                    <a:pt x="0" y="32774"/>
                  </a:moveTo>
                  <a:lnTo>
                    <a:pt x="188861" y="32774"/>
                  </a:lnTo>
                  <a:lnTo>
                    <a:pt x="221636" y="0"/>
                  </a:lnTo>
                  <a:lnTo>
                    <a:pt x="285545" y="0"/>
                  </a:lnTo>
                </a:path>
              </a:pathLst>
            </a:custGeom>
            <a:noFill/>
            <a:ln w="9525" cap="flat" cmpd="sng">
              <a:solidFill>
                <a:schemeClr val="dk2"/>
              </a:solidFill>
              <a:prstDash val="solid"/>
              <a:round/>
              <a:headEnd type="none" w="med" len="med"/>
              <a:tailEnd type="none" w="med" len="med"/>
            </a:ln>
          </p:spPr>
        </p:sp>
        <p:sp>
          <p:nvSpPr>
            <p:cNvPr id="16" name="Google Shape;16;p2"/>
            <p:cNvSpPr/>
            <p:nvPr/>
          </p:nvSpPr>
          <p:spPr>
            <a:xfrm rot="5400000">
              <a:off x="1110859" y="-1245788"/>
              <a:ext cx="577450" cy="3045475"/>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 name="Google Shape;17;p2"/>
            <p:cNvSpPr/>
            <p:nvPr/>
          </p:nvSpPr>
          <p:spPr>
            <a:xfrm rot="5400000">
              <a:off x="654013" y="-781254"/>
              <a:ext cx="687411" cy="2731351"/>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8" name="Google Shape;18;p2"/>
            <p:cNvGrpSpPr/>
            <p:nvPr/>
          </p:nvGrpSpPr>
          <p:grpSpPr>
            <a:xfrm flipH="1">
              <a:off x="4446909" y="391151"/>
              <a:ext cx="134044" cy="134013"/>
              <a:chOff x="1101075" y="2142375"/>
              <a:chExt cx="439200" cy="439100"/>
            </a:xfrm>
          </p:grpSpPr>
          <p:sp>
            <p:nvSpPr>
              <p:cNvPr id="19" name="Google Shape;19;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 name="Google Shape;20;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 name="Google Shape;21;p2"/>
            <p:cNvGrpSpPr/>
            <p:nvPr/>
          </p:nvGrpSpPr>
          <p:grpSpPr>
            <a:xfrm flipH="1">
              <a:off x="1373609" y="694563"/>
              <a:ext cx="134044" cy="134013"/>
              <a:chOff x="1101075" y="2142375"/>
              <a:chExt cx="439200" cy="439100"/>
            </a:xfrm>
          </p:grpSpPr>
          <p:sp>
            <p:nvSpPr>
              <p:cNvPr id="22" name="Google Shape;22;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 name="Google Shape;23;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 name="Google Shape;24;p2"/>
            <p:cNvGrpSpPr/>
            <p:nvPr/>
          </p:nvGrpSpPr>
          <p:grpSpPr>
            <a:xfrm flipH="1">
              <a:off x="1086834" y="957463"/>
              <a:ext cx="134044" cy="134013"/>
              <a:chOff x="1101075" y="2142375"/>
              <a:chExt cx="439200" cy="439100"/>
            </a:xfrm>
          </p:grpSpPr>
          <p:sp>
            <p:nvSpPr>
              <p:cNvPr id="25" name="Google Shape;25;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 name="Google Shape;26;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 name="Google Shape;27;p2"/>
            <p:cNvGrpSpPr/>
            <p:nvPr/>
          </p:nvGrpSpPr>
          <p:grpSpPr>
            <a:xfrm flipH="1">
              <a:off x="277709" y="957463"/>
              <a:ext cx="134044" cy="134013"/>
              <a:chOff x="1101075" y="2142375"/>
              <a:chExt cx="439200" cy="439100"/>
            </a:xfrm>
          </p:grpSpPr>
          <p:sp>
            <p:nvSpPr>
              <p:cNvPr id="28" name="Google Shape;28;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 name="Google Shape;29;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0" name="Google Shape;30;p2"/>
            <p:cNvGrpSpPr/>
            <p:nvPr/>
          </p:nvGrpSpPr>
          <p:grpSpPr>
            <a:xfrm flipH="1">
              <a:off x="277709" y="640813"/>
              <a:ext cx="134044" cy="134013"/>
              <a:chOff x="1101075" y="2142375"/>
              <a:chExt cx="439200" cy="439100"/>
            </a:xfrm>
          </p:grpSpPr>
          <p:sp>
            <p:nvSpPr>
              <p:cNvPr id="31" name="Google Shape;31;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 name="Google Shape;32;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3" name="Google Shape;33;p2"/>
          <p:cNvGrpSpPr/>
          <p:nvPr/>
        </p:nvGrpSpPr>
        <p:grpSpPr>
          <a:xfrm>
            <a:off x="6385735" y="3039700"/>
            <a:ext cx="3920501" cy="3213899"/>
            <a:chOff x="6309535" y="2842975"/>
            <a:chExt cx="3920501" cy="3213899"/>
          </a:xfrm>
        </p:grpSpPr>
        <p:pic>
          <p:nvPicPr>
            <p:cNvPr id="34" name="Google Shape;34;p2"/>
            <p:cNvPicPr preferRelativeResize="0"/>
            <p:nvPr/>
          </p:nvPicPr>
          <p:blipFill rotWithShape="1">
            <a:blip r:embed="rId3"/>
            <a:srcRect l="16960" t="24719" r="7121" b="26177"/>
            <a:stretch>
              <a:fillRect/>
            </a:stretch>
          </p:blipFill>
          <p:spPr>
            <a:xfrm>
              <a:off x="6309535" y="3064650"/>
              <a:ext cx="3920501" cy="2992224"/>
            </a:xfrm>
            <a:prstGeom prst="rect">
              <a:avLst/>
            </a:prstGeom>
            <a:noFill/>
            <a:ln>
              <a:noFill/>
            </a:ln>
          </p:spPr>
        </p:pic>
        <p:sp>
          <p:nvSpPr>
            <p:cNvPr id="35" name="Google Shape;35;p2"/>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 name="Google Shape;36;p2"/>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7" name="Google Shape;37;p2"/>
            <p:cNvGrpSpPr/>
            <p:nvPr/>
          </p:nvGrpSpPr>
          <p:grpSpPr>
            <a:xfrm>
              <a:off x="7280400" y="3719575"/>
              <a:ext cx="582050" cy="582425"/>
              <a:chOff x="959750" y="3039275"/>
              <a:chExt cx="582050" cy="582425"/>
            </a:xfrm>
          </p:grpSpPr>
          <p:sp>
            <p:nvSpPr>
              <p:cNvPr id="38" name="Google Shape;38;p2"/>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 name="Google Shape;39;p2"/>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 name="Google Shape;40;p2"/>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 name="Google Shape;41;p2"/>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 name="Google Shape;42;p2"/>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 name="Google Shape;43;p2"/>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 name="Google Shape;44;p2"/>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5" name="Google Shape;45;p2"/>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6" name="Google Shape;46;p2"/>
            <p:cNvGrpSpPr/>
            <p:nvPr/>
          </p:nvGrpSpPr>
          <p:grpSpPr>
            <a:xfrm>
              <a:off x="8337812" y="3492483"/>
              <a:ext cx="699928" cy="1651024"/>
              <a:chOff x="8337812" y="3492483"/>
              <a:chExt cx="699928" cy="1651024"/>
            </a:xfrm>
          </p:grpSpPr>
          <p:sp>
            <p:nvSpPr>
              <p:cNvPr id="47" name="Google Shape;47;p2"/>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 name="Google Shape;48;p2"/>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 name="Google Shape;49;p2"/>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0" name="Google Shape;50;p2"/>
            <p:cNvGrpSpPr/>
            <p:nvPr/>
          </p:nvGrpSpPr>
          <p:grpSpPr>
            <a:xfrm>
              <a:off x="7945225" y="4302000"/>
              <a:ext cx="904666" cy="726121"/>
              <a:chOff x="7945225" y="4302000"/>
              <a:chExt cx="904666" cy="726121"/>
            </a:xfrm>
          </p:grpSpPr>
          <p:sp>
            <p:nvSpPr>
              <p:cNvPr id="51" name="Google Shape;51;p2"/>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 name="Google Shape;52;p2"/>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 name="Google Shape;53;p2"/>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54" name="Google Shape;54;p2"/>
          <p:cNvSpPr txBox="1"/>
          <p:nvPr>
            <p:ph type="ctrTitle"/>
          </p:nvPr>
        </p:nvSpPr>
        <p:spPr>
          <a:xfrm>
            <a:off x="1096850" y="816324"/>
            <a:ext cx="6974700" cy="2326500"/>
          </a:xfrm>
          <a:prstGeom prst="rect">
            <a:avLst/>
          </a:prstGeom>
        </p:spPr>
        <p:txBody>
          <a:bodyPr spcFirstLastPara="1" wrap="square" lIns="91425" tIns="91425" rIns="91425" bIns="91425" anchor="b" anchorCtr="0">
            <a:noAutofit/>
          </a:bodyPr>
          <a:lstStyle>
            <a:lvl1pPr lvl="0">
              <a:lnSpc>
                <a:spcPct val="115000"/>
              </a:lnSpc>
              <a:spcBef>
                <a:spcPts val="0"/>
              </a:spcBef>
              <a:spcAft>
                <a:spcPts val="0"/>
              </a:spcAft>
              <a:buClr>
                <a:srgbClr val="191919"/>
              </a:buClr>
              <a:buSzPts val="5200"/>
              <a:buNone/>
              <a:defRPr sz="4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55" name="Google Shape;55;p2"/>
          <p:cNvSpPr txBox="1"/>
          <p:nvPr>
            <p:ph type="subTitle" idx="1"/>
          </p:nvPr>
        </p:nvSpPr>
        <p:spPr>
          <a:xfrm>
            <a:off x="1096850" y="3456250"/>
            <a:ext cx="4882500" cy="4758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56" name="Google Shape;56;p2"/>
          <p:cNvGrpSpPr/>
          <p:nvPr/>
        </p:nvGrpSpPr>
        <p:grpSpPr>
          <a:xfrm>
            <a:off x="-309885" y="3617406"/>
            <a:ext cx="1448824" cy="2238804"/>
            <a:chOff x="-309885" y="3617406"/>
            <a:chExt cx="1448824" cy="2238804"/>
          </a:xfrm>
        </p:grpSpPr>
        <p:grpSp>
          <p:nvGrpSpPr>
            <p:cNvPr id="57" name="Google Shape;57;p2"/>
            <p:cNvGrpSpPr/>
            <p:nvPr/>
          </p:nvGrpSpPr>
          <p:grpSpPr>
            <a:xfrm>
              <a:off x="-277007" y="3870159"/>
              <a:ext cx="981772" cy="1986051"/>
              <a:chOff x="-293545" y="3454371"/>
              <a:chExt cx="981772" cy="1986051"/>
            </a:xfrm>
          </p:grpSpPr>
          <p:sp>
            <p:nvSpPr>
              <p:cNvPr id="58" name="Google Shape;58;p2"/>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 name="Google Shape;59;p2"/>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0" name="Google Shape;60;p2"/>
            <p:cNvGrpSpPr/>
            <p:nvPr/>
          </p:nvGrpSpPr>
          <p:grpSpPr>
            <a:xfrm>
              <a:off x="363249" y="4906873"/>
              <a:ext cx="699940" cy="478601"/>
              <a:chOff x="39722" y="4349021"/>
              <a:chExt cx="1061964" cy="726143"/>
            </a:xfrm>
          </p:grpSpPr>
          <p:grpSp>
            <p:nvGrpSpPr>
              <p:cNvPr id="61" name="Google Shape;61;p2"/>
              <p:cNvGrpSpPr/>
              <p:nvPr/>
            </p:nvGrpSpPr>
            <p:grpSpPr>
              <a:xfrm rot="2700000">
                <a:off x="140502" y="4460924"/>
                <a:ext cx="524584" cy="502337"/>
                <a:chOff x="1189791" y="-1767331"/>
                <a:chExt cx="904284" cy="865933"/>
              </a:xfrm>
            </p:grpSpPr>
            <p:sp>
              <p:nvSpPr>
                <p:cNvPr id="62" name="Google Shape;62;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 name="Google Shape;63;p2"/>
                <p:cNvGrpSpPr/>
                <p:nvPr/>
              </p:nvGrpSpPr>
              <p:grpSpPr>
                <a:xfrm>
                  <a:off x="1232795" y="-1740829"/>
                  <a:ext cx="717621" cy="717392"/>
                  <a:chOff x="1483457" y="3953671"/>
                  <a:chExt cx="717621" cy="717392"/>
                </a:xfrm>
              </p:grpSpPr>
              <p:sp>
                <p:nvSpPr>
                  <p:cNvPr id="64" name="Google Shape;64;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 name="Google Shape;65;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 name="Google Shape;66;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 name="Google Shape;67;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 name="Google Shape;68;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69" name="Google Shape;69;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0" name="Google Shape;70;p2"/>
            <p:cNvGrpSpPr/>
            <p:nvPr/>
          </p:nvGrpSpPr>
          <p:grpSpPr>
            <a:xfrm rot="-5400000">
              <a:off x="-461873" y="3769393"/>
              <a:ext cx="1351491" cy="1047516"/>
              <a:chOff x="-2460210" y="2758493"/>
              <a:chExt cx="1351491" cy="1047516"/>
            </a:xfrm>
          </p:grpSpPr>
          <p:sp>
            <p:nvSpPr>
              <p:cNvPr id="71" name="Google Shape;71;p2"/>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 name="Google Shape;72;p2"/>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 name="Google Shape;73;p2"/>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 name="Google Shape;74;p2"/>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 name="Google Shape;75;p2"/>
            <p:cNvGrpSpPr/>
            <p:nvPr/>
          </p:nvGrpSpPr>
          <p:grpSpPr>
            <a:xfrm>
              <a:off x="438999" y="4567398"/>
              <a:ext cx="699940" cy="478601"/>
              <a:chOff x="39722" y="4349021"/>
              <a:chExt cx="1061964" cy="726143"/>
            </a:xfrm>
          </p:grpSpPr>
          <p:grpSp>
            <p:nvGrpSpPr>
              <p:cNvPr id="76" name="Google Shape;76;p2"/>
              <p:cNvGrpSpPr/>
              <p:nvPr/>
            </p:nvGrpSpPr>
            <p:grpSpPr>
              <a:xfrm rot="2700000">
                <a:off x="140502" y="4460924"/>
                <a:ext cx="524584" cy="502337"/>
                <a:chOff x="1189791" y="-1767331"/>
                <a:chExt cx="904284" cy="865933"/>
              </a:xfrm>
            </p:grpSpPr>
            <p:sp>
              <p:nvSpPr>
                <p:cNvPr id="77" name="Google Shape;7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8" name="Google Shape;78;p2"/>
                <p:cNvGrpSpPr/>
                <p:nvPr/>
              </p:nvGrpSpPr>
              <p:grpSpPr>
                <a:xfrm>
                  <a:off x="1232795" y="-1740829"/>
                  <a:ext cx="717621" cy="717392"/>
                  <a:chOff x="1483457" y="3953671"/>
                  <a:chExt cx="717621" cy="717392"/>
                </a:xfrm>
              </p:grpSpPr>
              <p:sp>
                <p:nvSpPr>
                  <p:cNvPr id="79" name="Google Shape;7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 name="Google Shape;8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 name="Google Shape;8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 name="Google Shape;8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 name="Google Shape;8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4" name="Google Shape;8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 name="Google Shape;85;p2"/>
            <p:cNvGrpSpPr/>
            <p:nvPr/>
          </p:nvGrpSpPr>
          <p:grpSpPr>
            <a:xfrm>
              <a:off x="-65076" y="4623886"/>
              <a:ext cx="699940" cy="478601"/>
              <a:chOff x="39722" y="4349021"/>
              <a:chExt cx="1061964" cy="726143"/>
            </a:xfrm>
          </p:grpSpPr>
          <p:grpSp>
            <p:nvGrpSpPr>
              <p:cNvPr id="86" name="Google Shape;86;p2"/>
              <p:cNvGrpSpPr/>
              <p:nvPr/>
            </p:nvGrpSpPr>
            <p:grpSpPr>
              <a:xfrm rot="2700000">
                <a:off x="140502" y="4460924"/>
                <a:ext cx="524584" cy="502337"/>
                <a:chOff x="1189791" y="-1767331"/>
                <a:chExt cx="904284" cy="865933"/>
              </a:xfrm>
            </p:grpSpPr>
            <p:sp>
              <p:nvSpPr>
                <p:cNvPr id="87" name="Google Shape;8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8" name="Google Shape;88;p2"/>
                <p:cNvGrpSpPr/>
                <p:nvPr/>
              </p:nvGrpSpPr>
              <p:grpSpPr>
                <a:xfrm>
                  <a:off x="1232795" y="-1740829"/>
                  <a:ext cx="717621" cy="717392"/>
                  <a:chOff x="1483457" y="3953671"/>
                  <a:chExt cx="717621" cy="717392"/>
                </a:xfrm>
              </p:grpSpPr>
              <p:sp>
                <p:nvSpPr>
                  <p:cNvPr id="89" name="Google Shape;8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 name="Google Shape;9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 name="Google Shape;9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 name="Google Shape;9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 name="Google Shape;9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4" name="Google Shape;9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95" name="Shape 95"/>
        <p:cNvGrpSpPr/>
        <p:nvPr/>
      </p:nvGrpSpPr>
      <p:grpSpPr>
        <a:xfrm>
          <a:off x="0" y="0"/>
          <a:ext cx="0" cy="0"/>
          <a:chOff x="0" y="0"/>
          <a:chExt cx="0" cy="0"/>
        </a:xfrm>
      </p:grpSpPr>
      <p:sp>
        <p:nvSpPr>
          <p:cNvPr id="96" name="Google Shape;96;p3"/>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97" name="Google Shape;97;p3"/>
          <p:cNvSpPr txBox="1"/>
          <p:nvPr>
            <p:ph type="title" idx="2" hasCustomPrompt="1"/>
          </p:nvPr>
        </p:nvSpPr>
        <p:spPr>
          <a:xfrm>
            <a:off x="720000" y="1025725"/>
            <a:ext cx="1702500" cy="9936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6200">
                <a:latin typeface="Be Vietnam Pro"/>
                <a:ea typeface="Be Vietnam Pro"/>
                <a:cs typeface="Be Vietnam Pro"/>
                <a:sym typeface="Be Vietnam Pro"/>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98" name="Google Shape;98;p3"/>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99" name="Google Shape;99;p3"/>
          <p:cNvGrpSpPr/>
          <p:nvPr/>
        </p:nvGrpSpPr>
        <p:grpSpPr>
          <a:xfrm>
            <a:off x="-539206" y="-1717975"/>
            <a:ext cx="4397193" cy="4171657"/>
            <a:chOff x="-494406" y="-1584825"/>
            <a:chExt cx="4397193" cy="4171657"/>
          </a:xfrm>
        </p:grpSpPr>
        <p:grpSp>
          <p:nvGrpSpPr>
            <p:cNvPr id="100" name="Google Shape;100;p3"/>
            <p:cNvGrpSpPr/>
            <p:nvPr/>
          </p:nvGrpSpPr>
          <p:grpSpPr>
            <a:xfrm>
              <a:off x="-494406" y="-252396"/>
              <a:ext cx="1741563" cy="1288563"/>
              <a:chOff x="-494406" y="-252396"/>
              <a:chExt cx="1741563" cy="1288563"/>
            </a:xfrm>
          </p:grpSpPr>
          <p:sp>
            <p:nvSpPr>
              <p:cNvPr id="101" name="Google Shape;101;p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 name="Google Shape;102;p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 name="Google Shape;103;p3"/>
            <p:cNvGrpSpPr/>
            <p:nvPr/>
          </p:nvGrpSpPr>
          <p:grpSpPr>
            <a:xfrm>
              <a:off x="245875" y="-51824"/>
              <a:ext cx="208200" cy="1824700"/>
              <a:chOff x="1040050" y="3812126"/>
              <a:chExt cx="208200" cy="1824700"/>
            </a:xfrm>
          </p:grpSpPr>
          <p:sp>
            <p:nvSpPr>
              <p:cNvPr id="104" name="Google Shape;104;p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 name="Google Shape;105;p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6" name="Google Shape;106;p3"/>
            <p:cNvGrpSpPr/>
            <p:nvPr/>
          </p:nvGrpSpPr>
          <p:grpSpPr>
            <a:xfrm>
              <a:off x="441574" y="-36652"/>
              <a:ext cx="699940" cy="478601"/>
              <a:chOff x="39722" y="4349021"/>
              <a:chExt cx="1061964" cy="726143"/>
            </a:xfrm>
          </p:grpSpPr>
          <p:grpSp>
            <p:nvGrpSpPr>
              <p:cNvPr id="107" name="Google Shape;107;p3"/>
              <p:cNvGrpSpPr/>
              <p:nvPr/>
            </p:nvGrpSpPr>
            <p:grpSpPr>
              <a:xfrm rot="2700000">
                <a:off x="140502" y="4460924"/>
                <a:ext cx="524584" cy="502337"/>
                <a:chOff x="1189791" y="-1767331"/>
                <a:chExt cx="904284" cy="865933"/>
              </a:xfrm>
            </p:grpSpPr>
            <p:sp>
              <p:nvSpPr>
                <p:cNvPr id="108" name="Google Shape;10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9" name="Google Shape;109;p3"/>
                <p:cNvGrpSpPr/>
                <p:nvPr/>
              </p:nvGrpSpPr>
              <p:grpSpPr>
                <a:xfrm>
                  <a:off x="1232795" y="-1740829"/>
                  <a:ext cx="717621" cy="717392"/>
                  <a:chOff x="1483457" y="3953671"/>
                  <a:chExt cx="717621" cy="717392"/>
                </a:xfrm>
              </p:grpSpPr>
              <p:sp>
                <p:nvSpPr>
                  <p:cNvPr id="110" name="Google Shape;11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 name="Google Shape;11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 name="Google Shape;11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 name="Google Shape;11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 name="Google Shape;11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15" name="Google Shape;11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6" name="Google Shape;116;p3"/>
            <p:cNvGrpSpPr/>
            <p:nvPr/>
          </p:nvGrpSpPr>
          <p:grpSpPr>
            <a:xfrm>
              <a:off x="955673" y="11"/>
              <a:ext cx="592576" cy="405260"/>
              <a:chOff x="39722" y="4349021"/>
              <a:chExt cx="1061964" cy="726143"/>
            </a:xfrm>
          </p:grpSpPr>
          <p:grpSp>
            <p:nvGrpSpPr>
              <p:cNvPr id="117" name="Google Shape;117;p3"/>
              <p:cNvGrpSpPr/>
              <p:nvPr/>
            </p:nvGrpSpPr>
            <p:grpSpPr>
              <a:xfrm rot="2700000">
                <a:off x="140502" y="4460924"/>
                <a:ext cx="524584" cy="502337"/>
                <a:chOff x="1189791" y="-1767331"/>
                <a:chExt cx="904284" cy="865933"/>
              </a:xfrm>
            </p:grpSpPr>
            <p:sp>
              <p:nvSpPr>
                <p:cNvPr id="118" name="Google Shape;11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9" name="Google Shape;119;p3"/>
                <p:cNvGrpSpPr/>
                <p:nvPr/>
              </p:nvGrpSpPr>
              <p:grpSpPr>
                <a:xfrm>
                  <a:off x="1232795" y="-1740829"/>
                  <a:ext cx="717621" cy="717392"/>
                  <a:chOff x="1483457" y="3953671"/>
                  <a:chExt cx="717621" cy="717392"/>
                </a:xfrm>
              </p:grpSpPr>
              <p:sp>
                <p:nvSpPr>
                  <p:cNvPr id="120" name="Google Shape;12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 name="Google Shape;12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 name="Google Shape;12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 name="Google Shape;12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 name="Google Shape;12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25" name="Google Shape;12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6" name="Google Shape;126;p3"/>
            <p:cNvGrpSpPr/>
            <p:nvPr/>
          </p:nvGrpSpPr>
          <p:grpSpPr>
            <a:xfrm>
              <a:off x="-1" y="621223"/>
              <a:ext cx="699940" cy="478601"/>
              <a:chOff x="39722" y="4349021"/>
              <a:chExt cx="1061964" cy="726143"/>
            </a:xfrm>
          </p:grpSpPr>
          <p:grpSp>
            <p:nvGrpSpPr>
              <p:cNvPr id="127" name="Google Shape;127;p3"/>
              <p:cNvGrpSpPr/>
              <p:nvPr/>
            </p:nvGrpSpPr>
            <p:grpSpPr>
              <a:xfrm rot="2700000">
                <a:off x="140502" y="4460924"/>
                <a:ext cx="524584" cy="502337"/>
                <a:chOff x="1189791" y="-1767331"/>
                <a:chExt cx="904284" cy="865933"/>
              </a:xfrm>
            </p:grpSpPr>
            <p:sp>
              <p:nvSpPr>
                <p:cNvPr id="128" name="Google Shape;12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9" name="Google Shape;129;p3"/>
                <p:cNvGrpSpPr/>
                <p:nvPr/>
              </p:nvGrpSpPr>
              <p:grpSpPr>
                <a:xfrm>
                  <a:off x="1232795" y="-1740829"/>
                  <a:ext cx="717621" cy="717392"/>
                  <a:chOff x="1483457" y="3953671"/>
                  <a:chExt cx="717621" cy="717392"/>
                </a:xfrm>
              </p:grpSpPr>
              <p:sp>
                <p:nvSpPr>
                  <p:cNvPr id="130" name="Google Shape;13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 name="Google Shape;13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 name="Google Shape;13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 name="Google Shape;13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 name="Google Shape;13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5" name="Google Shape;13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6" name="Google Shape;136;p3"/>
            <p:cNvGrpSpPr/>
            <p:nvPr/>
          </p:nvGrpSpPr>
          <p:grpSpPr>
            <a:xfrm rot="-8100000">
              <a:off x="540898" y="-1172741"/>
              <a:ext cx="2552124" cy="3347490"/>
              <a:chOff x="2976325" y="908175"/>
              <a:chExt cx="4028179" cy="5283555"/>
            </a:xfrm>
          </p:grpSpPr>
          <p:sp>
            <p:nvSpPr>
              <p:cNvPr id="137" name="Google Shape;137;p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 name="Google Shape;138;p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 name="Google Shape;139;p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40" name="Shape 140"/>
        <p:cNvGrpSpPr/>
        <p:nvPr/>
      </p:nvGrpSpPr>
      <p:grpSpPr>
        <a:xfrm>
          <a:off x="0" y="0"/>
          <a:ext cx="0" cy="0"/>
          <a:chOff x="0" y="0"/>
          <a:chExt cx="0" cy="0"/>
        </a:xfrm>
      </p:grpSpPr>
      <p:sp>
        <p:nvSpPr>
          <p:cNvPr id="141" name="Google Shape;141;p4"/>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42" name="Google Shape;142;p4"/>
          <p:cNvSpPr txBox="1"/>
          <p:nvPr>
            <p:ph type="body" idx="1"/>
          </p:nvPr>
        </p:nvSpPr>
        <p:spPr>
          <a:xfrm>
            <a:off x="720000" y="1139551"/>
            <a:ext cx="7704000" cy="411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AutoNum type="arabicPeriod"/>
              <a:defRPr>
                <a:solidFill>
                  <a:srgbClr val="191919"/>
                </a:solidFill>
              </a:defRPr>
            </a:lvl1pPr>
            <a:lvl2pPr marL="914400" lvl="1"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2pPr>
            <a:lvl3pPr marL="1371600" lvl="2"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3pPr>
            <a:lvl4pPr marL="1828800" lvl="3"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4pPr>
            <a:lvl5pPr marL="2286000" lvl="4"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5pPr>
            <a:lvl6pPr marL="2743200" lvl="5"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6pPr>
            <a:lvl7pPr marL="3200400" lvl="6"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7pPr>
            <a:lvl8pPr marL="3657600" lvl="7"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8pPr>
            <a:lvl9pPr marL="4114800" lvl="8"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9pPr>
          </a:lstStyle>
          <a:p/>
        </p:txBody>
      </p:sp>
      <p:grpSp>
        <p:nvGrpSpPr>
          <p:cNvPr id="143" name="Google Shape;143;p4"/>
          <p:cNvGrpSpPr/>
          <p:nvPr/>
        </p:nvGrpSpPr>
        <p:grpSpPr>
          <a:xfrm>
            <a:off x="7365150" y="-1147799"/>
            <a:ext cx="3733124" cy="6537004"/>
            <a:chOff x="7212750" y="-1147799"/>
            <a:chExt cx="3733124" cy="6537004"/>
          </a:xfrm>
        </p:grpSpPr>
        <p:pic>
          <p:nvPicPr>
            <p:cNvPr id="144" name="Google Shape;144;p4"/>
            <p:cNvPicPr preferRelativeResize="0"/>
            <p:nvPr/>
          </p:nvPicPr>
          <p:blipFill rotWithShape="1">
            <a:blip r:embed="rId2"/>
            <a:srcRect l="16960" t="24719" r="7121" b="26177"/>
            <a:stretch>
              <a:fillRect/>
            </a:stretch>
          </p:blipFill>
          <p:spPr>
            <a:xfrm>
              <a:off x="7212750" y="-1147799"/>
              <a:ext cx="3733124" cy="2849200"/>
            </a:xfrm>
            <a:prstGeom prst="rect">
              <a:avLst/>
            </a:prstGeom>
            <a:noFill/>
            <a:ln>
              <a:noFill/>
            </a:ln>
          </p:spPr>
        </p:pic>
        <p:grpSp>
          <p:nvGrpSpPr>
            <p:cNvPr id="145" name="Google Shape;145;p4"/>
            <p:cNvGrpSpPr/>
            <p:nvPr/>
          </p:nvGrpSpPr>
          <p:grpSpPr>
            <a:xfrm>
              <a:off x="7392021" y="539499"/>
              <a:ext cx="1518472" cy="3030657"/>
              <a:chOff x="7785196" y="342199"/>
              <a:chExt cx="1518472" cy="3030657"/>
            </a:xfrm>
          </p:grpSpPr>
          <p:sp>
            <p:nvSpPr>
              <p:cNvPr id="146" name="Google Shape;146;p4"/>
              <p:cNvSpPr/>
              <p:nvPr/>
            </p:nvSpPr>
            <p:spPr>
              <a:xfrm rot="10800000">
                <a:off x="7882621" y="5394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 name="Google Shape;147;p4"/>
              <p:cNvSpPr/>
              <p:nvPr/>
            </p:nvSpPr>
            <p:spPr>
              <a:xfrm rot="10800000">
                <a:off x="7785196" y="3421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8" name="Google Shape;148;p4"/>
            <p:cNvSpPr/>
            <p:nvPr/>
          </p:nvSpPr>
          <p:spPr>
            <a:xfrm rot="5400000">
              <a:off x="8098189" y="-87718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49" name="Google Shape;149;p4"/>
            <p:cNvGrpSpPr/>
            <p:nvPr/>
          </p:nvGrpSpPr>
          <p:grpSpPr>
            <a:xfrm>
              <a:off x="7740801" y="270000"/>
              <a:ext cx="3153315" cy="5119205"/>
              <a:chOff x="7740801" y="270000"/>
              <a:chExt cx="3153315" cy="5119205"/>
            </a:xfrm>
          </p:grpSpPr>
          <p:sp>
            <p:nvSpPr>
              <p:cNvPr id="150" name="Google Shape;150;p4"/>
              <p:cNvSpPr/>
              <p:nvPr/>
            </p:nvSpPr>
            <p:spPr>
              <a:xfrm>
                <a:off x="7740801" y="27000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51" name="Google Shape;151;p4"/>
              <p:cNvGrpSpPr/>
              <p:nvPr/>
            </p:nvGrpSpPr>
            <p:grpSpPr>
              <a:xfrm>
                <a:off x="8192886" y="4736397"/>
                <a:ext cx="134004" cy="134004"/>
                <a:chOff x="8356813" y="1074288"/>
                <a:chExt cx="351900" cy="351900"/>
              </a:xfrm>
            </p:grpSpPr>
            <p:sp>
              <p:nvSpPr>
                <p:cNvPr id="152" name="Google Shape;152;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 name="Google Shape;153;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4" name="Google Shape;154;p4"/>
              <p:cNvGrpSpPr/>
              <p:nvPr/>
            </p:nvGrpSpPr>
            <p:grpSpPr>
              <a:xfrm>
                <a:off x="8788211" y="3794722"/>
                <a:ext cx="134004" cy="134004"/>
                <a:chOff x="8356813" y="1074288"/>
                <a:chExt cx="351900" cy="351900"/>
              </a:xfrm>
            </p:grpSpPr>
            <p:sp>
              <p:nvSpPr>
                <p:cNvPr id="155" name="Google Shape;155;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 name="Google Shape;156;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7" name="Google Shape;157;p4"/>
              <p:cNvGrpSpPr/>
              <p:nvPr/>
            </p:nvGrpSpPr>
            <p:grpSpPr>
              <a:xfrm>
                <a:off x="8654186" y="2424672"/>
                <a:ext cx="134004" cy="134004"/>
                <a:chOff x="8356813" y="1074288"/>
                <a:chExt cx="351900" cy="351900"/>
              </a:xfrm>
            </p:grpSpPr>
            <p:sp>
              <p:nvSpPr>
                <p:cNvPr id="158" name="Google Shape;158;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 name="Google Shape;159;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160" name="Google Shape;160;p4"/>
          <p:cNvGrpSpPr/>
          <p:nvPr/>
        </p:nvGrpSpPr>
        <p:grpSpPr>
          <a:xfrm rot="-2529045">
            <a:off x="105741" y="3680210"/>
            <a:ext cx="591691" cy="2260270"/>
            <a:chOff x="-132364" y="1829399"/>
            <a:chExt cx="591677" cy="2260214"/>
          </a:xfrm>
        </p:grpSpPr>
        <p:sp>
          <p:nvSpPr>
            <p:cNvPr id="161" name="Google Shape;161;p4"/>
            <p:cNvSpPr/>
            <p:nvPr/>
          </p:nvSpPr>
          <p:spPr>
            <a:xfrm rot="10800000">
              <a:off x="62461"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2" name="Google Shape;162;p4"/>
            <p:cNvSpPr/>
            <p:nvPr/>
          </p:nvSpPr>
          <p:spPr>
            <a:xfrm rot="10800000">
              <a:off x="-132364"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3" name="Google Shape;163;p4"/>
          <p:cNvGrpSpPr/>
          <p:nvPr/>
        </p:nvGrpSpPr>
        <p:grpSpPr>
          <a:xfrm>
            <a:off x="-520148" y="-573164"/>
            <a:ext cx="1502291" cy="2806842"/>
            <a:chOff x="-367748" y="-573164"/>
            <a:chExt cx="1502291" cy="2806842"/>
          </a:xfrm>
        </p:grpSpPr>
        <p:grpSp>
          <p:nvGrpSpPr>
            <p:cNvPr id="164" name="Google Shape;164;p4"/>
            <p:cNvGrpSpPr/>
            <p:nvPr/>
          </p:nvGrpSpPr>
          <p:grpSpPr>
            <a:xfrm rot="10800000">
              <a:off x="-191449" y="1507557"/>
              <a:ext cx="904666" cy="726121"/>
              <a:chOff x="7945225" y="4302000"/>
              <a:chExt cx="904666" cy="726121"/>
            </a:xfrm>
          </p:grpSpPr>
          <p:sp>
            <p:nvSpPr>
              <p:cNvPr id="165" name="Google Shape;165;p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 name="Google Shape;166;p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 name="Google Shape;167;p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68" name="Google Shape;168;p4"/>
            <p:cNvSpPr/>
            <p:nvPr/>
          </p:nvSpPr>
          <p:spPr>
            <a:xfrm>
              <a:off x="152767" y="-5725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9" name="Google Shape;169;p4"/>
            <p:cNvSpPr/>
            <p:nvPr/>
          </p:nvSpPr>
          <p:spPr>
            <a:xfrm>
              <a:off x="-6579" y="-57316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70" name="Google Shape;170;p4"/>
            <p:cNvGrpSpPr/>
            <p:nvPr/>
          </p:nvGrpSpPr>
          <p:grpSpPr>
            <a:xfrm rot="10800000">
              <a:off x="-367748" y="-467133"/>
              <a:ext cx="699928" cy="1651024"/>
              <a:chOff x="8337812" y="3492483"/>
              <a:chExt cx="699928" cy="1651024"/>
            </a:xfrm>
          </p:grpSpPr>
          <p:sp>
            <p:nvSpPr>
              <p:cNvPr id="171" name="Google Shape;171;p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2" name="Google Shape;172;p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3" name="Google Shape;173;p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74" name="Shape 174"/>
        <p:cNvGrpSpPr/>
        <p:nvPr/>
      </p:nvGrpSpPr>
      <p:grpSpPr>
        <a:xfrm>
          <a:off x="0" y="0"/>
          <a:ext cx="0" cy="0"/>
          <a:chOff x="0" y="0"/>
          <a:chExt cx="0" cy="0"/>
        </a:xfrm>
      </p:grpSpPr>
      <p:sp>
        <p:nvSpPr>
          <p:cNvPr id="175" name="Google Shape;175;p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6" name="Google Shape;176;p5"/>
          <p:cNvSpPr txBox="1"/>
          <p:nvPr>
            <p:ph type="subTitle" idx="1"/>
          </p:nvPr>
        </p:nvSpPr>
        <p:spPr>
          <a:xfrm>
            <a:off x="4999903" y="2372500"/>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177" name="Google Shape;177;p5"/>
          <p:cNvSpPr txBox="1"/>
          <p:nvPr>
            <p:ph type="subTitle" idx="2"/>
          </p:nvPr>
        </p:nvSpPr>
        <p:spPr>
          <a:xfrm>
            <a:off x="1803800" y="2372500"/>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178" name="Google Shape;178;p5"/>
          <p:cNvSpPr txBox="1"/>
          <p:nvPr>
            <p:ph type="subTitle" idx="3"/>
          </p:nvPr>
        </p:nvSpPr>
        <p:spPr>
          <a:xfrm>
            <a:off x="4999908" y="2048488"/>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79" name="Google Shape;179;p5"/>
          <p:cNvSpPr txBox="1"/>
          <p:nvPr>
            <p:ph type="subTitle" idx="4"/>
          </p:nvPr>
        </p:nvSpPr>
        <p:spPr>
          <a:xfrm>
            <a:off x="1803800" y="2048488"/>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80" name="Google Shape;180;p5"/>
          <p:cNvGrpSpPr/>
          <p:nvPr/>
        </p:nvGrpSpPr>
        <p:grpSpPr>
          <a:xfrm>
            <a:off x="7579113" y="-890399"/>
            <a:ext cx="2898275" cy="3032950"/>
            <a:chOff x="7198113" y="-890399"/>
            <a:chExt cx="2898275" cy="3032950"/>
          </a:xfrm>
        </p:grpSpPr>
        <p:pic>
          <p:nvPicPr>
            <p:cNvPr id="181" name="Google Shape;181;p5"/>
            <p:cNvPicPr preferRelativeResize="0"/>
            <p:nvPr/>
          </p:nvPicPr>
          <p:blipFill rotWithShape="1">
            <a:blip r:embed="rId2"/>
            <a:srcRect l="16960" t="24719" r="7121" b="26177"/>
            <a:stretch>
              <a:fillRect/>
            </a:stretch>
          </p:blipFill>
          <p:spPr>
            <a:xfrm rot="-5400000">
              <a:off x="7130775" y="-823062"/>
              <a:ext cx="3032950" cy="2898275"/>
            </a:xfrm>
            <a:prstGeom prst="rect">
              <a:avLst/>
            </a:prstGeom>
            <a:noFill/>
            <a:ln>
              <a:noFill/>
            </a:ln>
          </p:spPr>
        </p:pic>
        <p:grpSp>
          <p:nvGrpSpPr>
            <p:cNvPr id="182" name="Google Shape;182;p5"/>
            <p:cNvGrpSpPr/>
            <p:nvPr/>
          </p:nvGrpSpPr>
          <p:grpSpPr>
            <a:xfrm>
              <a:off x="8319318" y="-249682"/>
              <a:ext cx="1460040" cy="1171886"/>
              <a:chOff x="7945225" y="4302000"/>
              <a:chExt cx="904666" cy="726121"/>
            </a:xfrm>
          </p:grpSpPr>
          <p:sp>
            <p:nvSpPr>
              <p:cNvPr id="183" name="Google Shape;183;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 name="Google Shape;184;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 name="Google Shape;185;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86" name="Google Shape;186;p5"/>
          <p:cNvGrpSpPr/>
          <p:nvPr/>
        </p:nvGrpSpPr>
        <p:grpSpPr>
          <a:xfrm>
            <a:off x="-613920" y="3693606"/>
            <a:ext cx="2048057" cy="2238804"/>
            <a:chOff x="-461520" y="3617406"/>
            <a:chExt cx="2048057" cy="2238804"/>
          </a:xfrm>
        </p:grpSpPr>
        <p:grpSp>
          <p:nvGrpSpPr>
            <p:cNvPr id="187" name="Google Shape;187;p5"/>
            <p:cNvGrpSpPr/>
            <p:nvPr/>
          </p:nvGrpSpPr>
          <p:grpSpPr>
            <a:xfrm>
              <a:off x="-461520" y="3617406"/>
              <a:ext cx="1916534" cy="2238804"/>
              <a:chOff x="-461520" y="3617406"/>
              <a:chExt cx="1916534" cy="2238804"/>
            </a:xfrm>
          </p:grpSpPr>
          <p:grpSp>
            <p:nvGrpSpPr>
              <p:cNvPr id="188" name="Google Shape;188;p5"/>
              <p:cNvGrpSpPr/>
              <p:nvPr/>
            </p:nvGrpSpPr>
            <p:grpSpPr>
              <a:xfrm flipH="1">
                <a:off x="-461520" y="4010132"/>
                <a:ext cx="1916534" cy="1538287"/>
                <a:chOff x="7945225" y="4302000"/>
                <a:chExt cx="904666" cy="726121"/>
              </a:xfrm>
            </p:grpSpPr>
            <p:sp>
              <p:nvSpPr>
                <p:cNvPr id="189" name="Google Shape;189;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 name="Google Shape;190;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1" name="Google Shape;191;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2" name="Google Shape;192;p5"/>
              <p:cNvGrpSpPr/>
              <p:nvPr/>
            </p:nvGrpSpPr>
            <p:grpSpPr>
              <a:xfrm>
                <a:off x="-309885" y="3617406"/>
                <a:ext cx="1448824" cy="2238804"/>
                <a:chOff x="-309885" y="3617406"/>
                <a:chExt cx="1448824" cy="2238804"/>
              </a:xfrm>
            </p:grpSpPr>
            <p:grpSp>
              <p:nvGrpSpPr>
                <p:cNvPr id="193" name="Google Shape;193;p5"/>
                <p:cNvGrpSpPr/>
                <p:nvPr/>
              </p:nvGrpSpPr>
              <p:grpSpPr>
                <a:xfrm>
                  <a:off x="-277007" y="3870159"/>
                  <a:ext cx="981772" cy="1986051"/>
                  <a:chOff x="-293545" y="3454371"/>
                  <a:chExt cx="981772" cy="1986051"/>
                </a:xfrm>
              </p:grpSpPr>
              <p:sp>
                <p:nvSpPr>
                  <p:cNvPr id="194" name="Google Shape;194;p5"/>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5" name="Google Shape;195;p5"/>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6" name="Google Shape;196;p5"/>
                <p:cNvGrpSpPr/>
                <p:nvPr/>
              </p:nvGrpSpPr>
              <p:grpSpPr>
                <a:xfrm>
                  <a:off x="363249" y="4906873"/>
                  <a:ext cx="699940" cy="478601"/>
                  <a:chOff x="39722" y="4349021"/>
                  <a:chExt cx="1061964" cy="726143"/>
                </a:xfrm>
              </p:grpSpPr>
              <p:grpSp>
                <p:nvGrpSpPr>
                  <p:cNvPr id="197" name="Google Shape;197;p5"/>
                  <p:cNvGrpSpPr/>
                  <p:nvPr/>
                </p:nvGrpSpPr>
                <p:grpSpPr>
                  <a:xfrm rot="2700000">
                    <a:off x="140502" y="4460924"/>
                    <a:ext cx="524584" cy="502337"/>
                    <a:chOff x="1189791" y="-1767331"/>
                    <a:chExt cx="904284" cy="865933"/>
                  </a:xfrm>
                </p:grpSpPr>
                <p:sp>
                  <p:nvSpPr>
                    <p:cNvPr id="198" name="Google Shape;198;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99" name="Google Shape;199;p5"/>
                    <p:cNvGrpSpPr/>
                    <p:nvPr/>
                  </p:nvGrpSpPr>
                  <p:grpSpPr>
                    <a:xfrm>
                      <a:off x="1232795" y="-1740829"/>
                      <a:ext cx="717621" cy="717392"/>
                      <a:chOff x="1483457" y="3953671"/>
                      <a:chExt cx="717621" cy="717392"/>
                    </a:xfrm>
                  </p:grpSpPr>
                  <p:sp>
                    <p:nvSpPr>
                      <p:cNvPr id="200" name="Google Shape;200;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1" name="Google Shape;201;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2" name="Google Shape;202;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3" name="Google Shape;203;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4" name="Google Shape;204;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05" name="Google Shape;205;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06" name="Google Shape;206;p5"/>
                <p:cNvGrpSpPr/>
                <p:nvPr/>
              </p:nvGrpSpPr>
              <p:grpSpPr>
                <a:xfrm rot="-5400000">
                  <a:off x="-461873" y="3769393"/>
                  <a:ext cx="1351491" cy="1047516"/>
                  <a:chOff x="-2460210" y="2758493"/>
                  <a:chExt cx="1351491" cy="1047516"/>
                </a:xfrm>
              </p:grpSpPr>
              <p:sp>
                <p:nvSpPr>
                  <p:cNvPr id="207" name="Google Shape;207;p5"/>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8" name="Google Shape;208;p5"/>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9" name="Google Shape;209;p5"/>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0" name="Google Shape;210;p5"/>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1" name="Google Shape;211;p5"/>
                <p:cNvGrpSpPr/>
                <p:nvPr/>
              </p:nvGrpSpPr>
              <p:grpSpPr>
                <a:xfrm>
                  <a:off x="438999" y="4567398"/>
                  <a:ext cx="699940" cy="478601"/>
                  <a:chOff x="39722" y="4349021"/>
                  <a:chExt cx="1061964" cy="726143"/>
                </a:xfrm>
              </p:grpSpPr>
              <p:grpSp>
                <p:nvGrpSpPr>
                  <p:cNvPr id="212" name="Google Shape;212;p5"/>
                  <p:cNvGrpSpPr/>
                  <p:nvPr/>
                </p:nvGrpSpPr>
                <p:grpSpPr>
                  <a:xfrm rot="2700000">
                    <a:off x="140502" y="4460924"/>
                    <a:ext cx="524584" cy="502337"/>
                    <a:chOff x="1189791" y="-1767331"/>
                    <a:chExt cx="904284" cy="865933"/>
                  </a:xfrm>
                </p:grpSpPr>
                <p:sp>
                  <p:nvSpPr>
                    <p:cNvPr id="213" name="Google Shape;21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14" name="Google Shape;214;p5"/>
                    <p:cNvGrpSpPr/>
                    <p:nvPr/>
                  </p:nvGrpSpPr>
                  <p:grpSpPr>
                    <a:xfrm>
                      <a:off x="1232795" y="-1740829"/>
                      <a:ext cx="717621" cy="717392"/>
                      <a:chOff x="1483457" y="3953671"/>
                      <a:chExt cx="717621" cy="717392"/>
                    </a:xfrm>
                  </p:grpSpPr>
                  <p:sp>
                    <p:nvSpPr>
                      <p:cNvPr id="215" name="Google Shape;21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6" name="Google Shape;21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7" name="Google Shape;21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8" name="Google Shape;21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9" name="Google Shape;21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20" name="Google Shape;22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21" name="Google Shape;221;p5"/>
                <p:cNvGrpSpPr/>
                <p:nvPr/>
              </p:nvGrpSpPr>
              <p:grpSpPr>
                <a:xfrm>
                  <a:off x="-65076" y="4623886"/>
                  <a:ext cx="699940" cy="478601"/>
                  <a:chOff x="39722" y="4349021"/>
                  <a:chExt cx="1061964" cy="726143"/>
                </a:xfrm>
              </p:grpSpPr>
              <p:grpSp>
                <p:nvGrpSpPr>
                  <p:cNvPr id="222" name="Google Shape;222;p5"/>
                  <p:cNvGrpSpPr/>
                  <p:nvPr/>
                </p:nvGrpSpPr>
                <p:grpSpPr>
                  <a:xfrm rot="2700000">
                    <a:off x="140502" y="4460924"/>
                    <a:ext cx="524584" cy="502337"/>
                    <a:chOff x="1189791" y="-1767331"/>
                    <a:chExt cx="904284" cy="865933"/>
                  </a:xfrm>
                </p:grpSpPr>
                <p:sp>
                  <p:nvSpPr>
                    <p:cNvPr id="223" name="Google Shape;22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24" name="Google Shape;224;p5"/>
                    <p:cNvGrpSpPr/>
                    <p:nvPr/>
                  </p:nvGrpSpPr>
                  <p:grpSpPr>
                    <a:xfrm>
                      <a:off x="1232795" y="-1740829"/>
                      <a:ext cx="717621" cy="717392"/>
                      <a:chOff x="1483457" y="3953671"/>
                      <a:chExt cx="717621" cy="717392"/>
                    </a:xfrm>
                  </p:grpSpPr>
                  <p:sp>
                    <p:nvSpPr>
                      <p:cNvPr id="225" name="Google Shape;22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6" name="Google Shape;22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7" name="Google Shape;22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8" name="Google Shape;22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9" name="Google Shape;22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30" name="Google Shape;23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231" name="Google Shape;231;p5"/>
            <p:cNvGrpSpPr/>
            <p:nvPr/>
          </p:nvGrpSpPr>
          <p:grpSpPr>
            <a:xfrm rot="5400000">
              <a:off x="1147388" y="4839000"/>
              <a:ext cx="439200" cy="439100"/>
              <a:chOff x="1101075" y="2142375"/>
              <a:chExt cx="439200" cy="439100"/>
            </a:xfrm>
          </p:grpSpPr>
          <p:sp>
            <p:nvSpPr>
              <p:cNvPr id="232" name="Google Shape;232;p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3" name="Google Shape;233;p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34" name="Google Shape;234;p5"/>
          <p:cNvGrpSpPr/>
          <p:nvPr/>
        </p:nvGrpSpPr>
        <p:grpSpPr>
          <a:xfrm>
            <a:off x="-2352525" y="-402069"/>
            <a:ext cx="5307515" cy="2438355"/>
            <a:chOff x="-2276325" y="-249669"/>
            <a:chExt cx="5307515" cy="2438355"/>
          </a:xfrm>
        </p:grpSpPr>
        <p:grpSp>
          <p:nvGrpSpPr>
            <p:cNvPr id="235" name="Google Shape;235;p5"/>
            <p:cNvGrpSpPr/>
            <p:nvPr/>
          </p:nvGrpSpPr>
          <p:grpSpPr>
            <a:xfrm rot="10800000">
              <a:off x="-1297788" y="-249669"/>
              <a:ext cx="2601921" cy="2438355"/>
              <a:chOff x="7340128" y="2866613"/>
              <a:chExt cx="2439225" cy="2438355"/>
            </a:xfrm>
          </p:grpSpPr>
          <p:sp>
            <p:nvSpPr>
              <p:cNvPr id="236" name="Google Shape;236;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7" name="Google Shape;237;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38" name="Google Shape;238;p5"/>
            <p:cNvSpPr/>
            <p:nvPr/>
          </p:nvSpPr>
          <p:spPr>
            <a:xfrm rot="-5400000">
              <a:off x="1755111"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39" name="Google Shape;239;p5"/>
            <p:cNvGrpSpPr/>
            <p:nvPr/>
          </p:nvGrpSpPr>
          <p:grpSpPr>
            <a:xfrm>
              <a:off x="-2276325" y="245976"/>
              <a:ext cx="4558967" cy="134100"/>
              <a:chOff x="796100" y="3019701"/>
              <a:chExt cx="4558967" cy="134100"/>
            </a:xfrm>
          </p:grpSpPr>
          <p:sp>
            <p:nvSpPr>
              <p:cNvPr id="240" name="Google Shape;240;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1" name="Google Shape;241;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2" name="Google Shape;242;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43" name="Google Shape;243;p5"/>
          <p:cNvGrpSpPr/>
          <p:nvPr/>
        </p:nvGrpSpPr>
        <p:grpSpPr>
          <a:xfrm>
            <a:off x="6795100" y="3095213"/>
            <a:ext cx="4558967" cy="2438355"/>
            <a:chOff x="6490300" y="2866613"/>
            <a:chExt cx="4558967" cy="2438355"/>
          </a:xfrm>
        </p:grpSpPr>
        <p:grpSp>
          <p:nvGrpSpPr>
            <p:cNvPr id="244" name="Google Shape;244;p5"/>
            <p:cNvGrpSpPr/>
            <p:nvPr/>
          </p:nvGrpSpPr>
          <p:grpSpPr>
            <a:xfrm>
              <a:off x="7340128" y="2866613"/>
              <a:ext cx="2439225" cy="2438355"/>
              <a:chOff x="7340128" y="2866613"/>
              <a:chExt cx="2439225" cy="2438355"/>
            </a:xfrm>
          </p:grpSpPr>
          <p:sp>
            <p:nvSpPr>
              <p:cNvPr id="245" name="Google Shape;245;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 name="Google Shape;246;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7" name="Google Shape;247;p5"/>
            <p:cNvGrpSpPr/>
            <p:nvPr/>
          </p:nvGrpSpPr>
          <p:grpSpPr>
            <a:xfrm rot="10800000">
              <a:off x="6490300" y="4774026"/>
              <a:ext cx="4558967" cy="134100"/>
              <a:chOff x="796100" y="3019701"/>
              <a:chExt cx="4558967" cy="134100"/>
            </a:xfrm>
          </p:grpSpPr>
          <p:sp>
            <p:nvSpPr>
              <p:cNvPr id="248" name="Google Shape;248;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9" name="Google Shape;249;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50" name="Google Shape;250;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51" name="Shape 251"/>
        <p:cNvGrpSpPr/>
        <p:nvPr/>
      </p:nvGrpSpPr>
      <p:grpSpPr>
        <a:xfrm>
          <a:off x="0" y="0"/>
          <a:ext cx="0" cy="0"/>
          <a:chOff x="0" y="0"/>
          <a:chExt cx="0" cy="0"/>
        </a:xfrm>
      </p:grpSpPr>
      <p:grpSp>
        <p:nvGrpSpPr>
          <p:cNvPr id="252" name="Google Shape;252;p6"/>
          <p:cNvGrpSpPr/>
          <p:nvPr/>
        </p:nvGrpSpPr>
        <p:grpSpPr>
          <a:xfrm rot="-8100000">
            <a:off x="-1629951" y="-1138306"/>
            <a:ext cx="3785189" cy="3043121"/>
            <a:chOff x="7103825" y="-713112"/>
            <a:chExt cx="3785226" cy="3043150"/>
          </a:xfrm>
        </p:grpSpPr>
        <p:sp>
          <p:nvSpPr>
            <p:cNvPr id="253" name="Google Shape;253;p6"/>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254" name="Google Shape;254;p6"/>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255" name="Google Shape;255;p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256" name="Google Shape;256;p6"/>
          <p:cNvGrpSpPr/>
          <p:nvPr/>
        </p:nvGrpSpPr>
        <p:grpSpPr>
          <a:xfrm>
            <a:off x="8106279" y="-844413"/>
            <a:ext cx="1791132" cy="2767833"/>
            <a:chOff x="8030079" y="-844413"/>
            <a:chExt cx="1791132" cy="2767833"/>
          </a:xfrm>
        </p:grpSpPr>
        <p:grpSp>
          <p:nvGrpSpPr>
            <p:cNvPr id="257" name="Google Shape;257;p6"/>
            <p:cNvGrpSpPr/>
            <p:nvPr/>
          </p:nvGrpSpPr>
          <p:grpSpPr>
            <a:xfrm rot="10800000">
              <a:off x="8566799" y="-844413"/>
              <a:ext cx="1213764" cy="2455355"/>
              <a:chOff x="-293545" y="3454371"/>
              <a:chExt cx="981772" cy="1986051"/>
            </a:xfrm>
          </p:grpSpPr>
          <p:sp>
            <p:nvSpPr>
              <p:cNvPr id="258" name="Google Shape;258;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9" name="Google Shape;259;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60" name="Google Shape;260;p6"/>
            <p:cNvGrpSpPr/>
            <p:nvPr/>
          </p:nvGrpSpPr>
          <p:grpSpPr>
            <a:xfrm rot="10800000">
              <a:off x="8123728" y="-262212"/>
              <a:ext cx="865288" cy="591661"/>
              <a:chOff x="39722" y="4349021"/>
              <a:chExt cx="1061964" cy="726143"/>
            </a:xfrm>
          </p:grpSpPr>
          <p:grpSp>
            <p:nvGrpSpPr>
              <p:cNvPr id="261" name="Google Shape;261;p6"/>
              <p:cNvGrpSpPr/>
              <p:nvPr/>
            </p:nvGrpSpPr>
            <p:grpSpPr>
              <a:xfrm rot="2700000">
                <a:off x="140502" y="4460924"/>
                <a:ext cx="524584" cy="502337"/>
                <a:chOff x="1189791" y="-1767331"/>
                <a:chExt cx="904284" cy="865933"/>
              </a:xfrm>
            </p:grpSpPr>
            <p:sp>
              <p:nvSpPr>
                <p:cNvPr id="262" name="Google Shape;262;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63" name="Google Shape;263;p6"/>
                <p:cNvGrpSpPr/>
                <p:nvPr/>
              </p:nvGrpSpPr>
              <p:grpSpPr>
                <a:xfrm>
                  <a:off x="1232795" y="-1740829"/>
                  <a:ext cx="717621" cy="717392"/>
                  <a:chOff x="1483457" y="3953671"/>
                  <a:chExt cx="717621" cy="717392"/>
                </a:xfrm>
              </p:grpSpPr>
              <p:sp>
                <p:nvSpPr>
                  <p:cNvPr id="264" name="Google Shape;264;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5" name="Google Shape;265;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6" name="Google Shape;266;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7" name="Google Shape;267;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8" name="Google Shape;268;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69" name="Google Shape;269;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0" name="Google Shape;270;p6"/>
            <p:cNvGrpSpPr/>
            <p:nvPr/>
          </p:nvGrpSpPr>
          <p:grpSpPr>
            <a:xfrm rot="5400000">
              <a:off x="8338264" y="440474"/>
              <a:ext cx="1670849" cy="1295044"/>
              <a:chOff x="-2460210" y="2758493"/>
              <a:chExt cx="1351491" cy="1047516"/>
            </a:xfrm>
          </p:grpSpPr>
          <p:sp>
            <p:nvSpPr>
              <p:cNvPr id="271" name="Google Shape;271;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2" name="Google Shape;272;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3" name="Google Shape;273;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4" name="Google Shape;274;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5" name="Google Shape;275;p6"/>
            <p:cNvGrpSpPr/>
            <p:nvPr/>
          </p:nvGrpSpPr>
          <p:grpSpPr>
            <a:xfrm rot="10800000">
              <a:off x="8030079" y="157481"/>
              <a:ext cx="865288" cy="591661"/>
              <a:chOff x="39722" y="4349021"/>
              <a:chExt cx="1061964" cy="726143"/>
            </a:xfrm>
          </p:grpSpPr>
          <p:grpSp>
            <p:nvGrpSpPr>
              <p:cNvPr id="276" name="Google Shape;276;p6"/>
              <p:cNvGrpSpPr/>
              <p:nvPr/>
            </p:nvGrpSpPr>
            <p:grpSpPr>
              <a:xfrm rot="2700000">
                <a:off x="140502" y="4460924"/>
                <a:ext cx="524584" cy="502337"/>
                <a:chOff x="1189791" y="-1767331"/>
                <a:chExt cx="904284" cy="865933"/>
              </a:xfrm>
            </p:grpSpPr>
            <p:sp>
              <p:nvSpPr>
                <p:cNvPr id="277" name="Google Shape;277;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78" name="Google Shape;278;p6"/>
                <p:cNvGrpSpPr/>
                <p:nvPr/>
              </p:nvGrpSpPr>
              <p:grpSpPr>
                <a:xfrm>
                  <a:off x="1232795" y="-1740829"/>
                  <a:ext cx="717621" cy="717392"/>
                  <a:chOff x="1483457" y="3953671"/>
                  <a:chExt cx="717621" cy="717392"/>
                </a:xfrm>
              </p:grpSpPr>
              <p:sp>
                <p:nvSpPr>
                  <p:cNvPr id="279" name="Google Shape;279;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0" name="Google Shape;280;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1" name="Google Shape;281;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2" name="Google Shape;282;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3" name="Google Shape;283;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84" name="Google Shape;284;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85" name="Google Shape;285;p6"/>
            <p:cNvGrpSpPr/>
            <p:nvPr/>
          </p:nvGrpSpPr>
          <p:grpSpPr>
            <a:xfrm rot="10800000">
              <a:off x="8653266" y="87645"/>
              <a:ext cx="865288" cy="591661"/>
              <a:chOff x="39722" y="4349021"/>
              <a:chExt cx="1061964" cy="726143"/>
            </a:xfrm>
          </p:grpSpPr>
          <p:grpSp>
            <p:nvGrpSpPr>
              <p:cNvPr id="286" name="Google Shape;286;p6"/>
              <p:cNvGrpSpPr/>
              <p:nvPr/>
            </p:nvGrpSpPr>
            <p:grpSpPr>
              <a:xfrm rot="2700000">
                <a:off x="140502" y="4460924"/>
                <a:ext cx="524584" cy="502337"/>
                <a:chOff x="1189791" y="-1767331"/>
                <a:chExt cx="904284" cy="865933"/>
              </a:xfrm>
            </p:grpSpPr>
            <p:sp>
              <p:nvSpPr>
                <p:cNvPr id="287" name="Google Shape;287;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88" name="Google Shape;288;p6"/>
                <p:cNvGrpSpPr/>
                <p:nvPr/>
              </p:nvGrpSpPr>
              <p:grpSpPr>
                <a:xfrm>
                  <a:off x="1232795" y="-1740829"/>
                  <a:ext cx="717621" cy="717392"/>
                  <a:chOff x="1483457" y="3953671"/>
                  <a:chExt cx="717621" cy="717392"/>
                </a:xfrm>
              </p:grpSpPr>
              <p:sp>
                <p:nvSpPr>
                  <p:cNvPr id="289" name="Google Shape;289;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0" name="Google Shape;290;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1" name="Google Shape;291;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2" name="Google Shape;292;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3" name="Google Shape;293;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94" name="Google Shape;294;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95" name="Google Shape;295;p6"/>
          <p:cNvGrpSpPr/>
          <p:nvPr/>
        </p:nvGrpSpPr>
        <p:grpSpPr>
          <a:xfrm>
            <a:off x="-1499000" y="3182553"/>
            <a:ext cx="4558967" cy="3356863"/>
            <a:chOff x="-1422800" y="3106353"/>
            <a:chExt cx="4558967" cy="3356863"/>
          </a:xfrm>
        </p:grpSpPr>
        <p:grpSp>
          <p:nvGrpSpPr>
            <p:cNvPr id="296" name="Google Shape;296;p6"/>
            <p:cNvGrpSpPr/>
            <p:nvPr/>
          </p:nvGrpSpPr>
          <p:grpSpPr>
            <a:xfrm>
              <a:off x="-474664" y="3485331"/>
              <a:ext cx="1472068" cy="2977885"/>
              <a:chOff x="-293545" y="3454371"/>
              <a:chExt cx="981772" cy="1986051"/>
            </a:xfrm>
          </p:grpSpPr>
          <p:sp>
            <p:nvSpPr>
              <p:cNvPr id="297" name="Google Shape;297;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8" name="Google Shape;298;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99" name="Google Shape;299;p6"/>
            <p:cNvGrpSpPr/>
            <p:nvPr/>
          </p:nvGrpSpPr>
          <p:grpSpPr>
            <a:xfrm>
              <a:off x="485337" y="5039978"/>
              <a:ext cx="1049539" cy="717647"/>
              <a:chOff x="39722" y="4349021"/>
              <a:chExt cx="1061964" cy="726143"/>
            </a:xfrm>
          </p:grpSpPr>
          <p:grpSp>
            <p:nvGrpSpPr>
              <p:cNvPr id="300" name="Google Shape;300;p6"/>
              <p:cNvGrpSpPr/>
              <p:nvPr/>
            </p:nvGrpSpPr>
            <p:grpSpPr>
              <a:xfrm rot="2700000">
                <a:off x="140502" y="4460924"/>
                <a:ext cx="524584" cy="502337"/>
                <a:chOff x="1189791" y="-1767331"/>
                <a:chExt cx="904284" cy="865933"/>
              </a:xfrm>
            </p:grpSpPr>
            <p:sp>
              <p:nvSpPr>
                <p:cNvPr id="301" name="Google Shape;301;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02" name="Google Shape;302;p6"/>
                <p:cNvGrpSpPr/>
                <p:nvPr/>
              </p:nvGrpSpPr>
              <p:grpSpPr>
                <a:xfrm>
                  <a:off x="1232795" y="-1740829"/>
                  <a:ext cx="717621" cy="717392"/>
                  <a:chOff x="1483457" y="3953671"/>
                  <a:chExt cx="717621" cy="717392"/>
                </a:xfrm>
              </p:grpSpPr>
              <p:sp>
                <p:nvSpPr>
                  <p:cNvPr id="303" name="Google Shape;303;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4" name="Google Shape;304;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5" name="Google Shape;305;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6" name="Google Shape;306;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7" name="Google Shape;307;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08" name="Google Shape;308;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09" name="Google Shape;309;p6"/>
            <p:cNvGrpSpPr/>
            <p:nvPr/>
          </p:nvGrpSpPr>
          <p:grpSpPr>
            <a:xfrm rot="5400000">
              <a:off x="-645364" y="3334243"/>
              <a:ext cx="2026426" cy="1570646"/>
              <a:chOff x="-2460210" y="2758493"/>
              <a:chExt cx="1351491" cy="1047516"/>
            </a:xfrm>
          </p:grpSpPr>
          <p:sp>
            <p:nvSpPr>
              <p:cNvPr id="310" name="Google Shape;310;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1" name="Google Shape;311;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2" name="Google Shape;312;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3" name="Google Shape;313;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14" name="Google Shape;314;p6"/>
            <p:cNvGrpSpPr/>
            <p:nvPr/>
          </p:nvGrpSpPr>
          <p:grpSpPr>
            <a:xfrm>
              <a:off x="598917" y="4530969"/>
              <a:ext cx="1049539" cy="717647"/>
              <a:chOff x="39722" y="4349021"/>
              <a:chExt cx="1061964" cy="726143"/>
            </a:xfrm>
          </p:grpSpPr>
          <p:grpSp>
            <p:nvGrpSpPr>
              <p:cNvPr id="315" name="Google Shape;315;p6"/>
              <p:cNvGrpSpPr/>
              <p:nvPr/>
            </p:nvGrpSpPr>
            <p:grpSpPr>
              <a:xfrm rot="2700000">
                <a:off x="140502" y="4460924"/>
                <a:ext cx="524584" cy="502337"/>
                <a:chOff x="1189791" y="-1767331"/>
                <a:chExt cx="904284" cy="865933"/>
              </a:xfrm>
            </p:grpSpPr>
            <p:sp>
              <p:nvSpPr>
                <p:cNvPr id="316" name="Google Shape;31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17" name="Google Shape;317;p6"/>
                <p:cNvGrpSpPr/>
                <p:nvPr/>
              </p:nvGrpSpPr>
              <p:grpSpPr>
                <a:xfrm>
                  <a:off x="1232795" y="-1740829"/>
                  <a:ext cx="717621" cy="717392"/>
                  <a:chOff x="1483457" y="3953671"/>
                  <a:chExt cx="717621" cy="717392"/>
                </a:xfrm>
              </p:grpSpPr>
              <p:sp>
                <p:nvSpPr>
                  <p:cNvPr id="318" name="Google Shape;31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9" name="Google Shape;31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0" name="Google Shape;32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1" name="Google Shape;32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2" name="Google Shape;32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23" name="Google Shape;32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24" name="Google Shape;324;p6"/>
            <p:cNvGrpSpPr/>
            <p:nvPr/>
          </p:nvGrpSpPr>
          <p:grpSpPr>
            <a:xfrm>
              <a:off x="-156893" y="4615667"/>
              <a:ext cx="1049539" cy="717647"/>
              <a:chOff x="39722" y="4349021"/>
              <a:chExt cx="1061964" cy="726143"/>
            </a:xfrm>
          </p:grpSpPr>
          <p:grpSp>
            <p:nvGrpSpPr>
              <p:cNvPr id="325" name="Google Shape;325;p6"/>
              <p:cNvGrpSpPr/>
              <p:nvPr/>
            </p:nvGrpSpPr>
            <p:grpSpPr>
              <a:xfrm rot="2700000">
                <a:off x="140502" y="4460924"/>
                <a:ext cx="524584" cy="502337"/>
                <a:chOff x="1189791" y="-1767331"/>
                <a:chExt cx="904284" cy="865933"/>
              </a:xfrm>
            </p:grpSpPr>
            <p:sp>
              <p:nvSpPr>
                <p:cNvPr id="326" name="Google Shape;32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27" name="Google Shape;327;p6"/>
                <p:cNvGrpSpPr/>
                <p:nvPr/>
              </p:nvGrpSpPr>
              <p:grpSpPr>
                <a:xfrm>
                  <a:off x="1232795" y="-1740829"/>
                  <a:ext cx="717621" cy="717392"/>
                  <a:chOff x="1483457" y="3953671"/>
                  <a:chExt cx="717621" cy="717392"/>
                </a:xfrm>
              </p:grpSpPr>
              <p:sp>
                <p:nvSpPr>
                  <p:cNvPr id="328" name="Google Shape;32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9" name="Google Shape;32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0" name="Google Shape;33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1" name="Google Shape;33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2" name="Google Shape;33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33" name="Google Shape;33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34" name="Google Shape;334;p6"/>
            <p:cNvGrpSpPr/>
            <p:nvPr/>
          </p:nvGrpSpPr>
          <p:grpSpPr>
            <a:xfrm>
              <a:off x="-1422800" y="4822751"/>
              <a:ext cx="4558967" cy="134100"/>
              <a:chOff x="796100" y="3019701"/>
              <a:chExt cx="4558967" cy="134100"/>
            </a:xfrm>
          </p:grpSpPr>
          <p:sp>
            <p:nvSpPr>
              <p:cNvPr id="335" name="Google Shape;335;p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336" name="Google Shape;336;p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37" name="Google Shape;337;p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338" name="Shape 338"/>
        <p:cNvGrpSpPr/>
        <p:nvPr/>
      </p:nvGrpSpPr>
      <p:grpSpPr>
        <a:xfrm>
          <a:off x="0" y="0"/>
          <a:ext cx="0" cy="0"/>
          <a:chOff x="0" y="0"/>
          <a:chExt cx="0" cy="0"/>
        </a:xfrm>
      </p:grpSpPr>
      <p:sp>
        <p:nvSpPr>
          <p:cNvPr id="339" name="Google Shape;339;p7"/>
          <p:cNvSpPr txBox="1"/>
          <p:nvPr>
            <p:ph type="subTitle" idx="1"/>
          </p:nvPr>
        </p:nvSpPr>
        <p:spPr>
          <a:xfrm>
            <a:off x="713225" y="1160775"/>
            <a:ext cx="7710900" cy="3455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AutoNum type="arabicPeriod"/>
              <a:defRPr sz="1400"/>
            </a:lvl1pPr>
            <a:lvl2pPr lvl="1" rtl="0">
              <a:lnSpc>
                <a:spcPct val="100000"/>
              </a:lnSpc>
              <a:spcBef>
                <a:spcPts val="0"/>
              </a:spcBef>
              <a:spcAft>
                <a:spcPts val="0"/>
              </a:spcAft>
              <a:buClr>
                <a:srgbClr val="999999"/>
              </a:buClr>
              <a:buSzPts val="800"/>
              <a:buFont typeface="Open Sans"/>
              <a:buAutoNum type="alphaLcPeriod"/>
              <a:defRPr/>
            </a:lvl2pPr>
            <a:lvl3pPr lvl="2" rtl="0">
              <a:lnSpc>
                <a:spcPct val="100000"/>
              </a:lnSpc>
              <a:spcBef>
                <a:spcPts val="0"/>
              </a:spcBef>
              <a:spcAft>
                <a:spcPts val="0"/>
              </a:spcAft>
              <a:buClr>
                <a:srgbClr val="999999"/>
              </a:buClr>
              <a:buSzPts val="800"/>
              <a:buFont typeface="Open Sans"/>
              <a:buAutoNum type="romanLcPeriod"/>
              <a:defRPr/>
            </a:lvl3pPr>
            <a:lvl4pPr lvl="3" rtl="0">
              <a:lnSpc>
                <a:spcPct val="100000"/>
              </a:lnSpc>
              <a:spcBef>
                <a:spcPts val="0"/>
              </a:spcBef>
              <a:spcAft>
                <a:spcPts val="0"/>
              </a:spcAft>
              <a:buClr>
                <a:srgbClr val="999999"/>
              </a:buClr>
              <a:buSzPts val="800"/>
              <a:buFont typeface="Open Sans"/>
              <a:buAutoNum type="arabicPeriod"/>
              <a:defRPr/>
            </a:lvl4pPr>
            <a:lvl5pPr lvl="4" rtl="0">
              <a:lnSpc>
                <a:spcPct val="100000"/>
              </a:lnSpc>
              <a:spcBef>
                <a:spcPts val="0"/>
              </a:spcBef>
              <a:spcAft>
                <a:spcPts val="0"/>
              </a:spcAft>
              <a:buClr>
                <a:srgbClr val="999999"/>
              </a:buClr>
              <a:buSzPts val="1200"/>
              <a:buFont typeface="Open Sans"/>
              <a:buAutoNum type="alphaLcPeriod"/>
              <a:defRPr/>
            </a:lvl5pPr>
            <a:lvl6pPr lvl="5" rtl="0">
              <a:lnSpc>
                <a:spcPct val="100000"/>
              </a:lnSpc>
              <a:spcBef>
                <a:spcPts val="0"/>
              </a:spcBef>
              <a:spcAft>
                <a:spcPts val="0"/>
              </a:spcAft>
              <a:buClr>
                <a:srgbClr val="999999"/>
              </a:buClr>
              <a:buSzPts val="1200"/>
              <a:buFont typeface="Open Sans"/>
              <a:buAutoNum type="romanLcPeriod"/>
              <a:defRPr/>
            </a:lvl6pPr>
            <a:lvl7pPr lvl="6" rtl="0">
              <a:lnSpc>
                <a:spcPct val="100000"/>
              </a:lnSpc>
              <a:spcBef>
                <a:spcPts val="0"/>
              </a:spcBef>
              <a:spcAft>
                <a:spcPts val="0"/>
              </a:spcAft>
              <a:buClr>
                <a:srgbClr val="999999"/>
              </a:buClr>
              <a:buSzPts val="700"/>
              <a:buFont typeface="Open Sans"/>
              <a:buAutoNum type="arabicPeriod"/>
              <a:defRPr/>
            </a:lvl7pPr>
            <a:lvl8pPr lvl="7" rtl="0">
              <a:lnSpc>
                <a:spcPct val="100000"/>
              </a:lnSpc>
              <a:spcBef>
                <a:spcPts val="0"/>
              </a:spcBef>
              <a:spcAft>
                <a:spcPts val="0"/>
              </a:spcAft>
              <a:buClr>
                <a:srgbClr val="999999"/>
              </a:buClr>
              <a:buSzPts val="700"/>
              <a:buFont typeface="Open Sans"/>
              <a:buAutoNum type="alphaLcPeriod"/>
              <a:defRPr/>
            </a:lvl8pPr>
            <a:lvl9pPr lvl="8" rtl="0">
              <a:lnSpc>
                <a:spcPct val="100000"/>
              </a:lnSpc>
              <a:spcBef>
                <a:spcPts val="0"/>
              </a:spcBef>
              <a:spcAft>
                <a:spcPts val="0"/>
              </a:spcAft>
              <a:buClr>
                <a:srgbClr val="999999"/>
              </a:buClr>
              <a:buSzPts val="600"/>
              <a:buFont typeface="Open Sans"/>
              <a:buAutoNum type="romanLcPeriod"/>
              <a:defRPr/>
            </a:lvl9pPr>
          </a:lstStyle>
          <a:p/>
        </p:txBody>
      </p:sp>
      <p:sp>
        <p:nvSpPr>
          <p:cNvPr id="340" name="Google Shape;340;p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341" name="Google Shape;341;p7"/>
          <p:cNvGrpSpPr/>
          <p:nvPr/>
        </p:nvGrpSpPr>
        <p:grpSpPr>
          <a:xfrm>
            <a:off x="8934675" y="3943438"/>
            <a:ext cx="439200" cy="439100"/>
            <a:chOff x="1101075" y="2142375"/>
            <a:chExt cx="439200" cy="439100"/>
          </a:xfrm>
        </p:grpSpPr>
        <p:sp>
          <p:nvSpPr>
            <p:cNvPr id="342" name="Google Shape;342;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3" name="Google Shape;343;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44" name="Google Shape;344;p7"/>
          <p:cNvGrpSpPr/>
          <p:nvPr/>
        </p:nvGrpSpPr>
        <p:grpSpPr>
          <a:xfrm>
            <a:off x="5481594" y="-3117615"/>
            <a:ext cx="5954334" cy="6142759"/>
            <a:chOff x="5329194" y="-2965215"/>
            <a:chExt cx="5954334" cy="6142759"/>
          </a:xfrm>
        </p:grpSpPr>
        <p:sp>
          <p:nvSpPr>
            <p:cNvPr id="345" name="Google Shape;345;p7"/>
            <p:cNvSpPr/>
            <p:nvPr/>
          </p:nvSpPr>
          <p:spPr>
            <a:xfrm rot="-2700000">
              <a:off x="6677338" y="-230693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6" name="Google Shape;346;p7"/>
            <p:cNvSpPr/>
            <p:nvPr/>
          </p:nvSpPr>
          <p:spPr>
            <a:xfrm rot="-2700000">
              <a:off x="6782013" y="-260003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47" name="Google Shape;347;p7"/>
            <p:cNvGrpSpPr/>
            <p:nvPr/>
          </p:nvGrpSpPr>
          <p:grpSpPr>
            <a:xfrm rot="10800000">
              <a:off x="5710125" y="185651"/>
              <a:ext cx="4558967" cy="134100"/>
              <a:chOff x="796100" y="3019701"/>
              <a:chExt cx="4558967" cy="134100"/>
            </a:xfrm>
          </p:grpSpPr>
          <p:sp>
            <p:nvSpPr>
              <p:cNvPr id="348" name="Google Shape;348;p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349" name="Google Shape;349;p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50" name="Google Shape;350;p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51" name="Google Shape;351;p7"/>
          <p:cNvGrpSpPr/>
          <p:nvPr/>
        </p:nvGrpSpPr>
        <p:grpSpPr>
          <a:xfrm flipH="1">
            <a:off x="-503516" y="3986929"/>
            <a:ext cx="5249359" cy="2992224"/>
            <a:chOff x="-258616" y="3430829"/>
            <a:chExt cx="5249359" cy="2992224"/>
          </a:xfrm>
        </p:grpSpPr>
        <p:pic>
          <p:nvPicPr>
            <p:cNvPr id="352" name="Google Shape;352;p7"/>
            <p:cNvPicPr preferRelativeResize="0"/>
            <p:nvPr/>
          </p:nvPicPr>
          <p:blipFill rotWithShape="1">
            <a:blip r:embed="rId2"/>
            <a:srcRect l="16960" t="24719" r="7121" b="26177"/>
            <a:stretch>
              <a:fillRect/>
            </a:stretch>
          </p:blipFill>
          <p:spPr>
            <a:xfrm>
              <a:off x="1070243" y="3430829"/>
              <a:ext cx="3920501" cy="2992224"/>
            </a:xfrm>
            <a:prstGeom prst="rect">
              <a:avLst/>
            </a:prstGeom>
            <a:noFill/>
            <a:ln>
              <a:noFill/>
            </a:ln>
          </p:spPr>
        </p:pic>
        <p:sp>
          <p:nvSpPr>
            <p:cNvPr id="353" name="Google Shape;353;p7"/>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4" name="Google Shape;354;p7"/>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5" name="Google Shape;355;p7"/>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6" name="Google Shape;356;p7"/>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7" name="Google Shape;357;p7"/>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58" name="Google Shape;358;p7"/>
            <p:cNvGrpSpPr/>
            <p:nvPr/>
          </p:nvGrpSpPr>
          <p:grpSpPr>
            <a:xfrm>
              <a:off x="736485" y="4387072"/>
              <a:ext cx="161977" cy="161940"/>
              <a:chOff x="1101075" y="2142375"/>
              <a:chExt cx="439200" cy="439100"/>
            </a:xfrm>
          </p:grpSpPr>
          <p:sp>
            <p:nvSpPr>
              <p:cNvPr id="359" name="Google Shape;359;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0" name="Google Shape;360;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61" name="Google Shape;361;p7"/>
            <p:cNvGrpSpPr/>
            <p:nvPr/>
          </p:nvGrpSpPr>
          <p:grpSpPr>
            <a:xfrm rot="10800000">
              <a:off x="2118901" y="4805293"/>
              <a:ext cx="161977" cy="161940"/>
              <a:chOff x="1101075" y="2142375"/>
              <a:chExt cx="439200" cy="439100"/>
            </a:xfrm>
          </p:grpSpPr>
          <p:sp>
            <p:nvSpPr>
              <p:cNvPr id="362" name="Google Shape;362;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3" name="Google Shape;363;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64" name="Shape 364"/>
        <p:cNvGrpSpPr/>
        <p:nvPr/>
      </p:nvGrpSpPr>
      <p:grpSpPr>
        <a:xfrm>
          <a:off x="0" y="0"/>
          <a:ext cx="0" cy="0"/>
          <a:chOff x="0" y="0"/>
          <a:chExt cx="0" cy="0"/>
        </a:xfrm>
      </p:grpSpPr>
      <p:sp>
        <p:nvSpPr>
          <p:cNvPr id="365" name="Google Shape;365;p8"/>
          <p:cNvSpPr txBox="1"/>
          <p:nvPr>
            <p:ph type="title"/>
          </p:nvPr>
        </p:nvSpPr>
        <p:spPr>
          <a:xfrm>
            <a:off x="713225" y="2122600"/>
            <a:ext cx="7297500" cy="910200"/>
          </a:xfrm>
          <a:prstGeom prst="rect">
            <a:avLst/>
          </a:prstGeom>
        </p:spPr>
        <p:txBody>
          <a:bodyPr spcFirstLastPara="1" wrap="square" lIns="91425" tIns="91425" rIns="91425" bIns="91425" anchor="ctr" anchorCtr="0">
            <a:noAutofit/>
          </a:bodyPr>
          <a:lstStyle>
            <a:lvl1pPr lvl="0">
              <a:lnSpc>
                <a:spcPct val="80000"/>
              </a:lnSpc>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366" name="Google Shape;366;p8"/>
          <p:cNvGrpSpPr/>
          <p:nvPr/>
        </p:nvGrpSpPr>
        <p:grpSpPr>
          <a:xfrm>
            <a:off x="6475811" y="-1541623"/>
            <a:ext cx="2583360" cy="2409685"/>
            <a:chOff x="6475811" y="-1541623"/>
            <a:chExt cx="2583360" cy="2409685"/>
          </a:xfrm>
        </p:grpSpPr>
        <p:grpSp>
          <p:nvGrpSpPr>
            <p:cNvPr id="367" name="Google Shape;367;p8"/>
            <p:cNvGrpSpPr/>
            <p:nvPr/>
          </p:nvGrpSpPr>
          <p:grpSpPr>
            <a:xfrm rot="-5400000">
              <a:off x="5879041" y="-944853"/>
              <a:ext cx="2133442" cy="939904"/>
              <a:chOff x="-149984" y="3754784"/>
              <a:chExt cx="2133442" cy="939904"/>
            </a:xfrm>
          </p:grpSpPr>
          <p:sp>
            <p:nvSpPr>
              <p:cNvPr id="368" name="Google Shape;368;p8"/>
              <p:cNvSpPr/>
              <p:nvPr/>
            </p:nvSpPr>
            <p:spPr>
              <a:xfrm rot="5400000">
                <a:off x="707379" y="3056155"/>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9" name="Google Shape;369;p8"/>
              <p:cNvSpPr/>
              <p:nvPr/>
            </p:nvSpPr>
            <p:spPr>
              <a:xfrm rot="5400000">
                <a:off x="391825" y="3465468"/>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70" name="Google Shape;370;p8"/>
            <p:cNvSpPr/>
            <p:nvPr/>
          </p:nvSpPr>
          <p:spPr>
            <a:xfrm rot="5400000">
              <a:off x="7783092" y="-77047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1" name="Google Shape;371;p8"/>
            <p:cNvSpPr/>
            <p:nvPr/>
          </p:nvSpPr>
          <p:spPr>
            <a:xfrm rot="5400000">
              <a:off x="7617537" y="-361157"/>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72" name="Google Shape;372;p8"/>
            <p:cNvGrpSpPr/>
            <p:nvPr/>
          </p:nvGrpSpPr>
          <p:grpSpPr>
            <a:xfrm>
              <a:off x="7741638" y="-258450"/>
              <a:ext cx="439200" cy="439100"/>
              <a:chOff x="1101075" y="2142375"/>
              <a:chExt cx="439200" cy="439100"/>
            </a:xfrm>
          </p:grpSpPr>
          <p:sp>
            <p:nvSpPr>
              <p:cNvPr id="373" name="Google Shape;373;p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4" name="Google Shape;374;p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375" name="Shape 375"/>
        <p:cNvGrpSpPr/>
        <p:nvPr/>
      </p:nvGrpSpPr>
      <p:grpSpPr>
        <a:xfrm>
          <a:off x="0" y="0"/>
          <a:ext cx="0" cy="0"/>
          <a:chOff x="0" y="0"/>
          <a:chExt cx="0" cy="0"/>
        </a:xfrm>
      </p:grpSpPr>
      <p:sp>
        <p:nvSpPr>
          <p:cNvPr id="376" name="Google Shape;376;p9"/>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7" name="Google Shape;377;p9"/>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lvl1pPr lvl="0" rtl="0">
              <a:spcBef>
                <a:spcPts val="0"/>
              </a:spcBef>
              <a:spcAft>
                <a:spcPts val="0"/>
              </a:spcAft>
              <a:buSzPts val="800"/>
              <a:buFont typeface="Open Sans"/>
              <a:buChar char="●"/>
              <a:defRPr/>
            </a:lvl1pPr>
            <a:lvl2pPr lvl="1" algn="ctr" rtl="0">
              <a:lnSpc>
                <a:spcPct val="100000"/>
              </a:lnSpc>
              <a:spcBef>
                <a:spcPts val="0"/>
              </a:spcBef>
              <a:spcAft>
                <a:spcPts val="0"/>
              </a:spcAft>
              <a:buSzPts val="800"/>
              <a:buFont typeface="Open Sans"/>
              <a:buChar char="○"/>
              <a:defRPr/>
            </a:lvl2pPr>
            <a:lvl3pPr lvl="2" algn="ctr" rtl="0">
              <a:lnSpc>
                <a:spcPct val="100000"/>
              </a:lnSpc>
              <a:spcBef>
                <a:spcPts val="0"/>
              </a:spcBef>
              <a:spcAft>
                <a:spcPts val="0"/>
              </a:spcAft>
              <a:buSzPts val="800"/>
              <a:buFont typeface="Open Sans"/>
              <a:buChar char="■"/>
              <a:defRPr/>
            </a:lvl3pPr>
            <a:lvl4pPr lvl="3" algn="ctr" rtl="0">
              <a:lnSpc>
                <a:spcPct val="100000"/>
              </a:lnSpc>
              <a:spcBef>
                <a:spcPts val="0"/>
              </a:spcBef>
              <a:spcAft>
                <a:spcPts val="0"/>
              </a:spcAft>
              <a:buSzPts val="800"/>
              <a:buFont typeface="Open Sans"/>
              <a:buChar char="●"/>
              <a:defRPr/>
            </a:lvl4pPr>
            <a:lvl5pPr lvl="4" algn="ctr" rtl="0">
              <a:lnSpc>
                <a:spcPct val="100000"/>
              </a:lnSpc>
              <a:spcBef>
                <a:spcPts val="0"/>
              </a:spcBef>
              <a:spcAft>
                <a:spcPts val="0"/>
              </a:spcAft>
              <a:buSzPts val="1200"/>
              <a:buFont typeface="Open Sans"/>
              <a:buChar char="○"/>
              <a:defRPr/>
            </a:lvl5pPr>
            <a:lvl6pPr lvl="5" algn="ctr" rtl="0">
              <a:lnSpc>
                <a:spcPct val="100000"/>
              </a:lnSpc>
              <a:spcBef>
                <a:spcPts val="0"/>
              </a:spcBef>
              <a:spcAft>
                <a:spcPts val="0"/>
              </a:spcAft>
              <a:buSzPts val="1200"/>
              <a:buFont typeface="Open Sans"/>
              <a:buChar char="■"/>
              <a:defRPr/>
            </a:lvl6pPr>
            <a:lvl7pPr lvl="6" algn="ctr" rtl="0">
              <a:lnSpc>
                <a:spcPct val="100000"/>
              </a:lnSpc>
              <a:spcBef>
                <a:spcPts val="0"/>
              </a:spcBef>
              <a:spcAft>
                <a:spcPts val="0"/>
              </a:spcAft>
              <a:buSzPts val="700"/>
              <a:buFont typeface="Open Sans"/>
              <a:buChar char="●"/>
              <a:defRPr/>
            </a:lvl7pPr>
            <a:lvl8pPr lvl="7" algn="ctr" rtl="0">
              <a:lnSpc>
                <a:spcPct val="100000"/>
              </a:lnSpc>
              <a:spcBef>
                <a:spcPts val="0"/>
              </a:spcBef>
              <a:spcAft>
                <a:spcPts val="0"/>
              </a:spcAft>
              <a:buSzPts val="700"/>
              <a:buFont typeface="Open Sans"/>
              <a:buChar char="○"/>
              <a:defRPr/>
            </a:lvl8pPr>
            <a:lvl9pPr lvl="8" algn="ctr" rtl="0">
              <a:lnSpc>
                <a:spcPct val="100000"/>
              </a:lnSpc>
              <a:spcBef>
                <a:spcPts val="0"/>
              </a:spcBef>
              <a:spcAft>
                <a:spcPts val="0"/>
              </a:spcAft>
              <a:buSzPts val="600"/>
              <a:buFont typeface="Open Sans"/>
              <a:buChar char="■"/>
              <a:defRPr/>
            </a:lvl9pPr>
          </a:lstStyle>
          <a:p/>
        </p:txBody>
      </p:sp>
      <p:sp>
        <p:nvSpPr>
          <p:cNvPr id="378" name="Google Shape;378;p9"/>
          <p:cNvSpPr/>
          <p:nvPr>
            <p:ph type="pic" idx="2"/>
          </p:nvPr>
        </p:nvSpPr>
        <p:spPr>
          <a:xfrm>
            <a:off x="4135800" y="539500"/>
            <a:ext cx="4295100" cy="4069200"/>
          </a:xfrm>
          <a:prstGeom prst="snip1Rect">
            <a:avLst>
              <a:gd name="adj" fmla="val 16667"/>
            </a:avLst>
          </a:prstGeom>
          <a:noFill/>
          <a:ln>
            <a:noFill/>
          </a:ln>
        </p:spPr>
      </p:sp>
      <p:grpSp>
        <p:nvGrpSpPr>
          <p:cNvPr id="379" name="Google Shape;379;p9"/>
          <p:cNvGrpSpPr/>
          <p:nvPr/>
        </p:nvGrpSpPr>
        <p:grpSpPr>
          <a:xfrm>
            <a:off x="-2393465" y="-1635538"/>
            <a:ext cx="4710415" cy="5344655"/>
            <a:chOff x="-2317265" y="-1559338"/>
            <a:chExt cx="4710415" cy="5344655"/>
          </a:xfrm>
        </p:grpSpPr>
        <p:pic>
          <p:nvPicPr>
            <p:cNvPr id="380" name="Google Shape;380;p9"/>
            <p:cNvPicPr preferRelativeResize="0"/>
            <p:nvPr/>
          </p:nvPicPr>
          <p:blipFill rotWithShape="1">
            <a:blip r:embed="rId2"/>
            <a:srcRect l="16960" t="24719" r="7121" b="26177"/>
            <a:stretch>
              <a:fillRect/>
            </a:stretch>
          </p:blipFill>
          <p:spPr>
            <a:xfrm>
              <a:off x="-2317265" y="-1559338"/>
              <a:ext cx="3920501" cy="2992224"/>
            </a:xfrm>
            <a:prstGeom prst="rect">
              <a:avLst/>
            </a:prstGeom>
            <a:noFill/>
            <a:ln>
              <a:noFill/>
            </a:ln>
          </p:spPr>
        </p:pic>
        <p:grpSp>
          <p:nvGrpSpPr>
            <p:cNvPr id="381" name="Google Shape;381;p9"/>
            <p:cNvGrpSpPr/>
            <p:nvPr/>
          </p:nvGrpSpPr>
          <p:grpSpPr>
            <a:xfrm>
              <a:off x="-1322674" y="-1333888"/>
              <a:ext cx="3153315" cy="5119205"/>
              <a:chOff x="6643701" y="816087"/>
              <a:chExt cx="3153315" cy="5119205"/>
            </a:xfrm>
          </p:grpSpPr>
          <p:sp>
            <p:nvSpPr>
              <p:cNvPr id="382" name="Google Shape;382;p9"/>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83" name="Google Shape;383;p9"/>
              <p:cNvGrpSpPr/>
              <p:nvPr/>
            </p:nvGrpSpPr>
            <p:grpSpPr>
              <a:xfrm>
                <a:off x="8671986" y="2443197"/>
                <a:ext cx="134004" cy="134004"/>
                <a:chOff x="8356813" y="1074288"/>
                <a:chExt cx="351900" cy="351900"/>
              </a:xfrm>
            </p:grpSpPr>
            <p:sp>
              <p:nvSpPr>
                <p:cNvPr id="384" name="Google Shape;384;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5" name="Google Shape;385;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6" name="Google Shape;386;p9"/>
              <p:cNvGrpSpPr/>
              <p:nvPr/>
            </p:nvGrpSpPr>
            <p:grpSpPr>
              <a:xfrm>
                <a:off x="7678536" y="3129397"/>
                <a:ext cx="134004" cy="134004"/>
                <a:chOff x="8356813" y="1074288"/>
                <a:chExt cx="351900" cy="351900"/>
              </a:xfrm>
            </p:grpSpPr>
            <p:sp>
              <p:nvSpPr>
                <p:cNvPr id="387" name="Google Shape;387;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8" name="Google Shape;388;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9" name="Google Shape;389;p9"/>
              <p:cNvGrpSpPr/>
              <p:nvPr/>
            </p:nvGrpSpPr>
            <p:grpSpPr>
              <a:xfrm>
                <a:off x="8062611" y="3503222"/>
                <a:ext cx="134004" cy="134004"/>
                <a:chOff x="8356813" y="1074288"/>
                <a:chExt cx="351900" cy="351900"/>
              </a:xfrm>
            </p:grpSpPr>
            <p:sp>
              <p:nvSpPr>
                <p:cNvPr id="390" name="Google Shape;390;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1" name="Google Shape;391;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92" name="Google Shape;392;p9"/>
            <p:cNvGrpSpPr/>
            <p:nvPr/>
          </p:nvGrpSpPr>
          <p:grpSpPr>
            <a:xfrm>
              <a:off x="121568" y="-846844"/>
              <a:ext cx="88151" cy="2151709"/>
              <a:chOff x="3054755" y="4367024"/>
              <a:chExt cx="88142" cy="1137387"/>
            </a:xfrm>
          </p:grpSpPr>
          <p:sp>
            <p:nvSpPr>
              <p:cNvPr id="393" name="Google Shape;393;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4" name="Google Shape;394;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95" name="Google Shape;395;p9"/>
            <p:cNvGrpSpPr/>
            <p:nvPr/>
          </p:nvGrpSpPr>
          <p:grpSpPr>
            <a:xfrm>
              <a:off x="361243" y="-718832"/>
              <a:ext cx="88151" cy="2151709"/>
              <a:chOff x="3054755" y="4367024"/>
              <a:chExt cx="88142" cy="1137387"/>
            </a:xfrm>
          </p:grpSpPr>
          <p:sp>
            <p:nvSpPr>
              <p:cNvPr id="396" name="Google Shape;396;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7" name="Google Shape;397;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98" name="Google Shape;398;p9"/>
            <p:cNvSpPr/>
            <p:nvPr/>
          </p:nvSpPr>
          <p:spPr>
            <a:xfrm rot="5400000">
              <a:off x="501466" y="-1277128"/>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99" name="Google Shape;399;p9"/>
            <p:cNvGrpSpPr/>
            <p:nvPr/>
          </p:nvGrpSpPr>
          <p:grpSpPr>
            <a:xfrm>
              <a:off x="-175967" y="337269"/>
              <a:ext cx="480890" cy="481200"/>
              <a:chOff x="959750" y="3039275"/>
              <a:chExt cx="582050" cy="582425"/>
            </a:xfrm>
          </p:grpSpPr>
          <p:sp>
            <p:nvSpPr>
              <p:cNvPr id="400" name="Google Shape;400;p9"/>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1" name="Google Shape;401;p9"/>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2" name="Google Shape;402;p9"/>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3" name="Google Shape;403;p9"/>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4" name="Google Shape;404;p9"/>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5" name="Google Shape;405;p9"/>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6" name="Google Shape;406;p9"/>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07" name="Google Shape;407;p9"/>
          <p:cNvGrpSpPr/>
          <p:nvPr/>
        </p:nvGrpSpPr>
        <p:grpSpPr>
          <a:xfrm>
            <a:off x="6719910" y="2898312"/>
            <a:ext cx="3920501" cy="3213899"/>
            <a:chOff x="6643710" y="2822113"/>
            <a:chExt cx="3920501" cy="3213899"/>
          </a:xfrm>
        </p:grpSpPr>
        <p:sp>
          <p:nvSpPr>
            <p:cNvPr id="408" name="Google Shape;408;p9"/>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409" name="Google Shape;409;p9"/>
            <p:cNvPicPr preferRelativeResize="0"/>
            <p:nvPr/>
          </p:nvPicPr>
          <p:blipFill rotWithShape="1">
            <a:blip r:embed="rId2"/>
            <a:srcRect l="16960" t="24719" r="7121" b="26177"/>
            <a:stretch>
              <a:fillRect/>
            </a:stretch>
          </p:blipFill>
          <p:spPr>
            <a:xfrm>
              <a:off x="6643710" y="3043787"/>
              <a:ext cx="3920501" cy="2992224"/>
            </a:xfrm>
            <a:prstGeom prst="rect">
              <a:avLst/>
            </a:prstGeom>
            <a:noFill/>
            <a:ln>
              <a:noFill/>
            </a:ln>
          </p:spPr>
        </p:pic>
        <p:grpSp>
          <p:nvGrpSpPr>
            <p:cNvPr id="410" name="Google Shape;410;p9"/>
            <p:cNvGrpSpPr/>
            <p:nvPr/>
          </p:nvGrpSpPr>
          <p:grpSpPr>
            <a:xfrm>
              <a:off x="8671987" y="3471620"/>
              <a:ext cx="699928" cy="1651024"/>
              <a:chOff x="8337812" y="3492483"/>
              <a:chExt cx="699928" cy="1651024"/>
            </a:xfrm>
          </p:grpSpPr>
          <p:sp>
            <p:nvSpPr>
              <p:cNvPr id="411" name="Google Shape;411;p9"/>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2" name="Google Shape;412;p9"/>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3" name="Google Shape;413;p9"/>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14" name="Google Shape;414;p9"/>
            <p:cNvGrpSpPr/>
            <p:nvPr/>
          </p:nvGrpSpPr>
          <p:grpSpPr>
            <a:xfrm>
              <a:off x="8279400" y="4281138"/>
              <a:ext cx="904666" cy="726121"/>
              <a:chOff x="7945225" y="4302000"/>
              <a:chExt cx="904666" cy="726121"/>
            </a:xfrm>
          </p:grpSpPr>
          <p:sp>
            <p:nvSpPr>
              <p:cNvPr id="415" name="Google Shape;415;p9"/>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6" name="Google Shape;416;p9"/>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7" name="Google Shape;417;p9"/>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18" name="Google Shape;418;p9"/>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9" name="Google Shape;419;p9"/>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20" name="Google Shape;420;p9"/>
          <p:cNvGrpSpPr/>
          <p:nvPr/>
        </p:nvGrpSpPr>
        <p:grpSpPr>
          <a:xfrm>
            <a:off x="-1953175" y="4816451"/>
            <a:ext cx="4558967" cy="134100"/>
            <a:chOff x="796100" y="3019701"/>
            <a:chExt cx="4558967" cy="134100"/>
          </a:xfrm>
        </p:grpSpPr>
        <p:sp>
          <p:nvSpPr>
            <p:cNvPr id="421" name="Google Shape;421;p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422" name="Google Shape;422;p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423" name="Google Shape;423;p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424" name="Shape 424"/>
        <p:cNvGrpSpPr/>
        <p:nvPr/>
      </p:nvGrpSpPr>
      <p:grpSpPr>
        <a:xfrm>
          <a:off x="0" y="0"/>
          <a:ext cx="0" cy="0"/>
          <a:chOff x="0" y="0"/>
          <a:chExt cx="0" cy="0"/>
        </a:xfrm>
      </p:grpSpPr>
      <p:sp>
        <p:nvSpPr>
          <p:cNvPr id="425" name="Google Shape;425;p10"/>
          <p:cNvSpPr/>
          <p:nvPr>
            <p:ph type="pic" idx="2"/>
          </p:nvPr>
        </p:nvSpPr>
        <p:spPr>
          <a:xfrm>
            <a:off x="0" y="0"/>
            <a:ext cx="9144000" cy="5143500"/>
          </a:xfrm>
          <a:prstGeom prst="rect">
            <a:avLst/>
          </a:prstGeom>
          <a:noFill/>
          <a:ln>
            <a:noFill/>
          </a:ln>
        </p:spPr>
      </p:sp>
      <p:sp>
        <p:nvSpPr>
          <p:cNvPr id="426" name="Google Shape;426;p10"/>
          <p:cNvSpPr txBox="1"/>
          <p:nvPr>
            <p:ph type="title"/>
          </p:nvPr>
        </p:nvSpPr>
        <p:spPr>
          <a:xfrm>
            <a:off x="720000" y="539500"/>
            <a:ext cx="3672000" cy="93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3000"/>
              <a:buNone/>
              <a:defRPr sz="25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427" name="Shape 427"/>
        <p:cNvGrpSpPr/>
        <p:nvPr/>
      </p:nvGrpSpPr>
      <p:grpSpPr>
        <a:xfrm>
          <a:off x="0" y="0"/>
          <a:ext cx="0" cy="0"/>
          <a:chOff x="0" y="0"/>
          <a:chExt cx="0" cy="0"/>
        </a:xfrm>
      </p:grpSpPr>
      <p:sp>
        <p:nvSpPr>
          <p:cNvPr id="428" name="Google Shape;428;p11"/>
          <p:cNvSpPr txBox="1"/>
          <p:nvPr>
            <p:ph type="title" hasCustomPrompt="1"/>
          </p:nvPr>
        </p:nvSpPr>
        <p:spPr>
          <a:xfrm>
            <a:off x="713225" y="1766475"/>
            <a:ext cx="6576000" cy="1036200"/>
          </a:xfrm>
          <a:prstGeom prst="rect">
            <a:avLst/>
          </a:prstGeom>
        </p:spPr>
        <p:txBody>
          <a:bodyPr spcFirstLastPara="1" wrap="square" lIns="91425" tIns="91425" rIns="91425" bIns="91425" anchor="b" anchorCtr="0">
            <a:noAutofit/>
          </a:bodyPr>
          <a:lstStyle>
            <a:lvl1pPr lvl="0">
              <a:spcBef>
                <a:spcPts val="0"/>
              </a:spcBef>
              <a:spcAft>
                <a:spcPts val="0"/>
              </a:spcAft>
              <a:buSzPts val="9600"/>
              <a:buFont typeface="Be Vietnam Pro"/>
              <a:buNone/>
              <a:defRPr sz="6000">
                <a:latin typeface="Be Vietnam Pro"/>
                <a:ea typeface="Be Vietnam Pro"/>
                <a:cs typeface="Be Vietnam Pro"/>
                <a:sym typeface="Be Vietnam Pro"/>
              </a:defRPr>
            </a:lvl1pPr>
            <a:lvl2pPr lvl="1" algn="ctr">
              <a:spcBef>
                <a:spcPts val="0"/>
              </a:spcBef>
              <a:spcAft>
                <a:spcPts val="0"/>
              </a:spcAft>
              <a:buSzPts val="9600"/>
              <a:buFont typeface="Be Vietnam Pro"/>
              <a:buNone/>
              <a:defRPr sz="9600">
                <a:latin typeface="Be Vietnam Pro"/>
                <a:ea typeface="Be Vietnam Pro"/>
                <a:cs typeface="Be Vietnam Pro"/>
                <a:sym typeface="Be Vietnam Pro"/>
              </a:defRPr>
            </a:lvl2pPr>
            <a:lvl3pPr lvl="2" algn="ctr">
              <a:spcBef>
                <a:spcPts val="0"/>
              </a:spcBef>
              <a:spcAft>
                <a:spcPts val="0"/>
              </a:spcAft>
              <a:buSzPts val="9600"/>
              <a:buFont typeface="Be Vietnam Pro"/>
              <a:buNone/>
              <a:defRPr sz="9600">
                <a:latin typeface="Be Vietnam Pro"/>
                <a:ea typeface="Be Vietnam Pro"/>
                <a:cs typeface="Be Vietnam Pro"/>
                <a:sym typeface="Be Vietnam Pro"/>
              </a:defRPr>
            </a:lvl3pPr>
            <a:lvl4pPr lvl="3" algn="ctr">
              <a:spcBef>
                <a:spcPts val="0"/>
              </a:spcBef>
              <a:spcAft>
                <a:spcPts val="0"/>
              </a:spcAft>
              <a:buSzPts val="9600"/>
              <a:buFont typeface="Be Vietnam Pro"/>
              <a:buNone/>
              <a:defRPr sz="9600">
                <a:latin typeface="Be Vietnam Pro"/>
                <a:ea typeface="Be Vietnam Pro"/>
                <a:cs typeface="Be Vietnam Pro"/>
                <a:sym typeface="Be Vietnam Pro"/>
              </a:defRPr>
            </a:lvl4pPr>
            <a:lvl5pPr lvl="4" algn="ctr">
              <a:spcBef>
                <a:spcPts val="0"/>
              </a:spcBef>
              <a:spcAft>
                <a:spcPts val="0"/>
              </a:spcAft>
              <a:buSzPts val="9600"/>
              <a:buFont typeface="Be Vietnam Pro"/>
              <a:buNone/>
              <a:defRPr sz="9600">
                <a:latin typeface="Be Vietnam Pro"/>
                <a:ea typeface="Be Vietnam Pro"/>
                <a:cs typeface="Be Vietnam Pro"/>
                <a:sym typeface="Be Vietnam Pro"/>
              </a:defRPr>
            </a:lvl5pPr>
            <a:lvl6pPr lvl="5" algn="ctr">
              <a:spcBef>
                <a:spcPts val="0"/>
              </a:spcBef>
              <a:spcAft>
                <a:spcPts val="0"/>
              </a:spcAft>
              <a:buSzPts val="9600"/>
              <a:buFont typeface="Be Vietnam Pro"/>
              <a:buNone/>
              <a:defRPr sz="9600">
                <a:latin typeface="Be Vietnam Pro"/>
                <a:ea typeface="Be Vietnam Pro"/>
                <a:cs typeface="Be Vietnam Pro"/>
                <a:sym typeface="Be Vietnam Pro"/>
              </a:defRPr>
            </a:lvl6pPr>
            <a:lvl7pPr lvl="6" algn="ctr">
              <a:spcBef>
                <a:spcPts val="0"/>
              </a:spcBef>
              <a:spcAft>
                <a:spcPts val="0"/>
              </a:spcAft>
              <a:buSzPts val="9600"/>
              <a:buFont typeface="Be Vietnam Pro"/>
              <a:buNone/>
              <a:defRPr sz="9600">
                <a:latin typeface="Be Vietnam Pro"/>
                <a:ea typeface="Be Vietnam Pro"/>
                <a:cs typeface="Be Vietnam Pro"/>
                <a:sym typeface="Be Vietnam Pro"/>
              </a:defRPr>
            </a:lvl7pPr>
            <a:lvl8pPr lvl="7" algn="ctr">
              <a:spcBef>
                <a:spcPts val="0"/>
              </a:spcBef>
              <a:spcAft>
                <a:spcPts val="0"/>
              </a:spcAft>
              <a:buSzPts val="9600"/>
              <a:buFont typeface="Be Vietnam Pro"/>
              <a:buNone/>
              <a:defRPr sz="9600">
                <a:latin typeface="Be Vietnam Pro"/>
                <a:ea typeface="Be Vietnam Pro"/>
                <a:cs typeface="Be Vietnam Pro"/>
                <a:sym typeface="Be Vietnam Pro"/>
              </a:defRPr>
            </a:lvl8pPr>
            <a:lvl9pPr lvl="8" algn="ctr">
              <a:spcBef>
                <a:spcPts val="0"/>
              </a:spcBef>
              <a:spcAft>
                <a:spcPts val="0"/>
              </a:spcAft>
              <a:buSzPts val="9600"/>
              <a:buFont typeface="Be Vietnam Pro"/>
              <a:buNone/>
              <a:defRPr sz="9600">
                <a:latin typeface="Be Vietnam Pro"/>
                <a:ea typeface="Be Vietnam Pro"/>
                <a:cs typeface="Be Vietnam Pro"/>
                <a:sym typeface="Be Vietnam Pro"/>
              </a:defRPr>
            </a:lvl9pPr>
          </a:lstStyle>
          <a:p>
            <a:r>
              <a:t>xx%</a:t>
            </a:r>
          </a:p>
        </p:txBody>
      </p:sp>
      <p:sp>
        <p:nvSpPr>
          <p:cNvPr id="429" name="Google Shape;429;p11"/>
          <p:cNvSpPr txBox="1"/>
          <p:nvPr>
            <p:ph type="subTitle" idx="1"/>
          </p:nvPr>
        </p:nvSpPr>
        <p:spPr>
          <a:xfrm>
            <a:off x="713225" y="3118375"/>
            <a:ext cx="65760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grpSp>
        <p:nvGrpSpPr>
          <p:cNvPr id="430" name="Google Shape;430;p11"/>
          <p:cNvGrpSpPr/>
          <p:nvPr/>
        </p:nvGrpSpPr>
        <p:grpSpPr>
          <a:xfrm>
            <a:off x="-889904" y="4083136"/>
            <a:ext cx="4477057" cy="2336436"/>
            <a:chOff x="-889904" y="4006936"/>
            <a:chExt cx="4477057" cy="2336436"/>
          </a:xfrm>
        </p:grpSpPr>
        <p:grpSp>
          <p:nvGrpSpPr>
            <p:cNvPr id="431" name="Google Shape;431;p11"/>
            <p:cNvGrpSpPr/>
            <p:nvPr/>
          </p:nvGrpSpPr>
          <p:grpSpPr>
            <a:xfrm>
              <a:off x="-889904" y="4006936"/>
              <a:ext cx="4477057" cy="2336436"/>
              <a:chOff x="-900729" y="3974486"/>
              <a:chExt cx="4477057" cy="2336436"/>
            </a:xfrm>
          </p:grpSpPr>
          <p:sp>
            <p:nvSpPr>
              <p:cNvPr id="432" name="Google Shape;432;p11"/>
              <p:cNvSpPr/>
              <p:nvPr/>
            </p:nvSpPr>
            <p:spPr>
              <a:xfrm rot="-3600048">
                <a:off x="-675925" y="4363903"/>
                <a:ext cx="1798609" cy="1557602"/>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3" name="Google Shape;433;p11"/>
              <p:cNvSpPr/>
              <p:nvPr/>
            </p:nvSpPr>
            <p:spPr>
              <a:xfrm rot="-5400000">
                <a:off x="891329" y="3148090"/>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34" name="Google Shape;434;p11"/>
              <p:cNvGrpSpPr/>
              <p:nvPr/>
            </p:nvGrpSpPr>
            <p:grpSpPr>
              <a:xfrm>
                <a:off x="63440" y="4608566"/>
                <a:ext cx="496803" cy="497084"/>
                <a:chOff x="3678700" y="407275"/>
                <a:chExt cx="708100" cy="708500"/>
              </a:xfrm>
            </p:grpSpPr>
            <p:sp>
              <p:nvSpPr>
                <p:cNvPr id="435" name="Google Shape;435;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6" name="Google Shape;436;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7" name="Google Shape;437;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8" name="Google Shape;438;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9" name="Google Shape;439;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0" name="Google Shape;440;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1" name="Google Shape;441;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42" name="Google Shape;442;p11"/>
              <p:cNvGrpSpPr/>
              <p:nvPr/>
            </p:nvGrpSpPr>
            <p:grpSpPr>
              <a:xfrm>
                <a:off x="464815" y="4608566"/>
                <a:ext cx="496803" cy="497084"/>
                <a:chOff x="3678700" y="407275"/>
                <a:chExt cx="708100" cy="708500"/>
              </a:xfrm>
            </p:grpSpPr>
            <p:sp>
              <p:nvSpPr>
                <p:cNvPr id="443" name="Google Shape;443;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4" name="Google Shape;444;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5" name="Google Shape;445;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6" name="Google Shape;446;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7" name="Google Shape;447;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8" name="Google Shape;448;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9" name="Google Shape;449;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50" name="Google Shape;450;p11"/>
            <p:cNvGrpSpPr/>
            <p:nvPr/>
          </p:nvGrpSpPr>
          <p:grpSpPr>
            <a:xfrm rot="5400000">
              <a:off x="1017275" y="4934200"/>
              <a:ext cx="439200" cy="439100"/>
              <a:chOff x="1101075" y="2142375"/>
              <a:chExt cx="439200" cy="439100"/>
            </a:xfrm>
          </p:grpSpPr>
          <p:sp>
            <p:nvSpPr>
              <p:cNvPr id="451" name="Google Shape;451;p1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2" name="Google Shape;452;p1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53" name="Google Shape;453;p11"/>
          <p:cNvGrpSpPr/>
          <p:nvPr/>
        </p:nvGrpSpPr>
        <p:grpSpPr>
          <a:xfrm>
            <a:off x="-2613417" y="-2882410"/>
            <a:ext cx="8164418" cy="6343459"/>
            <a:chOff x="-2613417" y="-2806210"/>
            <a:chExt cx="8164418" cy="6343459"/>
          </a:xfrm>
        </p:grpSpPr>
        <p:grpSp>
          <p:nvGrpSpPr>
            <p:cNvPr id="454" name="Google Shape;454;p11"/>
            <p:cNvGrpSpPr/>
            <p:nvPr/>
          </p:nvGrpSpPr>
          <p:grpSpPr>
            <a:xfrm>
              <a:off x="-191059" y="95963"/>
              <a:ext cx="1538562" cy="971589"/>
              <a:chOff x="-191059" y="95963"/>
              <a:chExt cx="1538562" cy="971589"/>
            </a:xfrm>
          </p:grpSpPr>
          <p:grpSp>
            <p:nvGrpSpPr>
              <p:cNvPr id="455" name="Google Shape;455;p11"/>
              <p:cNvGrpSpPr/>
              <p:nvPr/>
            </p:nvGrpSpPr>
            <p:grpSpPr>
              <a:xfrm>
                <a:off x="-191059" y="201619"/>
                <a:ext cx="904284" cy="865933"/>
                <a:chOff x="2038491" y="-937756"/>
                <a:chExt cx="904284" cy="865933"/>
              </a:xfrm>
            </p:grpSpPr>
            <p:grpSp>
              <p:nvGrpSpPr>
                <p:cNvPr id="456" name="Google Shape;456;p11"/>
                <p:cNvGrpSpPr/>
                <p:nvPr/>
              </p:nvGrpSpPr>
              <p:grpSpPr>
                <a:xfrm>
                  <a:off x="2096570" y="-863491"/>
                  <a:ext cx="717621" cy="717392"/>
                  <a:chOff x="1483457" y="3953671"/>
                  <a:chExt cx="717621" cy="717392"/>
                </a:xfrm>
              </p:grpSpPr>
              <p:sp>
                <p:nvSpPr>
                  <p:cNvPr id="457" name="Google Shape;457;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8" name="Google Shape;458;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9" name="Google Shape;459;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0" name="Google Shape;460;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1" name="Google Shape;461;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62" name="Google Shape;462;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63" name="Google Shape;463;p11"/>
              <p:cNvGrpSpPr/>
              <p:nvPr/>
            </p:nvGrpSpPr>
            <p:grpSpPr>
              <a:xfrm>
                <a:off x="584533" y="95963"/>
                <a:ext cx="473483" cy="453403"/>
                <a:chOff x="2038491" y="-937756"/>
                <a:chExt cx="904284" cy="865933"/>
              </a:xfrm>
            </p:grpSpPr>
            <p:grpSp>
              <p:nvGrpSpPr>
                <p:cNvPr id="464" name="Google Shape;464;p11"/>
                <p:cNvGrpSpPr/>
                <p:nvPr/>
              </p:nvGrpSpPr>
              <p:grpSpPr>
                <a:xfrm>
                  <a:off x="2096570" y="-863491"/>
                  <a:ext cx="717621" cy="717392"/>
                  <a:chOff x="1483457" y="3953671"/>
                  <a:chExt cx="717621" cy="717392"/>
                </a:xfrm>
              </p:grpSpPr>
              <p:sp>
                <p:nvSpPr>
                  <p:cNvPr id="465" name="Google Shape;465;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6" name="Google Shape;466;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7" name="Google Shape;467;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8" name="Google Shape;468;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9" name="Google Shape;469;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70" name="Google Shape;470;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71" name="Google Shape;471;p11"/>
              <p:cNvGrpSpPr/>
              <p:nvPr/>
            </p:nvGrpSpPr>
            <p:grpSpPr>
              <a:xfrm>
                <a:off x="530445" y="481913"/>
                <a:ext cx="473483" cy="453403"/>
                <a:chOff x="2038491" y="-937756"/>
                <a:chExt cx="904284" cy="865933"/>
              </a:xfrm>
            </p:grpSpPr>
            <p:grpSp>
              <p:nvGrpSpPr>
                <p:cNvPr id="472" name="Google Shape;472;p11"/>
                <p:cNvGrpSpPr/>
                <p:nvPr/>
              </p:nvGrpSpPr>
              <p:grpSpPr>
                <a:xfrm>
                  <a:off x="2096570" y="-863491"/>
                  <a:ext cx="717621" cy="717392"/>
                  <a:chOff x="1483457" y="3953671"/>
                  <a:chExt cx="717621" cy="717392"/>
                </a:xfrm>
              </p:grpSpPr>
              <p:sp>
                <p:nvSpPr>
                  <p:cNvPr id="473" name="Google Shape;473;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4" name="Google Shape;474;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5" name="Google Shape;475;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6" name="Google Shape;476;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7" name="Google Shape;477;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78" name="Google Shape;478;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79" name="Google Shape;479;p11"/>
              <p:cNvGrpSpPr/>
              <p:nvPr/>
            </p:nvGrpSpPr>
            <p:grpSpPr>
              <a:xfrm>
                <a:off x="874020" y="312788"/>
                <a:ext cx="473483" cy="453403"/>
                <a:chOff x="2038491" y="-937756"/>
                <a:chExt cx="904284" cy="865933"/>
              </a:xfrm>
            </p:grpSpPr>
            <p:grpSp>
              <p:nvGrpSpPr>
                <p:cNvPr id="480" name="Google Shape;480;p11"/>
                <p:cNvGrpSpPr/>
                <p:nvPr/>
              </p:nvGrpSpPr>
              <p:grpSpPr>
                <a:xfrm>
                  <a:off x="2096570" y="-863491"/>
                  <a:ext cx="717621" cy="717392"/>
                  <a:chOff x="1483457" y="3953671"/>
                  <a:chExt cx="717621" cy="717392"/>
                </a:xfrm>
              </p:grpSpPr>
              <p:sp>
                <p:nvSpPr>
                  <p:cNvPr id="481" name="Google Shape;481;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2" name="Google Shape;482;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3" name="Google Shape;483;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4" name="Google Shape;484;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5" name="Google Shape;485;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86" name="Google Shape;486;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87" name="Google Shape;487;p11"/>
            <p:cNvGrpSpPr/>
            <p:nvPr/>
          </p:nvGrpSpPr>
          <p:grpSpPr>
            <a:xfrm rot="-7479050">
              <a:off x="-2051246" y="-1642948"/>
              <a:ext cx="4889863" cy="3931229"/>
              <a:chOff x="7103825" y="-713112"/>
              <a:chExt cx="3785226" cy="3043150"/>
            </a:xfrm>
          </p:grpSpPr>
          <p:sp>
            <p:nvSpPr>
              <p:cNvPr id="488" name="Google Shape;488;p11"/>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489" name="Google Shape;489;p11"/>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grpSp>
          <p:nvGrpSpPr>
            <p:cNvPr id="490" name="Google Shape;490;p11"/>
            <p:cNvGrpSpPr/>
            <p:nvPr/>
          </p:nvGrpSpPr>
          <p:grpSpPr>
            <a:xfrm>
              <a:off x="-640220" y="-2653973"/>
              <a:ext cx="6191222" cy="6191222"/>
              <a:chOff x="-640220" y="-2502423"/>
              <a:chExt cx="6191222" cy="6191222"/>
            </a:xfrm>
          </p:grpSpPr>
          <p:sp>
            <p:nvSpPr>
              <p:cNvPr id="491" name="Google Shape;491;p11"/>
              <p:cNvSpPr/>
              <p:nvPr/>
            </p:nvSpPr>
            <p:spPr>
              <a:xfrm rot="-8100000">
                <a:off x="452224" y="-1781500"/>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2" name="Google Shape;492;p11"/>
              <p:cNvSpPr/>
              <p:nvPr/>
            </p:nvSpPr>
            <p:spPr>
              <a:xfrm rot="-8100000">
                <a:off x="83608" y="-617740"/>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bg>
      <p:bgPr>
        <a:noFill/>
        <a:effectLst/>
      </p:bgPr>
    </p:bg>
    <p:spTree>
      <p:nvGrpSpPr>
        <p:cNvPr id="493" name="Shape 493"/>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494" name="Shape 494"/>
        <p:cNvGrpSpPr/>
        <p:nvPr/>
      </p:nvGrpSpPr>
      <p:grpSpPr>
        <a:xfrm>
          <a:off x="0" y="0"/>
          <a:ext cx="0" cy="0"/>
          <a:chOff x="0" y="0"/>
          <a:chExt cx="0" cy="0"/>
        </a:xfrm>
      </p:grpSpPr>
      <p:sp>
        <p:nvSpPr>
          <p:cNvPr id="495" name="Google Shape;495;p1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
        <p:nvSpPr>
          <p:cNvPr id="496" name="Google Shape;496;p13"/>
          <p:cNvSpPr txBox="1"/>
          <p:nvPr>
            <p:ph type="subTitle" idx="1"/>
          </p:nvPr>
        </p:nvSpPr>
        <p:spPr>
          <a:xfrm>
            <a:off x="720000" y="2244725"/>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7" name="Google Shape;497;p13"/>
          <p:cNvSpPr txBox="1"/>
          <p:nvPr>
            <p:ph type="subTitle" idx="2"/>
          </p:nvPr>
        </p:nvSpPr>
        <p:spPr>
          <a:xfrm>
            <a:off x="4366700" y="2244725"/>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8" name="Google Shape;498;p13"/>
          <p:cNvSpPr txBox="1"/>
          <p:nvPr>
            <p:ph type="subTitle" idx="3"/>
          </p:nvPr>
        </p:nvSpPr>
        <p:spPr>
          <a:xfrm>
            <a:off x="720000" y="3940900"/>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9" name="Google Shape;499;p13"/>
          <p:cNvSpPr txBox="1"/>
          <p:nvPr>
            <p:ph type="subTitle" idx="4"/>
          </p:nvPr>
        </p:nvSpPr>
        <p:spPr>
          <a:xfrm>
            <a:off x="4366700" y="3940900"/>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500" name="Google Shape;500;p13"/>
          <p:cNvSpPr txBox="1"/>
          <p:nvPr>
            <p:ph type="title" idx="5" hasCustomPrompt="1"/>
          </p:nvPr>
        </p:nvSpPr>
        <p:spPr>
          <a:xfrm>
            <a:off x="720003" y="1344775"/>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1" name="Google Shape;501;p13"/>
          <p:cNvSpPr txBox="1"/>
          <p:nvPr>
            <p:ph type="title" idx="6" hasCustomPrompt="1"/>
          </p:nvPr>
        </p:nvSpPr>
        <p:spPr>
          <a:xfrm>
            <a:off x="720003" y="3040971"/>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2" name="Google Shape;502;p13"/>
          <p:cNvSpPr txBox="1"/>
          <p:nvPr>
            <p:ph type="title" idx="7" hasCustomPrompt="1"/>
          </p:nvPr>
        </p:nvSpPr>
        <p:spPr>
          <a:xfrm>
            <a:off x="4366698" y="1344775"/>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3" name="Google Shape;503;p13"/>
          <p:cNvSpPr txBox="1"/>
          <p:nvPr>
            <p:ph type="title" idx="8" hasCustomPrompt="1"/>
          </p:nvPr>
        </p:nvSpPr>
        <p:spPr>
          <a:xfrm>
            <a:off x="4366698" y="3040971"/>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4" name="Google Shape;504;p13"/>
          <p:cNvSpPr txBox="1"/>
          <p:nvPr>
            <p:ph type="subTitle" idx="9"/>
          </p:nvPr>
        </p:nvSpPr>
        <p:spPr>
          <a:xfrm>
            <a:off x="720000" y="1918675"/>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panose="020B0309030403020204"/>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2pPr>
            <a:lvl3pPr lvl="2"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3pPr>
            <a:lvl4pPr lvl="3"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4pPr>
            <a:lvl5pPr lvl="4"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5pPr>
            <a:lvl6pPr lvl="5"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6pPr>
            <a:lvl7pPr lvl="6"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7pPr>
            <a:lvl8pPr lvl="7"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8pPr>
            <a:lvl9pPr lvl="8"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9pPr>
          </a:lstStyle>
          <a:p/>
        </p:txBody>
      </p:sp>
      <p:sp>
        <p:nvSpPr>
          <p:cNvPr id="505" name="Google Shape;505;p13"/>
          <p:cNvSpPr txBox="1"/>
          <p:nvPr>
            <p:ph type="subTitle" idx="13"/>
          </p:nvPr>
        </p:nvSpPr>
        <p:spPr>
          <a:xfrm>
            <a:off x="4366698" y="1918675"/>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panose="020B0309030403020204"/>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2pPr>
            <a:lvl3pPr lvl="2"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3pPr>
            <a:lvl4pPr lvl="3"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4pPr>
            <a:lvl5pPr lvl="4"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5pPr>
            <a:lvl6pPr lvl="5"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6pPr>
            <a:lvl7pPr lvl="6"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7pPr>
            <a:lvl8pPr lvl="7"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8pPr>
            <a:lvl9pPr lvl="8"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9pPr>
          </a:lstStyle>
          <a:p/>
        </p:txBody>
      </p:sp>
      <p:sp>
        <p:nvSpPr>
          <p:cNvPr id="506" name="Google Shape;506;p13"/>
          <p:cNvSpPr txBox="1"/>
          <p:nvPr>
            <p:ph type="subTitle" idx="14"/>
          </p:nvPr>
        </p:nvSpPr>
        <p:spPr>
          <a:xfrm>
            <a:off x="720000" y="3614801"/>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507" name="Google Shape;507;p13"/>
          <p:cNvSpPr txBox="1"/>
          <p:nvPr>
            <p:ph type="subTitle" idx="15"/>
          </p:nvPr>
        </p:nvSpPr>
        <p:spPr>
          <a:xfrm>
            <a:off x="4366698" y="3614801"/>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508" name="Google Shape;508;p13"/>
          <p:cNvGrpSpPr/>
          <p:nvPr/>
        </p:nvGrpSpPr>
        <p:grpSpPr>
          <a:xfrm>
            <a:off x="-808923" y="2711465"/>
            <a:ext cx="2097951" cy="3309497"/>
            <a:chOff x="-656523" y="2711465"/>
            <a:chExt cx="2097951" cy="3309497"/>
          </a:xfrm>
        </p:grpSpPr>
        <p:sp>
          <p:nvSpPr>
            <p:cNvPr id="509" name="Google Shape;509;p13"/>
            <p:cNvSpPr/>
            <p:nvPr/>
          </p:nvSpPr>
          <p:spPr>
            <a:xfrm flipH="1">
              <a:off x="-352474" y="4279466"/>
              <a:ext cx="1139424" cy="986746"/>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10" name="Google Shape;510;p13"/>
            <p:cNvGrpSpPr/>
            <p:nvPr/>
          </p:nvGrpSpPr>
          <p:grpSpPr>
            <a:xfrm>
              <a:off x="323479" y="4682324"/>
              <a:ext cx="328346" cy="328531"/>
              <a:chOff x="3678700" y="407275"/>
              <a:chExt cx="708100" cy="708500"/>
            </a:xfrm>
          </p:grpSpPr>
          <p:sp>
            <p:nvSpPr>
              <p:cNvPr id="511" name="Google Shape;511;p13"/>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2" name="Google Shape;512;p13"/>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3" name="Google Shape;513;p13"/>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4" name="Google Shape;514;p13"/>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5" name="Google Shape;515;p13"/>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6" name="Google Shape;516;p13"/>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7" name="Google Shape;517;p13"/>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18" name="Google Shape;518;p13"/>
            <p:cNvGrpSpPr/>
            <p:nvPr/>
          </p:nvGrpSpPr>
          <p:grpSpPr>
            <a:xfrm>
              <a:off x="-541317" y="2711465"/>
              <a:ext cx="1117945" cy="1598547"/>
              <a:chOff x="-541317" y="2711465"/>
              <a:chExt cx="1117945" cy="1598547"/>
            </a:xfrm>
          </p:grpSpPr>
          <p:sp>
            <p:nvSpPr>
              <p:cNvPr id="519" name="Google Shape;519;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20" name="Google Shape;520;p13"/>
              <p:cNvGrpSpPr/>
              <p:nvPr/>
            </p:nvGrpSpPr>
            <p:grpSpPr>
              <a:xfrm>
                <a:off x="442584" y="4120912"/>
                <a:ext cx="134044" cy="134013"/>
                <a:chOff x="1101075" y="2142375"/>
                <a:chExt cx="439200" cy="439100"/>
              </a:xfrm>
            </p:grpSpPr>
            <p:sp>
              <p:nvSpPr>
                <p:cNvPr id="521" name="Google Shape;521;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2" name="Google Shape;522;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523" name="Google Shape;523;p13"/>
            <p:cNvGrpSpPr/>
            <p:nvPr/>
          </p:nvGrpSpPr>
          <p:grpSpPr>
            <a:xfrm rot="-9080766">
              <a:off x="-341725" y="3731687"/>
              <a:ext cx="1117904" cy="1598488"/>
              <a:chOff x="-541317" y="2711465"/>
              <a:chExt cx="1117945" cy="1598547"/>
            </a:xfrm>
          </p:grpSpPr>
          <p:sp>
            <p:nvSpPr>
              <p:cNvPr id="524" name="Google Shape;524;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25" name="Google Shape;525;p13"/>
              <p:cNvGrpSpPr/>
              <p:nvPr/>
            </p:nvGrpSpPr>
            <p:grpSpPr>
              <a:xfrm>
                <a:off x="442584" y="4120912"/>
                <a:ext cx="134044" cy="134013"/>
                <a:chOff x="1101075" y="2142375"/>
                <a:chExt cx="439200" cy="439100"/>
              </a:xfrm>
            </p:grpSpPr>
            <p:sp>
              <p:nvSpPr>
                <p:cNvPr id="526" name="Google Shape;526;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7" name="Google Shape;527;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528" name="Google Shape;528;p13"/>
            <p:cNvGrpSpPr/>
            <p:nvPr/>
          </p:nvGrpSpPr>
          <p:grpSpPr>
            <a:xfrm rot="10800000">
              <a:off x="323483" y="4422415"/>
              <a:ext cx="1117945" cy="1598547"/>
              <a:chOff x="-541317" y="2711465"/>
              <a:chExt cx="1117945" cy="1598547"/>
            </a:xfrm>
          </p:grpSpPr>
          <p:sp>
            <p:nvSpPr>
              <p:cNvPr id="529" name="Google Shape;529;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30" name="Google Shape;530;p13"/>
              <p:cNvGrpSpPr/>
              <p:nvPr/>
            </p:nvGrpSpPr>
            <p:grpSpPr>
              <a:xfrm>
                <a:off x="442584" y="4120912"/>
                <a:ext cx="134044" cy="134013"/>
                <a:chOff x="1101075" y="2142375"/>
                <a:chExt cx="439200" cy="439100"/>
              </a:xfrm>
            </p:grpSpPr>
            <p:sp>
              <p:nvSpPr>
                <p:cNvPr id="531" name="Google Shape;531;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2" name="Google Shape;532;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533" name="Google Shape;533;p13"/>
          <p:cNvGrpSpPr/>
          <p:nvPr/>
        </p:nvGrpSpPr>
        <p:grpSpPr>
          <a:xfrm>
            <a:off x="6470875" y="-1735180"/>
            <a:ext cx="4257000" cy="4171657"/>
            <a:chOff x="6394675" y="-1658980"/>
            <a:chExt cx="4257000" cy="4171657"/>
          </a:xfrm>
        </p:grpSpPr>
        <p:grpSp>
          <p:nvGrpSpPr>
            <p:cNvPr id="534" name="Google Shape;534;p13"/>
            <p:cNvGrpSpPr/>
            <p:nvPr/>
          </p:nvGrpSpPr>
          <p:grpSpPr>
            <a:xfrm rot="-2700000" flipH="1">
              <a:off x="7289785" y="-1246897"/>
              <a:ext cx="2552124" cy="3347490"/>
              <a:chOff x="2976325" y="908175"/>
              <a:chExt cx="4028179" cy="5283555"/>
            </a:xfrm>
          </p:grpSpPr>
          <p:sp>
            <p:nvSpPr>
              <p:cNvPr id="535" name="Google Shape;535;p1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6" name="Google Shape;536;p1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7" name="Google Shape;537;p1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38" name="Google Shape;538;p13"/>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9" name="Google Shape;539;p13"/>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40" name="Google Shape;540;p13"/>
          <p:cNvGrpSpPr/>
          <p:nvPr/>
        </p:nvGrpSpPr>
        <p:grpSpPr>
          <a:xfrm>
            <a:off x="-113888" y="229201"/>
            <a:ext cx="1891393" cy="134100"/>
            <a:chOff x="-113888" y="229201"/>
            <a:chExt cx="1891393" cy="134100"/>
          </a:xfrm>
        </p:grpSpPr>
        <p:sp>
          <p:nvSpPr>
            <p:cNvPr id="541" name="Google Shape;541;p13"/>
            <p:cNvSpPr/>
            <p:nvPr/>
          </p:nvSpPr>
          <p:spPr>
            <a:xfrm>
              <a:off x="1643404" y="2292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542" name="Google Shape;542;p13"/>
            <p:cNvCxnSpPr/>
            <p:nvPr/>
          </p:nvCxnSpPr>
          <p:spPr>
            <a:xfrm rot="10800000">
              <a:off x="783712" y="-601348"/>
              <a:ext cx="0" cy="1795200"/>
            </a:xfrm>
            <a:prstGeom prst="straightConnector1">
              <a:avLst/>
            </a:prstGeom>
            <a:noFill/>
            <a:ln w="9525" cap="flat" cmpd="sng">
              <a:solidFill>
                <a:schemeClr val="dk2"/>
              </a:solidFill>
              <a:prstDash val="solid"/>
              <a:round/>
              <a:headEnd type="none" w="med" len="med"/>
              <a:tailEnd type="none" w="med" len="med"/>
            </a:ln>
          </p:spPr>
        </p:cxnSp>
        <p:sp>
          <p:nvSpPr>
            <p:cNvPr id="543" name="Google Shape;543;p13"/>
            <p:cNvSpPr/>
            <p:nvPr/>
          </p:nvSpPr>
          <p:spPr>
            <a:xfrm>
              <a:off x="1673517" y="2593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544" name="Shape 544"/>
        <p:cNvGrpSpPr/>
        <p:nvPr/>
      </p:nvGrpSpPr>
      <p:grpSpPr>
        <a:xfrm>
          <a:off x="0" y="0"/>
          <a:ext cx="0" cy="0"/>
          <a:chOff x="0" y="0"/>
          <a:chExt cx="0" cy="0"/>
        </a:xfrm>
      </p:grpSpPr>
      <p:sp>
        <p:nvSpPr>
          <p:cNvPr id="545" name="Google Shape;545;p14"/>
          <p:cNvSpPr txBox="1"/>
          <p:nvPr>
            <p:ph type="title"/>
          </p:nvPr>
        </p:nvSpPr>
        <p:spPr>
          <a:xfrm>
            <a:off x="713225" y="3349250"/>
            <a:ext cx="6691200" cy="531900"/>
          </a:xfrm>
          <a:prstGeom prst="rect">
            <a:avLst/>
          </a:prstGeom>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p:txBody>
      </p:sp>
      <p:sp>
        <p:nvSpPr>
          <p:cNvPr id="546" name="Google Shape;546;p14"/>
          <p:cNvSpPr txBox="1"/>
          <p:nvPr>
            <p:ph type="subTitle" idx="1"/>
          </p:nvPr>
        </p:nvSpPr>
        <p:spPr>
          <a:xfrm>
            <a:off x="713225" y="1511313"/>
            <a:ext cx="6691200" cy="1478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28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547" name="Shape 547"/>
        <p:cNvGrpSpPr/>
        <p:nvPr/>
      </p:nvGrpSpPr>
      <p:grpSpPr>
        <a:xfrm>
          <a:off x="0" y="0"/>
          <a:ext cx="0" cy="0"/>
          <a:chOff x="0" y="0"/>
          <a:chExt cx="0" cy="0"/>
        </a:xfrm>
      </p:grpSpPr>
      <p:sp>
        <p:nvSpPr>
          <p:cNvPr id="548" name="Google Shape;548;p1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549" name="Google Shape;549;p15"/>
          <p:cNvGrpSpPr/>
          <p:nvPr/>
        </p:nvGrpSpPr>
        <p:grpSpPr>
          <a:xfrm>
            <a:off x="4967675" y="4931713"/>
            <a:ext cx="439200" cy="439100"/>
            <a:chOff x="1101075" y="2142375"/>
            <a:chExt cx="439200" cy="439100"/>
          </a:xfrm>
        </p:grpSpPr>
        <p:sp>
          <p:nvSpPr>
            <p:cNvPr id="550" name="Google Shape;550;p1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1" name="Google Shape;551;p1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52" name="Google Shape;552;p15"/>
          <p:cNvGrpSpPr/>
          <p:nvPr/>
        </p:nvGrpSpPr>
        <p:grpSpPr>
          <a:xfrm>
            <a:off x="2176605" y="-3695660"/>
            <a:ext cx="7317722" cy="6983297"/>
            <a:chOff x="2100405" y="-3619460"/>
            <a:chExt cx="7317722" cy="6983297"/>
          </a:xfrm>
        </p:grpSpPr>
        <p:sp>
          <p:nvSpPr>
            <p:cNvPr id="553" name="Google Shape;553;p15"/>
            <p:cNvSpPr/>
            <p:nvPr/>
          </p:nvSpPr>
          <p:spPr>
            <a:xfrm rot="8100000" flipH="1">
              <a:off x="3778999" y="-2106462"/>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54" name="Google Shape;554;p15"/>
            <p:cNvGrpSpPr/>
            <p:nvPr/>
          </p:nvGrpSpPr>
          <p:grpSpPr>
            <a:xfrm rot="2700000">
              <a:off x="7787417" y="120497"/>
              <a:ext cx="582044" cy="582419"/>
              <a:chOff x="959750" y="3039275"/>
              <a:chExt cx="582050" cy="582425"/>
            </a:xfrm>
          </p:grpSpPr>
          <p:sp>
            <p:nvSpPr>
              <p:cNvPr id="555" name="Google Shape;555;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6" name="Google Shape;556;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7" name="Google Shape;557;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8" name="Google Shape;558;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9" name="Google Shape;559;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0" name="Google Shape;560;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1" name="Google Shape;561;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62" name="Google Shape;562;p15"/>
            <p:cNvGrpSpPr/>
            <p:nvPr/>
          </p:nvGrpSpPr>
          <p:grpSpPr>
            <a:xfrm rot="2700000">
              <a:off x="8310742" y="-75303"/>
              <a:ext cx="582044" cy="582419"/>
              <a:chOff x="959750" y="3039275"/>
              <a:chExt cx="582050" cy="582425"/>
            </a:xfrm>
          </p:grpSpPr>
          <p:sp>
            <p:nvSpPr>
              <p:cNvPr id="563" name="Google Shape;563;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4" name="Google Shape;564;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5" name="Google Shape;565;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6" name="Google Shape;566;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7" name="Google Shape;567;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8" name="Google Shape;568;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9" name="Google Shape;569;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70" name="Google Shape;570;p15"/>
            <p:cNvSpPr/>
            <p:nvPr/>
          </p:nvSpPr>
          <p:spPr>
            <a:xfrm rot="5400000">
              <a:off x="8142048" y="-57566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1" name="Google Shape;571;p15"/>
            <p:cNvSpPr/>
            <p:nvPr/>
          </p:nvSpPr>
          <p:spPr>
            <a:xfrm rot="10800000">
              <a:off x="8365398" y="-290023"/>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2" name="Google Shape;572;p15"/>
            <p:cNvSpPr/>
            <p:nvPr/>
          </p:nvSpPr>
          <p:spPr>
            <a:xfrm rot="10800000">
              <a:off x="8490148" y="2"/>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3" name="Google Shape;573;p15"/>
            <p:cNvSpPr/>
            <p:nvPr/>
          </p:nvSpPr>
          <p:spPr>
            <a:xfrm rot="-2700000" flipH="1">
              <a:off x="3192849" y="-2898537"/>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74" name="Google Shape;574;p15"/>
          <p:cNvGrpSpPr/>
          <p:nvPr/>
        </p:nvGrpSpPr>
        <p:grpSpPr>
          <a:xfrm>
            <a:off x="-2424242" y="2074146"/>
            <a:ext cx="6274943" cy="6257753"/>
            <a:chOff x="-2447692" y="2022396"/>
            <a:chExt cx="6274943" cy="6257753"/>
          </a:xfrm>
        </p:grpSpPr>
        <p:grpSp>
          <p:nvGrpSpPr>
            <p:cNvPr id="575" name="Google Shape;575;p15"/>
            <p:cNvGrpSpPr/>
            <p:nvPr/>
          </p:nvGrpSpPr>
          <p:grpSpPr>
            <a:xfrm rot="10800000" flipH="1">
              <a:off x="-25334" y="4406387"/>
              <a:ext cx="1538562" cy="971589"/>
              <a:chOff x="-191059" y="95963"/>
              <a:chExt cx="1538562" cy="971589"/>
            </a:xfrm>
          </p:grpSpPr>
          <p:grpSp>
            <p:nvGrpSpPr>
              <p:cNvPr id="576" name="Google Shape;576;p15"/>
              <p:cNvGrpSpPr/>
              <p:nvPr/>
            </p:nvGrpSpPr>
            <p:grpSpPr>
              <a:xfrm>
                <a:off x="-191059" y="201619"/>
                <a:ext cx="904284" cy="865933"/>
                <a:chOff x="2038491" y="-937756"/>
                <a:chExt cx="904284" cy="865933"/>
              </a:xfrm>
            </p:grpSpPr>
            <p:grpSp>
              <p:nvGrpSpPr>
                <p:cNvPr id="577" name="Google Shape;577;p15"/>
                <p:cNvGrpSpPr/>
                <p:nvPr/>
              </p:nvGrpSpPr>
              <p:grpSpPr>
                <a:xfrm>
                  <a:off x="2096570" y="-863491"/>
                  <a:ext cx="717621" cy="717392"/>
                  <a:chOff x="1483457" y="3953671"/>
                  <a:chExt cx="717621" cy="717392"/>
                </a:xfrm>
              </p:grpSpPr>
              <p:sp>
                <p:nvSpPr>
                  <p:cNvPr id="578" name="Google Shape;578;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9" name="Google Shape;579;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0" name="Google Shape;580;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1" name="Google Shape;581;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2" name="Google Shape;582;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83" name="Google Shape;583;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84" name="Google Shape;584;p15"/>
              <p:cNvGrpSpPr/>
              <p:nvPr/>
            </p:nvGrpSpPr>
            <p:grpSpPr>
              <a:xfrm>
                <a:off x="584533" y="95963"/>
                <a:ext cx="473483" cy="453403"/>
                <a:chOff x="2038491" y="-937756"/>
                <a:chExt cx="904284" cy="865933"/>
              </a:xfrm>
            </p:grpSpPr>
            <p:grpSp>
              <p:nvGrpSpPr>
                <p:cNvPr id="585" name="Google Shape;585;p15"/>
                <p:cNvGrpSpPr/>
                <p:nvPr/>
              </p:nvGrpSpPr>
              <p:grpSpPr>
                <a:xfrm>
                  <a:off x="2096570" y="-863491"/>
                  <a:ext cx="717621" cy="717392"/>
                  <a:chOff x="1483457" y="3953671"/>
                  <a:chExt cx="717621" cy="717392"/>
                </a:xfrm>
              </p:grpSpPr>
              <p:sp>
                <p:nvSpPr>
                  <p:cNvPr id="586" name="Google Shape;586;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7" name="Google Shape;587;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8" name="Google Shape;588;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9" name="Google Shape;589;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0" name="Google Shape;590;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1" name="Google Shape;591;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92" name="Google Shape;592;p15"/>
              <p:cNvGrpSpPr/>
              <p:nvPr/>
            </p:nvGrpSpPr>
            <p:grpSpPr>
              <a:xfrm>
                <a:off x="530445" y="481913"/>
                <a:ext cx="473483" cy="453403"/>
                <a:chOff x="2038491" y="-937756"/>
                <a:chExt cx="904284" cy="865933"/>
              </a:xfrm>
            </p:grpSpPr>
            <p:grpSp>
              <p:nvGrpSpPr>
                <p:cNvPr id="593" name="Google Shape;593;p15"/>
                <p:cNvGrpSpPr/>
                <p:nvPr/>
              </p:nvGrpSpPr>
              <p:grpSpPr>
                <a:xfrm>
                  <a:off x="2096570" y="-863491"/>
                  <a:ext cx="717621" cy="717392"/>
                  <a:chOff x="1483457" y="3953671"/>
                  <a:chExt cx="717621" cy="717392"/>
                </a:xfrm>
              </p:grpSpPr>
              <p:sp>
                <p:nvSpPr>
                  <p:cNvPr id="594" name="Google Shape;594;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5" name="Google Shape;595;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6" name="Google Shape;596;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7" name="Google Shape;597;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8" name="Google Shape;598;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9" name="Google Shape;599;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00" name="Google Shape;600;p15"/>
              <p:cNvGrpSpPr/>
              <p:nvPr/>
            </p:nvGrpSpPr>
            <p:grpSpPr>
              <a:xfrm>
                <a:off x="874020" y="312788"/>
                <a:ext cx="473483" cy="453403"/>
                <a:chOff x="2038491" y="-937756"/>
                <a:chExt cx="904284" cy="865933"/>
              </a:xfrm>
            </p:grpSpPr>
            <p:grpSp>
              <p:nvGrpSpPr>
                <p:cNvPr id="601" name="Google Shape;601;p15"/>
                <p:cNvGrpSpPr/>
                <p:nvPr/>
              </p:nvGrpSpPr>
              <p:grpSpPr>
                <a:xfrm>
                  <a:off x="2096570" y="-863491"/>
                  <a:ext cx="717621" cy="717392"/>
                  <a:chOff x="1483457" y="3953671"/>
                  <a:chExt cx="717621" cy="717392"/>
                </a:xfrm>
              </p:grpSpPr>
              <p:sp>
                <p:nvSpPr>
                  <p:cNvPr id="602" name="Google Shape;602;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3" name="Google Shape;603;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4" name="Google Shape;604;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5" name="Google Shape;605;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6" name="Google Shape;606;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07" name="Google Shape;607;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08" name="Google Shape;608;p15"/>
            <p:cNvGrpSpPr/>
            <p:nvPr/>
          </p:nvGrpSpPr>
          <p:grpSpPr>
            <a:xfrm rot="-3320950" flipH="1">
              <a:off x="-1885521" y="3185658"/>
              <a:ext cx="4889863" cy="3931229"/>
              <a:chOff x="7103825" y="-713112"/>
              <a:chExt cx="3785226" cy="3043150"/>
            </a:xfrm>
          </p:grpSpPr>
          <p:sp>
            <p:nvSpPr>
              <p:cNvPr id="609" name="Google Shape;609;p15"/>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610" name="Google Shape;610;p15"/>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611" name="Google Shape;611;p15"/>
            <p:cNvSpPr/>
            <p:nvPr/>
          </p:nvSpPr>
          <p:spPr>
            <a:xfrm rot="-2700000" flipH="1">
              <a:off x="249333" y="3270782"/>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12" name="Google Shape;612;p15"/>
            <p:cNvGrpSpPr/>
            <p:nvPr/>
          </p:nvGrpSpPr>
          <p:grpSpPr>
            <a:xfrm rot="5400000">
              <a:off x="1987130" y="4230949"/>
              <a:ext cx="88142" cy="1137387"/>
              <a:chOff x="3054755" y="4367024"/>
              <a:chExt cx="88142" cy="1137387"/>
            </a:xfrm>
          </p:grpSpPr>
          <p:sp>
            <p:nvSpPr>
              <p:cNvPr id="613" name="Google Shape;613;p15"/>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4" name="Google Shape;614;p15"/>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615" name="Shape 615"/>
        <p:cNvGrpSpPr/>
        <p:nvPr/>
      </p:nvGrpSpPr>
      <p:grpSpPr>
        <a:xfrm>
          <a:off x="0" y="0"/>
          <a:ext cx="0" cy="0"/>
          <a:chOff x="0" y="0"/>
          <a:chExt cx="0" cy="0"/>
        </a:xfrm>
      </p:grpSpPr>
      <p:sp>
        <p:nvSpPr>
          <p:cNvPr id="616" name="Google Shape;616;p1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617" name="Google Shape;617;p16"/>
          <p:cNvGrpSpPr/>
          <p:nvPr/>
        </p:nvGrpSpPr>
        <p:grpSpPr>
          <a:xfrm>
            <a:off x="7810267" y="-622132"/>
            <a:ext cx="2587792" cy="2725916"/>
            <a:chOff x="7810267" y="-622132"/>
            <a:chExt cx="2587792" cy="2725916"/>
          </a:xfrm>
        </p:grpSpPr>
        <p:grpSp>
          <p:nvGrpSpPr>
            <p:cNvPr id="618" name="Google Shape;618;p16"/>
            <p:cNvGrpSpPr/>
            <p:nvPr/>
          </p:nvGrpSpPr>
          <p:grpSpPr>
            <a:xfrm>
              <a:off x="8520988" y="-90875"/>
              <a:ext cx="904666" cy="726121"/>
              <a:chOff x="7945225" y="4302000"/>
              <a:chExt cx="904666" cy="726121"/>
            </a:xfrm>
          </p:grpSpPr>
          <p:sp>
            <p:nvSpPr>
              <p:cNvPr id="619" name="Google Shape;619;p1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0" name="Google Shape;620;p1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1" name="Google Shape;621;p1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22" name="Google Shape;622;p16"/>
            <p:cNvGrpSpPr/>
            <p:nvPr/>
          </p:nvGrpSpPr>
          <p:grpSpPr>
            <a:xfrm>
              <a:off x="8869019" y="-622132"/>
              <a:ext cx="325154" cy="1788670"/>
              <a:chOff x="8869019" y="-622132"/>
              <a:chExt cx="325154" cy="1788670"/>
            </a:xfrm>
          </p:grpSpPr>
          <p:sp>
            <p:nvSpPr>
              <p:cNvPr id="623" name="Google Shape;623;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dk2">
                      <a:alpha val="31360"/>
                    </a:schemeClr>
                  </a:gs>
                  <a:gs pos="100000">
                    <a:srgbClr val="FFFFFF">
                      <a:alpha val="0"/>
                      <a:alpha val="3136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24" name="Google Shape;624;p16"/>
              <p:cNvGrpSpPr/>
              <p:nvPr/>
            </p:nvGrpSpPr>
            <p:grpSpPr>
              <a:xfrm rot="1800062">
                <a:off x="9035610" y="1007995"/>
                <a:ext cx="134040" cy="134009"/>
                <a:chOff x="1101075" y="2142375"/>
                <a:chExt cx="439200" cy="439100"/>
              </a:xfrm>
            </p:grpSpPr>
            <p:sp>
              <p:nvSpPr>
                <p:cNvPr id="625" name="Google Shape;625;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6" name="Google Shape;626;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627" name="Google Shape;627;p16"/>
            <p:cNvSpPr/>
            <p:nvPr/>
          </p:nvSpPr>
          <p:spPr>
            <a:xfrm rot="2700000">
              <a:off x="8482428" y="-42254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8" name="Google Shape;628;p16"/>
            <p:cNvSpPr/>
            <p:nvPr/>
          </p:nvSpPr>
          <p:spPr>
            <a:xfrm rot="2700000">
              <a:off x="8744103" y="-21319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29" name="Google Shape;629;p16"/>
          <p:cNvGrpSpPr/>
          <p:nvPr/>
        </p:nvGrpSpPr>
        <p:grpSpPr>
          <a:xfrm>
            <a:off x="8332551" y="-7"/>
            <a:ext cx="2386151" cy="3293873"/>
            <a:chOff x="8256351" y="-7"/>
            <a:chExt cx="2386151" cy="3293873"/>
          </a:xfrm>
        </p:grpSpPr>
        <p:pic>
          <p:nvPicPr>
            <p:cNvPr id="630" name="Google Shape;630;p16"/>
            <p:cNvPicPr preferRelativeResize="0"/>
            <p:nvPr/>
          </p:nvPicPr>
          <p:blipFill rotWithShape="1">
            <a:blip r:embed="rId2"/>
            <a:srcRect l="16960" t="24719" r="7121" b="26177"/>
            <a:stretch>
              <a:fillRect/>
            </a:stretch>
          </p:blipFill>
          <p:spPr>
            <a:xfrm rot="5400000">
              <a:off x="7886227" y="537590"/>
              <a:ext cx="3126400" cy="2386151"/>
            </a:xfrm>
            <a:prstGeom prst="rect">
              <a:avLst/>
            </a:prstGeom>
            <a:noFill/>
            <a:ln>
              <a:noFill/>
            </a:ln>
          </p:spPr>
        </p:pic>
        <p:grpSp>
          <p:nvGrpSpPr>
            <p:cNvPr id="631" name="Google Shape;631;p16"/>
            <p:cNvGrpSpPr/>
            <p:nvPr/>
          </p:nvGrpSpPr>
          <p:grpSpPr>
            <a:xfrm rot="10800000">
              <a:off x="8452444" y="-7"/>
              <a:ext cx="325154" cy="1788670"/>
              <a:chOff x="8869019" y="-622132"/>
              <a:chExt cx="325154" cy="1788670"/>
            </a:xfrm>
          </p:grpSpPr>
          <p:sp>
            <p:nvSpPr>
              <p:cNvPr id="632" name="Google Shape;632;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lt2">
                      <a:alpha val="31360"/>
                    </a:schemeClr>
                  </a:gs>
                  <a:gs pos="40000">
                    <a:srgbClr val="FF9900">
                      <a:alpha val="40784"/>
                      <a:alpha val="31360"/>
                    </a:srgbClr>
                  </a:gs>
                  <a:gs pos="100000">
                    <a:srgbClr val="FFFFFF">
                      <a:alpha val="0"/>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3" name="Google Shape;633;p16"/>
              <p:cNvGrpSpPr/>
              <p:nvPr/>
            </p:nvGrpSpPr>
            <p:grpSpPr>
              <a:xfrm rot="1800062">
                <a:off x="9035610" y="1007995"/>
                <a:ext cx="134040" cy="134009"/>
                <a:chOff x="1101075" y="2142375"/>
                <a:chExt cx="439200" cy="439100"/>
              </a:xfrm>
            </p:grpSpPr>
            <p:sp>
              <p:nvSpPr>
                <p:cNvPr id="634" name="Google Shape;634;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5" name="Google Shape;635;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636" name="Google Shape;636;p16"/>
          <p:cNvGrpSpPr/>
          <p:nvPr/>
        </p:nvGrpSpPr>
        <p:grpSpPr>
          <a:xfrm>
            <a:off x="-213525" y="171225"/>
            <a:ext cx="439200" cy="439100"/>
            <a:chOff x="1101075" y="2142375"/>
            <a:chExt cx="439200" cy="439100"/>
          </a:xfrm>
        </p:grpSpPr>
        <p:sp>
          <p:nvSpPr>
            <p:cNvPr id="637" name="Google Shape;637;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8" name="Google Shape;638;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39" name="Google Shape;639;p16"/>
          <p:cNvGrpSpPr/>
          <p:nvPr/>
        </p:nvGrpSpPr>
        <p:grpSpPr>
          <a:xfrm>
            <a:off x="-1262974" y="3161328"/>
            <a:ext cx="4822591" cy="2934500"/>
            <a:chOff x="-1186774" y="3161328"/>
            <a:chExt cx="4822591" cy="2934500"/>
          </a:xfrm>
        </p:grpSpPr>
        <p:pic>
          <p:nvPicPr>
            <p:cNvPr id="640" name="Google Shape;640;p16"/>
            <p:cNvPicPr preferRelativeResize="0"/>
            <p:nvPr/>
          </p:nvPicPr>
          <p:blipFill rotWithShape="1">
            <a:blip r:embed="rId2"/>
            <a:srcRect l="16960" t="24719" r="7121" b="26177"/>
            <a:stretch>
              <a:fillRect/>
            </a:stretch>
          </p:blipFill>
          <p:spPr>
            <a:xfrm rot="5400000">
              <a:off x="-1534175" y="3508728"/>
              <a:ext cx="2934500" cy="2239699"/>
            </a:xfrm>
            <a:prstGeom prst="rect">
              <a:avLst/>
            </a:prstGeom>
            <a:noFill/>
            <a:ln>
              <a:noFill/>
            </a:ln>
          </p:spPr>
        </p:pic>
        <p:sp>
          <p:nvSpPr>
            <p:cNvPr id="641" name="Google Shape;641;p16"/>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42" name="Google Shape;642;p16"/>
            <p:cNvGrpSpPr/>
            <p:nvPr/>
          </p:nvGrpSpPr>
          <p:grpSpPr>
            <a:xfrm>
              <a:off x="58899" y="4608583"/>
              <a:ext cx="604346" cy="657081"/>
              <a:chOff x="58899" y="4608583"/>
              <a:chExt cx="604346" cy="657081"/>
            </a:xfrm>
          </p:grpSpPr>
          <p:grpSp>
            <p:nvGrpSpPr>
              <p:cNvPr id="643" name="Google Shape;643;p16"/>
              <p:cNvGrpSpPr/>
              <p:nvPr/>
            </p:nvGrpSpPr>
            <p:grpSpPr>
              <a:xfrm rot="10800000">
                <a:off x="58899" y="4608583"/>
                <a:ext cx="328346" cy="328531"/>
                <a:chOff x="3678700" y="407275"/>
                <a:chExt cx="708100" cy="708500"/>
              </a:xfrm>
            </p:grpSpPr>
            <p:sp>
              <p:nvSpPr>
                <p:cNvPr id="644" name="Google Shape;644;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5" name="Google Shape;645;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6" name="Google Shape;646;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7" name="Google Shape;647;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8" name="Google Shape;648;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9" name="Google Shape;649;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0" name="Google Shape;650;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1" name="Google Shape;651;p16"/>
              <p:cNvGrpSpPr/>
              <p:nvPr/>
            </p:nvGrpSpPr>
            <p:grpSpPr>
              <a:xfrm rot="10800000">
                <a:off x="334899" y="4608583"/>
                <a:ext cx="328346" cy="328531"/>
                <a:chOff x="3678700" y="407275"/>
                <a:chExt cx="708100" cy="708500"/>
              </a:xfrm>
            </p:grpSpPr>
            <p:sp>
              <p:nvSpPr>
                <p:cNvPr id="652" name="Google Shape;652;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3" name="Google Shape;653;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4" name="Google Shape;654;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5" name="Google Shape;655;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6" name="Google Shape;656;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7" name="Google Shape;657;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8" name="Google Shape;658;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9" name="Google Shape;659;p16"/>
              <p:cNvGrpSpPr/>
              <p:nvPr/>
            </p:nvGrpSpPr>
            <p:grpSpPr>
              <a:xfrm rot="10800000">
                <a:off x="282574" y="4937133"/>
                <a:ext cx="328346" cy="328531"/>
                <a:chOff x="3678700" y="407275"/>
                <a:chExt cx="708100" cy="708500"/>
              </a:xfrm>
            </p:grpSpPr>
            <p:sp>
              <p:nvSpPr>
                <p:cNvPr id="660" name="Google Shape;660;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1" name="Google Shape;661;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2" name="Google Shape;662;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3" name="Google Shape;663;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4" name="Google Shape;664;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5" name="Google Shape;665;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6" name="Google Shape;666;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67" name="Google Shape;667;p16"/>
            <p:cNvGrpSpPr/>
            <p:nvPr/>
          </p:nvGrpSpPr>
          <p:grpSpPr>
            <a:xfrm>
              <a:off x="-923150" y="4796551"/>
              <a:ext cx="4558967" cy="134100"/>
              <a:chOff x="796100" y="3019701"/>
              <a:chExt cx="4558967" cy="134100"/>
            </a:xfrm>
          </p:grpSpPr>
          <p:sp>
            <p:nvSpPr>
              <p:cNvPr id="668" name="Google Shape;668;p1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669" name="Google Shape;669;p1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670" name="Google Shape;670;p1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671" name="Shape 671"/>
        <p:cNvGrpSpPr/>
        <p:nvPr/>
      </p:nvGrpSpPr>
      <p:grpSpPr>
        <a:xfrm>
          <a:off x="0" y="0"/>
          <a:ext cx="0" cy="0"/>
          <a:chOff x="0" y="0"/>
          <a:chExt cx="0" cy="0"/>
        </a:xfrm>
      </p:grpSpPr>
      <p:sp>
        <p:nvSpPr>
          <p:cNvPr id="672" name="Google Shape;672;p1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673" name="Google Shape;673;p17"/>
          <p:cNvGrpSpPr/>
          <p:nvPr/>
        </p:nvGrpSpPr>
        <p:grpSpPr>
          <a:xfrm>
            <a:off x="-2176650" y="-112745"/>
            <a:ext cx="4680670" cy="5935195"/>
            <a:chOff x="-2176650" y="-112745"/>
            <a:chExt cx="4680670" cy="5935195"/>
          </a:xfrm>
        </p:grpSpPr>
        <p:grpSp>
          <p:nvGrpSpPr>
            <p:cNvPr id="674" name="Google Shape;674;p17"/>
            <p:cNvGrpSpPr/>
            <p:nvPr/>
          </p:nvGrpSpPr>
          <p:grpSpPr>
            <a:xfrm>
              <a:off x="-2176650" y="-112745"/>
              <a:ext cx="4680670" cy="5935195"/>
              <a:chOff x="-2176650" y="-112745"/>
              <a:chExt cx="4680670" cy="5935195"/>
            </a:xfrm>
          </p:grpSpPr>
          <p:sp>
            <p:nvSpPr>
              <p:cNvPr id="675" name="Google Shape;675;p17"/>
              <p:cNvSpPr/>
              <p:nvPr/>
            </p:nvSpPr>
            <p:spPr>
              <a:xfrm rot="-2700000">
                <a:off x="-1523974" y="21782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76" name="Google Shape;676;p17"/>
              <p:cNvGrpSpPr/>
              <p:nvPr/>
            </p:nvGrpSpPr>
            <p:grpSpPr>
              <a:xfrm rot="-2700000">
                <a:off x="10491" y="4440580"/>
                <a:ext cx="582044" cy="582419"/>
                <a:chOff x="959750" y="3039275"/>
                <a:chExt cx="582050" cy="582425"/>
              </a:xfrm>
            </p:grpSpPr>
            <p:sp>
              <p:nvSpPr>
                <p:cNvPr id="677" name="Google Shape;677;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8" name="Google Shape;678;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9" name="Google Shape;679;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0" name="Google Shape;680;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1" name="Google Shape;681;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2" name="Google Shape;682;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3" name="Google Shape;683;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84" name="Google Shape;684;p17"/>
              <p:cNvGrpSpPr/>
              <p:nvPr/>
            </p:nvGrpSpPr>
            <p:grpSpPr>
              <a:xfrm rot="-2700000">
                <a:off x="-183259" y="2704590"/>
                <a:ext cx="582044" cy="582419"/>
                <a:chOff x="959750" y="3039275"/>
                <a:chExt cx="582050" cy="582425"/>
              </a:xfrm>
            </p:grpSpPr>
            <p:sp>
              <p:nvSpPr>
                <p:cNvPr id="685" name="Google Shape;685;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6" name="Google Shape;686;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7" name="Google Shape;687;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8" name="Google Shape;688;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9" name="Google Shape;689;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0" name="Google Shape;690;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1" name="Google Shape;691;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92" name="Google Shape;692;p17"/>
              <p:cNvSpPr/>
              <p:nvPr/>
            </p:nvSpPr>
            <p:spPr>
              <a:xfrm rot="2700000" flipH="1">
                <a:off x="-1073899" y="4736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93" name="Google Shape;693;p17"/>
            <p:cNvGrpSpPr/>
            <p:nvPr/>
          </p:nvGrpSpPr>
          <p:grpSpPr>
            <a:xfrm>
              <a:off x="-234425" y="3727550"/>
              <a:ext cx="439200" cy="439100"/>
              <a:chOff x="1101075" y="2142375"/>
              <a:chExt cx="439200" cy="439100"/>
            </a:xfrm>
          </p:grpSpPr>
          <p:sp>
            <p:nvSpPr>
              <p:cNvPr id="694" name="Google Shape;694;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5" name="Google Shape;695;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96" name="Google Shape;696;p17"/>
            <p:cNvGrpSpPr/>
            <p:nvPr/>
          </p:nvGrpSpPr>
          <p:grpSpPr>
            <a:xfrm rot="10800000">
              <a:off x="713225" y="4931225"/>
              <a:ext cx="439200" cy="439100"/>
              <a:chOff x="1101075" y="2142375"/>
              <a:chExt cx="439200" cy="439100"/>
            </a:xfrm>
          </p:grpSpPr>
          <p:sp>
            <p:nvSpPr>
              <p:cNvPr id="697" name="Google Shape;697;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8" name="Google Shape;698;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99" name="Google Shape;699;p17"/>
          <p:cNvGrpSpPr/>
          <p:nvPr/>
        </p:nvGrpSpPr>
        <p:grpSpPr>
          <a:xfrm>
            <a:off x="6642300" y="-415701"/>
            <a:ext cx="4558967" cy="1887075"/>
            <a:chOff x="6566100" y="-415701"/>
            <a:chExt cx="4558967" cy="1887075"/>
          </a:xfrm>
        </p:grpSpPr>
        <p:pic>
          <p:nvPicPr>
            <p:cNvPr id="700" name="Google Shape;700;p17"/>
            <p:cNvPicPr preferRelativeResize="0"/>
            <p:nvPr/>
          </p:nvPicPr>
          <p:blipFill rotWithShape="1">
            <a:blip r:embed="rId2"/>
            <a:srcRect l="16960" t="24719" r="7121" b="26177"/>
            <a:stretch>
              <a:fillRect/>
            </a:stretch>
          </p:blipFill>
          <p:spPr>
            <a:xfrm>
              <a:off x="8278550" y="-392375"/>
              <a:ext cx="2441950" cy="1863749"/>
            </a:xfrm>
            <a:prstGeom prst="rect">
              <a:avLst/>
            </a:prstGeom>
            <a:noFill/>
            <a:ln>
              <a:noFill/>
            </a:ln>
          </p:spPr>
        </p:pic>
        <p:grpSp>
          <p:nvGrpSpPr>
            <p:cNvPr id="701" name="Google Shape;701;p17"/>
            <p:cNvGrpSpPr/>
            <p:nvPr/>
          </p:nvGrpSpPr>
          <p:grpSpPr>
            <a:xfrm rot="5400000">
              <a:off x="7714062" y="-991384"/>
              <a:ext cx="1433417" cy="2584783"/>
              <a:chOff x="-363163" y="-645596"/>
              <a:chExt cx="1433417" cy="2584783"/>
            </a:xfrm>
          </p:grpSpPr>
          <p:grpSp>
            <p:nvGrpSpPr>
              <p:cNvPr id="702" name="Google Shape;702;p17"/>
              <p:cNvGrpSpPr/>
              <p:nvPr/>
            </p:nvGrpSpPr>
            <p:grpSpPr>
              <a:xfrm rot="10800000">
                <a:off x="-64595" y="-645596"/>
                <a:ext cx="1134849" cy="2370191"/>
                <a:chOff x="-575575" y="3685599"/>
                <a:chExt cx="1421048" cy="2967932"/>
              </a:xfrm>
            </p:grpSpPr>
            <p:sp>
              <p:nvSpPr>
                <p:cNvPr id="703" name="Google Shape;703;p17"/>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4" name="Google Shape;704;p17"/>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05" name="Google Shape;705;p17"/>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6" name="Google Shape;706;p17"/>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07" name="Google Shape;707;p17"/>
              <p:cNvGrpSpPr/>
              <p:nvPr/>
            </p:nvGrpSpPr>
            <p:grpSpPr>
              <a:xfrm rot="-2700000" flipH="1">
                <a:off x="-216370" y="1084101"/>
                <a:ext cx="708093" cy="708493"/>
                <a:chOff x="3678700" y="407275"/>
                <a:chExt cx="708100" cy="708500"/>
              </a:xfrm>
            </p:grpSpPr>
            <p:sp>
              <p:nvSpPr>
                <p:cNvPr id="708" name="Google Shape;708;p1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9" name="Google Shape;709;p1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0" name="Google Shape;710;p1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1" name="Google Shape;711;p1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2" name="Google Shape;712;p1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3" name="Google Shape;713;p1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4" name="Google Shape;714;p1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715" name="Google Shape;715;p17"/>
            <p:cNvGrpSpPr/>
            <p:nvPr/>
          </p:nvGrpSpPr>
          <p:grpSpPr>
            <a:xfrm rot="10800000">
              <a:off x="6566100" y="233963"/>
              <a:ext cx="4558967" cy="134100"/>
              <a:chOff x="796100" y="3019701"/>
              <a:chExt cx="4558967" cy="134100"/>
            </a:xfrm>
          </p:grpSpPr>
          <p:sp>
            <p:nvSpPr>
              <p:cNvPr id="716" name="Google Shape;716;p1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717" name="Google Shape;717;p1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718" name="Google Shape;718;p1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719" name="Shape 719"/>
        <p:cNvGrpSpPr/>
        <p:nvPr/>
      </p:nvGrpSpPr>
      <p:grpSpPr>
        <a:xfrm>
          <a:off x="0" y="0"/>
          <a:ext cx="0" cy="0"/>
          <a:chOff x="0" y="0"/>
          <a:chExt cx="0" cy="0"/>
        </a:xfrm>
      </p:grpSpPr>
      <p:grpSp>
        <p:nvGrpSpPr>
          <p:cNvPr id="720" name="Google Shape;720;p18"/>
          <p:cNvGrpSpPr/>
          <p:nvPr/>
        </p:nvGrpSpPr>
        <p:grpSpPr>
          <a:xfrm>
            <a:off x="5404975" y="2221118"/>
            <a:ext cx="4263000" cy="3617400"/>
            <a:chOff x="5328775" y="2221118"/>
            <a:chExt cx="4263000" cy="3617400"/>
          </a:xfrm>
        </p:grpSpPr>
        <p:sp>
          <p:nvSpPr>
            <p:cNvPr id="721" name="Google Shape;721;p18"/>
            <p:cNvSpPr/>
            <p:nvPr/>
          </p:nvSpPr>
          <p:spPr>
            <a:xfrm>
              <a:off x="5328775" y="2221118"/>
              <a:ext cx="4263000" cy="3617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22" name="Google Shape;722;p18"/>
            <p:cNvGrpSpPr/>
            <p:nvPr/>
          </p:nvGrpSpPr>
          <p:grpSpPr>
            <a:xfrm>
              <a:off x="7218100" y="4855088"/>
              <a:ext cx="931125" cy="525763"/>
              <a:chOff x="7218100" y="4855088"/>
              <a:chExt cx="931125" cy="525763"/>
            </a:xfrm>
          </p:grpSpPr>
          <p:grpSp>
            <p:nvGrpSpPr>
              <p:cNvPr id="723" name="Google Shape;723;p18"/>
              <p:cNvGrpSpPr/>
              <p:nvPr/>
            </p:nvGrpSpPr>
            <p:grpSpPr>
              <a:xfrm>
                <a:off x="7710025" y="4941750"/>
                <a:ext cx="439200" cy="439100"/>
                <a:chOff x="1101075" y="2142375"/>
                <a:chExt cx="439200" cy="439100"/>
              </a:xfrm>
            </p:grpSpPr>
            <p:sp>
              <p:nvSpPr>
                <p:cNvPr id="724" name="Google Shape;724;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5" name="Google Shape;725;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26" name="Google Shape;726;p18"/>
              <p:cNvGrpSpPr/>
              <p:nvPr/>
            </p:nvGrpSpPr>
            <p:grpSpPr>
              <a:xfrm>
                <a:off x="7218100" y="4855088"/>
                <a:ext cx="439200" cy="439100"/>
                <a:chOff x="1101075" y="2142375"/>
                <a:chExt cx="439200" cy="439100"/>
              </a:xfrm>
            </p:grpSpPr>
            <p:sp>
              <p:nvSpPr>
                <p:cNvPr id="727" name="Google Shape;727;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8" name="Google Shape;728;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sp>
        <p:nvSpPr>
          <p:cNvPr id="729" name="Google Shape;729;p18"/>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730" name="Google Shape;730;p18"/>
          <p:cNvGrpSpPr/>
          <p:nvPr/>
        </p:nvGrpSpPr>
        <p:grpSpPr>
          <a:xfrm>
            <a:off x="-2175000" y="3012192"/>
            <a:ext cx="3701086" cy="3345172"/>
            <a:chOff x="-1886500" y="2599117"/>
            <a:chExt cx="3701086" cy="3345172"/>
          </a:xfrm>
        </p:grpSpPr>
        <p:pic>
          <p:nvPicPr>
            <p:cNvPr id="731" name="Google Shape;731;p18"/>
            <p:cNvPicPr preferRelativeResize="0"/>
            <p:nvPr/>
          </p:nvPicPr>
          <p:blipFill rotWithShape="1">
            <a:blip r:embed="rId2"/>
            <a:srcRect l="16960" t="24719" r="7121" b="26177"/>
            <a:stretch>
              <a:fillRect/>
            </a:stretch>
          </p:blipFill>
          <p:spPr>
            <a:xfrm rot="10800000">
              <a:off x="-1886500" y="3119537"/>
              <a:ext cx="3701086" cy="2824751"/>
            </a:xfrm>
            <a:prstGeom prst="rect">
              <a:avLst/>
            </a:prstGeom>
            <a:noFill/>
            <a:ln>
              <a:noFill/>
            </a:ln>
          </p:spPr>
        </p:pic>
        <p:sp>
          <p:nvSpPr>
            <p:cNvPr id="732" name="Google Shape;732;p18"/>
            <p:cNvSpPr/>
            <p:nvPr/>
          </p:nvSpPr>
          <p:spPr>
            <a:xfrm rot="10800000">
              <a:off x="-402274" y="2599117"/>
              <a:ext cx="1201697" cy="2824744"/>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3" name="Google Shape;733;p18"/>
            <p:cNvSpPr/>
            <p:nvPr/>
          </p:nvSpPr>
          <p:spPr>
            <a:xfrm rot="10800000">
              <a:off x="-207237" y="2599870"/>
              <a:ext cx="1201697" cy="2824744"/>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34" name="Google Shape;734;p18"/>
            <p:cNvGrpSpPr/>
            <p:nvPr/>
          </p:nvGrpSpPr>
          <p:grpSpPr>
            <a:xfrm rot="10800000">
              <a:off x="-37979" y="5013439"/>
              <a:ext cx="134004" cy="134004"/>
              <a:chOff x="8356813" y="1074288"/>
              <a:chExt cx="351900" cy="351900"/>
            </a:xfrm>
          </p:grpSpPr>
          <p:sp>
            <p:nvSpPr>
              <p:cNvPr id="735" name="Google Shape;735;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6" name="Google Shape;736;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37" name="Google Shape;737;p18"/>
            <p:cNvGrpSpPr/>
            <p:nvPr/>
          </p:nvGrpSpPr>
          <p:grpSpPr>
            <a:xfrm rot="10800000">
              <a:off x="447446" y="4173589"/>
              <a:ext cx="134004" cy="134004"/>
              <a:chOff x="8356813" y="1074288"/>
              <a:chExt cx="351900" cy="351900"/>
            </a:xfrm>
          </p:grpSpPr>
          <p:sp>
            <p:nvSpPr>
              <p:cNvPr id="738" name="Google Shape;738;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9" name="Google Shape;739;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0" name="Google Shape;740;p18"/>
            <p:cNvGrpSpPr/>
            <p:nvPr/>
          </p:nvGrpSpPr>
          <p:grpSpPr>
            <a:xfrm rot="10800000">
              <a:off x="539621" y="2985514"/>
              <a:ext cx="134004" cy="134004"/>
              <a:chOff x="8356813" y="1074288"/>
              <a:chExt cx="351900" cy="351900"/>
            </a:xfrm>
          </p:grpSpPr>
          <p:sp>
            <p:nvSpPr>
              <p:cNvPr id="741" name="Google Shape;741;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2" name="Google Shape;742;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743" name="Google Shape;743;p18"/>
          <p:cNvGrpSpPr/>
          <p:nvPr/>
        </p:nvGrpSpPr>
        <p:grpSpPr>
          <a:xfrm>
            <a:off x="5928900" y="-249669"/>
            <a:ext cx="5688165" cy="3493826"/>
            <a:chOff x="5852700" y="-249669"/>
            <a:chExt cx="5688165" cy="3493826"/>
          </a:xfrm>
        </p:grpSpPr>
        <p:grpSp>
          <p:nvGrpSpPr>
            <p:cNvPr id="744" name="Google Shape;744;p18"/>
            <p:cNvGrpSpPr/>
            <p:nvPr/>
          </p:nvGrpSpPr>
          <p:grpSpPr>
            <a:xfrm>
              <a:off x="8783705" y="1899359"/>
              <a:ext cx="402160" cy="1344798"/>
              <a:chOff x="8668555" y="1976884"/>
              <a:chExt cx="402160" cy="1344798"/>
            </a:xfrm>
          </p:grpSpPr>
          <p:sp>
            <p:nvSpPr>
              <p:cNvPr id="745" name="Google Shape;745;p18"/>
              <p:cNvSpPr/>
              <p:nvPr/>
            </p:nvSpPr>
            <p:spPr>
              <a:xfrm flipH="1">
                <a:off x="8823846" y="2094964"/>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6" name="Google Shape;746;p18"/>
              <p:cNvSpPr/>
              <p:nvPr/>
            </p:nvSpPr>
            <p:spPr>
              <a:xfrm flipH="1">
                <a:off x="8668555" y="19768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7" name="Google Shape;747;p18"/>
            <p:cNvGrpSpPr/>
            <p:nvPr/>
          </p:nvGrpSpPr>
          <p:grpSpPr>
            <a:xfrm>
              <a:off x="8598675" y="1421188"/>
              <a:ext cx="904666" cy="726121"/>
              <a:chOff x="7945225" y="4302000"/>
              <a:chExt cx="904666" cy="726121"/>
            </a:xfrm>
          </p:grpSpPr>
          <p:sp>
            <p:nvSpPr>
              <p:cNvPr id="748" name="Google Shape;748;p1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9" name="Google Shape;749;p1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0" name="Google Shape;750;p1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1" name="Google Shape;751;p18"/>
            <p:cNvGrpSpPr/>
            <p:nvPr/>
          </p:nvGrpSpPr>
          <p:grpSpPr>
            <a:xfrm rot="10800000" flipH="1">
              <a:off x="7579756" y="-249669"/>
              <a:ext cx="2601921" cy="2438355"/>
              <a:chOff x="7340128" y="2866613"/>
              <a:chExt cx="2439225" cy="2438355"/>
            </a:xfrm>
          </p:grpSpPr>
          <p:sp>
            <p:nvSpPr>
              <p:cNvPr id="752" name="Google Shape;752;p18"/>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3" name="Google Shape;753;p18"/>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54" name="Google Shape;754;p18"/>
            <p:cNvSpPr/>
            <p:nvPr/>
          </p:nvSpPr>
          <p:spPr>
            <a:xfrm rot="5400000" flipH="1">
              <a:off x="6551329"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55" name="Google Shape;755;p18"/>
            <p:cNvGrpSpPr/>
            <p:nvPr/>
          </p:nvGrpSpPr>
          <p:grpSpPr>
            <a:xfrm>
              <a:off x="6917731" y="246011"/>
              <a:ext cx="4623133" cy="134070"/>
              <a:chOff x="6917731" y="246011"/>
              <a:chExt cx="4623133" cy="134070"/>
            </a:xfrm>
          </p:grpSpPr>
          <p:sp>
            <p:nvSpPr>
              <p:cNvPr id="756" name="Google Shape;756;p18"/>
              <p:cNvSpPr/>
              <p:nvPr/>
            </p:nvSpPr>
            <p:spPr>
              <a:xfrm flipH="1">
                <a:off x="6917731" y="246011"/>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7" name="Google Shape;757;p18"/>
              <p:cNvSpPr/>
              <p:nvPr/>
            </p:nvSpPr>
            <p:spPr>
              <a:xfrm flipH="1">
                <a:off x="6947845" y="276153"/>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758" name="Google Shape;758;p18"/>
              <p:cNvCxnSpPr/>
              <p:nvPr/>
            </p:nvCxnSpPr>
            <p:spPr>
              <a:xfrm rot="10800000">
                <a:off x="7013865" y="313050"/>
                <a:ext cx="4527000" cy="0"/>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759" name="Shape 759"/>
        <p:cNvGrpSpPr/>
        <p:nvPr/>
      </p:nvGrpSpPr>
      <p:grpSpPr>
        <a:xfrm>
          <a:off x="0" y="0"/>
          <a:ext cx="0" cy="0"/>
          <a:chOff x="0" y="0"/>
          <a:chExt cx="0" cy="0"/>
        </a:xfrm>
      </p:grpSpPr>
      <p:sp>
        <p:nvSpPr>
          <p:cNvPr id="760" name="Google Shape;760;p1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
        <p:nvSpPr>
          <p:cNvPr id="761" name="Google Shape;761;p19"/>
          <p:cNvSpPr txBox="1"/>
          <p:nvPr>
            <p:ph type="subTitle" idx="1"/>
          </p:nvPr>
        </p:nvSpPr>
        <p:spPr>
          <a:xfrm>
            <a:off x="4881006" y="1786675"/>
            <a:ext cx="35430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762" name="Google Shape;762;p19"/>
          <p:cNvSpPr txBox="1"/>
          <p:nvPr>
            <p:ph type="subTitle" idx="2"/>
          </p:nvPr>
        </p:nvSpPr>
        <p:spPr>
          <a:xfrm>
            <a:off x="720000" y="1786675"/>
            <a:ext cx="35430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763" name="Google Shape;763;p19"/>
          <p:cNvGrpSpPr/>
          <p:nvPr/>
        </p:nvGrpSpPr>
        <p:grpSpPr>
          <a:xfrm>
            <a:off x="-96329" y="4888563"/>
            <a:ext cx="1590408" cy="88125"/>
            <a:chOff x="124624" y="4953514"/>
            <a:chExt cx="1137387" cy="88142"/>
          </a:xfrm>
        </p:grpSpPr>
        <p:sp>
          <p:nvSpPr>
            <p:cNvPr id="764" name="Google Shape;764;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5" name="Google Shape;765;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66" name="Google Shape;766;p19"/>
          <p:cNvGrpSpPr/>
          <p:nvPr/>
        </p:nvGrpSpPr>
        <p:grpSpPr>
          <a:xfrm>
            <a:off x="6883700" y="1385725"/>
            <a:ext cx="4028179" cy="5283555"/>
            <a:chOff x="6883700" y="1385725"/>
            <a:chExt cx="4028179" cy="5283555"/>
          </a:xfrm>
        </p:grpSpPr>
        <p:sp>
          <p:nvSpPr>
            <p:cNvPr id="767" name="Google Shape;767;p19"/>
            <p:cNvSpPr/>
            <p:nvPr/>
          </p:nvSpPr>
          <p:spPr>
            <a:xfrm>
              <a:off x="6883700" y="14075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8" name="Google Shape;768;p19"/>
            <p:cNvSpPr/>
            <p:nvPr/>
          </p:nvSpPr>
          <p:spPr>
            <a:xfrm>
              <a:off x="7842318" y="13857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9" name="Google Shape;769;p19"/>
            <p:cNvSpPr/>
            <p:nvPr/>
          </p:nvSpPr>
          <p:spPr>
            <a:xfrm>
              <a:off x="7734200" y="2571774"/>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0" name="Google Shape;770;p19"/>
            <p:cNvSpPr/>
            <p:nvPr/>
          </p:nvSpPr>
          <p:spPr>
            <a:xfrm>
              <a:off x="7758564" y="155007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71" name="Google Shape;771;p19"/>
          <p:cNvGrpSpPr/>
          <p:nvPr/>
        </p:nvGrpSpPr>
        <p:grpSpPr>
          <a:xfrm>
            <a:off x="4598006" y="-1699037"/>
            <a:ext cx="5579794" cy="3203424"/>
            <a:chOff x="4521806" y="-1546637"/>
            <a:chExt cx="5579794" cy="3203424"/>
          </a:xfrm>
        </p:grpSpPr>
        <p:grpSp>
          <p:nvGrpSpPr>
            <p:cNvPr id="772" name="Google Shape;772;p19"/>
            <p:cNvGrpSpPr/>
            <p:nvPr/>
          </p:nvGrpSpPr>
          <p:grpSpPr>
            <a:xfrm>
              <a:off x="4619858" y="-154439"/>
              <a:ext cx="916824" cy="700199"/>
              <a:chOff x="4619858" y="-154439"/>
              <a:chExt cx="916824" cy="700199"/>
            </a:xfrm>
          </p:grpSpPr>
          <p:sp>
            <p:nvSpPr>
              <p:cNvPr id="773" name="Google Shape;773;p19"/>
              <p:cNvSpPr/>
              <p:nvPr/>
            </p:nvSpPr>
            <p:spPr>
              <a:xfrm>
                <a:off x="4823308" y="126723"/>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4" name="Google Shape;774;p19"/>
              <p:cNvSpPr/>
              <p:nvPr/>
            </p:nvSpPr>
            <p:spPr>
              <a:xfrm>
                <a:off x="4619858" y="-114577"/>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5" name="Google Shape;775;p19"/>
              <p:cNvSpPr/>
              <p:nvPr/>
            </p:nvSpPr>
            <p:spPr>
              <a:xfrm>
                <a:off x="5052808" y="-154439"/>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776" name="Google Shape;776;p19"/>
            <p:cNvPicPr preferRelativeResize="0"/>
            <p:nvPr/>
          </p:nvPicPr>
          <p:blipFill rotWithShape="1">
            <a:blip r:embed="rId2"/>
            <a:srcRect l="16960" t="24719" r="7121" b="26177"/>
            <a:stretch>
              <a:fillRect/>
            </a:stretch>
          </p:blipFill>
          <p:spPr>
            <a:xfrm>
              <a:off x="5904350" y="-1546637"/>
              <a:ext cx="4197251" cy="3203424"/>
            </a:xfrm>
            <a:prstGeom prst="rect">
              <a:avLst/>
            </a:prstGeom>
            <a:noFill/>
            <a:ln>
              <a:noFill/>
            </a:ln>
          </p:spPr>
        </p:pic>
        <p:sp>
          <p:nvSpPr>
            <p:cNvPr id="777" name="Google Shape;777;p19"/>
            <p:cNvSpPr/>
            <p:nvPr/>
          </p:nvSpPr>
          <p:spPr>
            <a:xfrm rot="-5400000">
              <a:off x="5282845" y="-10589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8" name="Google Shape;778;p19"/>
            <p:cNvSpPr/>
            <p:nvPr/>
          </p:nvSpPr>
          <p:spPr>
            <a:xfrm rot="-5400000">
              <a:off x="5282230" y="-899603"/>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79" name="Google Shape;779;p19"/>
            <p:cNvGrpSpPr/>
            <p:nvPr/>
          </p:nvGrpSpPr>
          <p:grpSpPr>
            <a:xfrm rot="10800000">
              <a:off x="8323180" y="210225"/>
              <a:ext cx="1493503" cy="88125"/>
              <a:chOff x="124624" y="4953514"/>
              <a:chExt cx="1137387" cy="88142"/>
            </a:xfrm>
          </p:grpSpPr>
          <p:sp>
            <p:nvSpPr>
              <p:cNvPr id="780" name="Google Shape;780;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1" name="Google Shape;781;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82" name="Google Shape;782;p19"/>
            <p:cNvGrpSpPr/>
            <p:nvPr/>
          </p:nvGrpSpPr>
          <p:grpSpPr>
            <a:xfrm>
              <a:off x="4619231" y="-32636"/>
              <a:ext cx="254987" cy="255131"/>
              <a:chOff x="3678700" y="407275"/>
              <a:chExt cx="708100" cy="708500"/>
            </a:xfrm>
          </p:grpSpPr>
          <p:sp>
            <p:nvSpPr>
              <p:cNvPr id="783" name="Google Shape;783;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4" name="Google Shape;784;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5" name="Google Shape;785;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6" name="Google Shape;786;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7" name="Google Shape;787;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8" name="Google Shape;788;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9" name="Google Shape;789;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90" name="Google Shape;790;p19"/>
            <p:cNvGrpSpPr/>
            <p:nvPr/>
          </p:nvGrpSpPr>
          <p:grpSpPr>
            <a:xfrm>
              <a:off x="4521806" y="126714"/>
              <a:ext cx="254987" cy="255131"/>
              <a:chOff x="3678700" y="407275"/>
              <a:chExt cx="708100" cy="708500"/>
            </a:xfrm>
          </p:grpSpPr>
          <p:sp>
            <p:nvSpPr>
              <p:cNvPr id="791" name="Google Shape;791;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2" name="Google Shape;792;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3" name="Google Shape;793;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4" name="Google Shape;794;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5" name="Google Shape;795;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6" name="Google Shape;796;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7" name="Google Shape;797;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798" name="Shape 798"/>
        <p:cNvGrpSpPr/>
        <p:nvPr/>
      </p:nvGrpSpPr>
      <p:grpSpPr>
        <a:xfrm>
          <a:off x="0" y="0"/>
          <a:ext cx="0" cy="0"/>
          <a:chOff x="0" y="0"/>
          <a:chExt cx="0" cy="0"/>
        </a:xfrm>
      </p:grpSpPr>
      <p:sp>
        <p:nvSpPr>
          <p:cNvPr id="799" name="Google Shape;799;p20"/>
          <p:cNvSpPr txBox="1"/>
          <p:nvPr>
            <p:ph type="title"/>
          </p:nvPr>
        </p:nvSpPr>
        <p:spPr>
          <a:xfrm>
            <a:off x="720000" y="1565925"/>
            <a:ext cx="2799000" cy="760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00" name="Google Shape;800;p20"/>
          <p:cNvSpPr txBox="1"/>
          <p:nvPr>
            <p:ph type="subTitle" idx="1"/>
          </p:nvPr>
        </p:nvSpPr>
        <p:spPr>
          <a:xfrm>
            <a:off x="720000" y="2326750"/>
            <a:ext cx="2799000" cy="1125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801" name="Google Shape;801;p20"/>
          <p:cNvGrpSpPr/>
          <p:nvPr/>
        </p:nvGrpSpPr>
        <p:grpSpPr>
          <a:xfrm>
            <a:off x="-1623735" y="2499757"/>
            <a:ext cx="5119205" cy="4373890"/>
            <a:chOff x="-1547535" y="2499757"/>
            <a:chExt cx="5119205" cy="4373890"/>
          </a:xfrm>
        </p:grpSpPr>
        <p:pic>
          <p:nvPicPr>
            <p:cNvPr id="802" name="Google Shape;802;p20"/>
            <p:cNvPicPr preferRelativeResize="0"/>
            <p:nvPr/>
          </p:nvPicPr>
          <p:blipFill rotWithShape="1">
            <a:blip r:embed="rId2"/>
            <a:srcRect l="16960" t="24719" r="7121" b="26177"/>
            <a:stretch>
              <a:fillRect/>
            </a:stretch>
          </p:blipFill>
          <p:spPr>
            <a:xfrm rot="-5400000">
              <a:off x="-1751185" y="3417285"/>
              <a:ext cx="3920501" cy="2992224"/>
            </a:xfrm>
            <a:prstGeom prst="rect">
              <a:avLst/>
            </a:prstGeom>
            <a:noFill/>
            <a:ln>
              <a:noFill/>
            </a:ln>
          </p:spPr>
        </p:pic>
        <p:grpSp>
          <p:nvGrpSpPr>
            <p:cNvPr id="803" name="Google Shape;803;p20"/>
            <p:cNvGrpSpPr/>
            <p:nvPr/>
          </p:nvGrpSpPr>
          <p:grpSpPr>
            <a:xfrm rot="-5400000">
              <a:off x="123777" y="4587830"/>
              <a:ext cx="480890" cy="481200"/>
              <a:chOff x="959750" y="3039275"/>
              <a:chExt cx="582050" cy="582425"/>
            </a:xfrm>
          </p:grpSpPr>
          <p:sp>
            <p:nvSpPr>
              <p:cNvPr id="804" name="Google Shape;804;p2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5" name="Google Shape;805;p2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6" name="Google Shape;806;p2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7" name="Google Shape;807;p2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8" name="Google Shape;808;p2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9" name="Google Shape;809;p2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0" name="Google Shape;810;p2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1" name="Google Shape;811;p20"/>
            <p:cNvGrpSpPr/>
            <p:nvPr/>
          </p:nvGrpSpPr>
          <p:grpSpPr>
            <a:xfrm rot="-5400000">
              <a:off x="-564590" y="2079321"/>
              <a:ext cx="3153315" cy="5119205"/>
              <a:chOff x="6643701" y="816087"/>
              <a:chExt cx="3153315" cy="5119205"/>
            </a:xfrm>
          </p:grpSpPr>
          <p:sp>
            <p:nvSpPr>
              <p:cNvPr id="812" name="Google Shape;812;p20"/>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13" name="Google Shape;813;p20"/>
              <p:cNvGrpSpPr/>
              <p:nvPr/>
            </p:nvGrpSpPr>
            <p:grpSpPr>
              <a:xfrm>
                <a:off x="8062611" y="3503222"/>
                <a:ext cx="134004" cy="134004"/>
                <a:chOff x="8356813" y="1074288"/>
                <a:chExt cx="351900" cy="351900"/>
              </a:xfrm>
            </p:grpSpPr>
            <p:sp>
              <p:nvSpPr>
                <p:cNvPr id="814" name="Google Shape;814;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5" name="Google Shape;815;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6" name="Google Shape;816;p20"/>
              <p:cNvGrpSpPr/>
              <p:nvPr/>
            </p:nvGrpSpPr>
            <p:grpSpPr>
              <a:xfrm>
                <a:off x="7678536" y="3129397"/>
                <a:ext cx="134004" cy="134004"/>
                <a:chOff x="8356813" y="1074288"/>
                <a:chExt cx="351900" cy="351900"/>
              </a:xfrm>
            </p:grpSpPr>
            <p:sp>
              <p:nvSpPr>
                <p:cNvPr id="817" name="Google Shape;817;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8" name="Google Shape;818;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9" name="Google Shape;819;p20"/>
              <p:cNvGrpSpPr/>
              <p:nvPr/>
            </p:nvGrpSpPr>
            <p:grpSpPr>
              <a:xfrm>
                <a:off x="8671986" y="2443197"/>
                <a:ext cx="134004" cy="134004"/>
                <a:chOff x="8356813" y="1074288"/>
                <a:chExt cx="351900" cy="351900"/>
              </a:xfrm>
            </p:grpSpPr>
            <p:sp>
              <p:nvSpPr>
                <p:cNvPr id="820" name="Google Shape;820;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1" name="Google Shape;821;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22" name="Google Shape;822;p20"/>
            <p:cNvSpPr/>
            <p:nvPr/>
          </p:nvSpPr>
          <p:spPr>
            <a:xfrm>
              <a:off x="-630272" y="2499757"/>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23" name="Google Shape;823;p20"/>
            <p:cNvGrpSpPr/>
            <p:nvPr/>
          </p:nvGrpSpPr>
          <p:grpSpPr>
            <a:xfrm rot="-5400000">
              <a:off x="99300" y="3411735"/>
              <a:ext cx="88151" cy="2151709"/>
              <a:chOff x="3054755" y="4367024"/>
              <a:chExt cx="88142" cy="1137387"/>
            </a:xfrm>
          </p:grpSpPr>
          <p:sp>
            <p:nvSpPr>
              <p:cNvPr id="824" name="Google Shape;824;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5" name="Google Shape;825;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26" name="Google Shape;826;p20"/>
            <p:cNvGrpSpPr/>
            <p:nvPr/>
          </p:nvGrpSpPr>
          <p:grpSpPr>
            <a:xfrm rot="-5400000">
              <a:off x="-28713" y="3651410"/>
              <a:ext cx="88151" cy="2151709"/>
              <a:chOff x="3054755" y="4367024"/>
              <a:chExt cx="88142" cy="1137387"/>
            </a:xfrm>
          </p:grpSpPr>
          <p:sp>
            <p:nvSpPr>
              <p:cNvPr id="827" name="Google Shape;827;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8" name="Google Shape;828;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829" name="Google Shape;829;p20"/>
          <p:cNvGrpSpPr/>
          <p:nvPr/>
        </p:nvGrpSpPr>
        <p:grpSpPr>
          <a:xfrm rot="-5400000">
            <a:off x="7274810" y="-1067450"/>
            <a:ext cx="3920501" cy="3213899"/>
            <a:chOff x="6643710" y="2822113"/>
            <a:chExt cx="3920501" cy="3213899"/>
          </a:xfrm>
        </p:grpSpPr>
        <p:pic>
          <p:nvPicPr>
            <p:cNvPr id="830" name="Google Shape;830;p20"/>
            <p:cNvPicPr preferRelativeResize="0"/>
            <p:nvPr/>
          </p:nvPicPr>
          <p:blipFill rotWithShape="1">
            <a:blip r:embed="rId2"/>
            <a:srcRect l="16960" t="24719" r="7121" b="26177"/>
            <a:stretch>
              <a:fillRect/>
            </a:stretch>
          </p:blipFill>
          <p:spPr>
            <a:xfrm>
              <a:off x="6643710" y="3043787"/>
              <a:ext cx="3920501" cy="2992224"/>
            </a:xfrm>
            <a:prstGeom prst="rect">
              <a:avLst/>
            </a:prstGeom>
            <a:noFill/>
            <a:ln>
              <a:noFill/>
            </a:ln>
          </p:spPr>
        </p:pic>
        <p:sp>
          <p:nvSpPr>
            <p:cNvPr id="831" name="Google Shape;831;p20"/>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2" name="Google Shape;832;p20"/>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3" name="Google Shape;833;p20"/>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34" name="Google Shape;834;p20"/>
            <p:cNvGrpSpPr/>
            <p:nvPr/>
          </p:nvGrpSpPr>
          <p:grpSpPr>
            <a:xfrm>
              <a:off x="8671987" y="3471620"/>
              <a:ext cx="699928" cy="1651024"/>
              <a:chOff x="8337812" y="3492483"/>
              <a:chExt cx="699928" cy="1651024"/>
            </a:xfrm>
          </p:grpSpPr>
          <p:sp>
            <p:nvSpPr>
              <p:cNvPr id="835" name="Google Shape;835;p20"/>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6" name="Google Shape;836;p20"/>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7" name="Google Shape;837;p20"/>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38" name="Google Shape;838;p20"/>
            <p:cNvGrpSpPr/>
            <p:nvPr/>
          </p:nvGrpSpPr>
          <p:grpSpPr>
            <a:xfrm>
              <a:off x="8279400" y="4281138"/>
              <a:ext cx="904666" cy="726121"/>
              <a:chOff x="7945225" y="4302000"/>
              <a:chExt cx="904666" cy="726121"/>
            </a:xfrm>
          </p:grpSpPr>
          <p:sp>
            <p:nvSpPr>
              <p:cNvPr id="839" name="Google Shape;839;p20"/>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0" name="Google Shape;840;p20"/>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1" name="Google Shape;841;p20"/>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842" name="Shape 842"/>
        <p:cNvGrpSpPr/>
        <p:nvPr/>
      </p:nvGrpSpPr>
      <p:grpSpPr>
        <a:xfrm>
          <a:off x="0" y="0"/>
          <a:ext cx="0" cy="0"/>
          <a:chOff x="0" y="0"/>
          <a:chExt cx="0" cy="0"/>
        </a:xfrm>
      </p:grpSpPr>
      <p:sp>
        <p:nvSpPr>
          <p:cNvPr id="843" name="Google Shape;843;p21"/>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44" name="Google Shape;844;p21"/>
          <p:cNvSpPr txBox="1"/>
          <p:nvPr>
            <p:ph type="body" idx="1"/>
          </p:nvPr>
        </p:nvSpPr>
        <p:spPr>
          <a:xfrm>
            <a:off x="720000" y="1139550"/>
            <a:ext cx="4528500" cy="6978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AutoNum type="arabicPeriod"/>
              <a:defRPr/>
            </a:lvl1pPr>
            <a:lvl2pPr marL="914400" lvl="1"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9pPr>
          </a:lstStyle>
          <a:p/>
        </p:txBody>
      </p:sp>
      <p:grpSp>
        <p:nvGrpSpPr>
          <p:cNvPr id="845" name="Google Shape;845;p21"/>
          <p:cNvGrpSpPr/>
          <p:nvPr/>
        </p:nvGrpSpPr>
        <p:grpSpPr>
          <a:xfrm>
            <a:off x="6846993" y="-1382193"/>
            <a:ext cx="4230595" cy="4230595"/>
            <a:chOff x="6597168" y="-1305993"/>
            <a:chExt cx="4230595" cy="4230595"/>
          </a:xfrm>
        </p:grpSpPr>
        <p:sp>
          <p:nvSpPr>
            <p:cNvPr id="846" name="Google Shape;846;p21"/>
            <p:cNvSpPr/>
            <p:nvPr/>
          </p:nvSpPr>
          <p:spPr>
            <a:xfrm rot="-8100000" flipH="1">
              <a:off x="7249845" y="-719557"/>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7" name="Google Shape;847;p21"/>
            <p:cNvSpPr/>
            <p:nvPr/>
          </p:nvSpPr>
          <p:spPr>
            <a:xfrm>
              <a:off x="83556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8" name="Google Shape;848;p21"/>
            <p:cNvSpPr/>
            <p:nvPr/>
          </p:nvSpPr>
          <p:spPr>
            <a:xfrm>
              <a:off x="86081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49" name="Google Shape;849;p21"/>
            <p:cNvGrpSpPr/>
            <p:nvPr/>
          </p:nvGrpSpPr>
          <p:grpSpPr>
            <a:xfrm>
              <a:off x="8449011" y="1244697"/>
              <a:ext cx="134100" cy="134100"/>
              <a:chOff x="-1999139" y="3143772"/>
              <a:chExt cx="134100" cy="134100"/>
            </a:xfrm>
          </p:grpSpPr>
          <p:sp>
            <p:nvSpPr>
              <p:cNvPr id="850" name="Google Shape;850;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1" name="Google Shape;851;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2" name="Google Shape;852;p21"/>
            <p:cNvGrpSpPr/>
            <p:nvPr/>
          </p:nvGrpSpPr>
          <p:grpSpPr>
            <a:xfrm>
              <a:off x="8577286" y="2178484"/>
              <a:ext cx="134100" cy="134100"/>
              <a:chOff x="-1999139" y="3143772"/>
              <a:chExt cx="134100" cy="134100"/>
            </a:xfrm>
          </p:grpSpPr>
          <p:sp>
            <p:nvSpPr>
              <p:cNvPr id="853" name="Google Shape;853;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4" name="Google Shape;854;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5" name="Google Shape;855;p21"/>
            <p:cNvGrpSpPr/>
            <p:nvPr/>
          </p:nvGrpSpPr>
          <p:grpSpPr>
            <a:xfrm>
              <a:off x="8526386" y="311022"/>
              <a:ext cx="134004" cy="134004"/>
              <a:chOff x="8356813" y="1074288"/>
              <a:chExt cx="351900" cy="351900"/>
            </a:xfrm>
          </p:grpSpPr>
          <p:sp>
            <p:nvSpPr>
              <p:cNvPr id="856" name="Google Shape;856;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7" name="Google Shape;857;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858" name="Google Shape;858;p21"/>
            <p:cNvPicPr preferRelativeResize="0"/>
            <p:nvPr/>
          </p:nvPicPr>
          <p:blipFill rotWithShape="1">
            <a:blip r:embed="rId2"/>
            <a:srcRect l="16960" t="24719" r="7121" b="26177"/>
            <a:stretch>
              <a:fillRect/>
            </a:stretch>
          </p:blipFill>
          <p:spPr>
            <a:xfrm>
              <a:off x="6929350" y="-1036475"/>
              <a:ext cx="2441950" cy="1863749"/>
            </a:xfrm>
            <a:prstGeom prst="rect">
              <a:avLst/>
            </a:prstGeom>
            <a:noFill/>
            <a:ln>
              <a:noFill/>
            </a:ln>
          </p:spPr>
        </p:pic>
      </p:grpSp>
      <p:grpSp>
        <p:nvGrpSpPr>
          <p:cNvPr id="859" name="Google Shape;859;p21"/>
          <p:cNvGrpSpPr/>
          <p:nvPr/>
        </p:nvGrpSpPr>
        <p:grpSpPr>
          <a:xfrm rot="5400000">
            <a:off x="-1981527" y="1924690"/>
            <a:ext cx="6191222" cy="6191222"/>
            <a:chOff x="-2825827" y="1271890"/>
            <a:chExt cx="6191222" cy="6191222"/>
          </a:xfrm>
        </p:grpSpPr>
        <p:pic>
          <p:nvPicPr>
            <p:cNvPr id="860" name="Google Shape;860;p21"/>
            <p:cNvPicPr preferRelativeResize="0"/>
            <p:nvPr/>
          </p:nvPicPr>
          <p:blipFill rotWithShape="1">
            <a:blip r:embed="rId2"/>
            <a:srcRect l="16960" t="24719" r="7121" b="26177"/>
            <a:stretch>
              <a:fillRect/>
            </a:stretch>
          </p:blipFill>
          <p:spPr>
            <a:xfrm>
              <a:off x="-680950" y="3866725"/>
              <a:ext cx="2441950" cy="1863749"/>
            </a:xfrm>
            <a:prstGeom prst="rect">
              <a:avLst/>
            </a:prstGeom>
            <a:noFill/>
            <a:ln>
              <a:noFill/>
            </a:ln>
          </p:spPr>
        </p:pic>
        <p:grpSp>
          <p:nvGrpSpPr>
            <p:cNvPr id="861" name="Google Shape;861;p21"/>
            <p:cNvGrpSpPr/>
            <p:nvPr/>
          </p:nvGrpSpPr>
          <p:grpSpPr>
            <a:xfrm>
              <a:off x="-2825827" y="1271890"/>
              <a:ext cx="6191222" cy="6191222"/>
              <a:chOff x="-2825827" y="1271890"/>
              <a:chExt cx="6191222" cy="6191222"/>
            </a:xfrm>
          </p:grpSpPr>
          <p:sp>
            <p:nvSpPr>
              <p:cNvPr id="862" name="Google Shape;862;p21"/>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3" name="Google Shape;863;p21"/>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64" name="Google Shape;864;p21"/>
              <p:cNvGrpSpPr/>
              <p:nvPr/>
            </p:nvGrpSpPr>
            <p:grpSpPr>
              <a:xfrm rot="10800000">
                <a:off x="384881" y="3042905"/>
                <a:ext cx="134100" cy="134100"/>
                <a:chOff x="-1999139" y="3143772"/>
                <a:chExt cx="134100" cy="134100"/>
              </a:xfrm>
            </p:grpSpPr>
            <p:sp>
              <p:nvSpPr>
                <p:cNvPr id="865" name="Google Shape;865;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6" name="Google Shape;866;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67" name="Google Shape;867;p21"/>
              <p:cNvGrpSpPr/>
              <p:nvPr/>
            </p:nvGrpSpPr>
            <p:grpSpPr>
              <a:xfrm rot="10800000">
                <a:off x="146106" y="3710980"/>
                <a:ext cx="134100" cy="134100"/>
                <a:chOff x="-1999139" y="3143772"/>
                <a:chExt cx="134100" cy="134100"/>
              </a:xfrm>
            </p:grpSpPr>
            <p:sp>
              <p:nvSpPr>
                <p:cNvPr id="868" name="Google Shape;868;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9" name="Google Shape;869;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70" name="Google Shape;870;p21"/>
              <p:cNvGrpSpPr/>
              <p:nvPr/>
            </p:nvGrpSpPr>
            <p:grpSpPr>
              <a:xfrm>
                <a:off x="-102297" y="3780153"/>
                <a:ext cx="939901" cy="2449421"/>
                <a:chOff x="-102297" y="3780153"/>
                <a:chExt cx="939901" cy="2449421"/>
              </a:xfrm>
            </p:grpSpPr>
            <p:sp>
              <p:nvSpPr>
                <p:cNvPr id="871" name="Google Shape;871;p21"/>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2" name="Google Shape;872;p21"/>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73" name="Google Shape;873;p21"/>
                <p:cNvGrpSpPr/>
                <p:nvPr/>
              </p:nvGrpSpPr>
              <p:grpSpPr>
                <a:xfrm rot="10800000">
                  <a:off x="532825" y="5492502"/>
                  <a:ext cx="134004" cy="134004"/>
                  <a:chOff x="8356813" y="1074288"/>
                  <a:chExt cx="351900" cy="351900"/>
                </a:xfrm>
              </p:grpSpPr>
              <p:sp>
                <p:nvSpPr>
                  <p:cNvPr id="874" name="Google Shape;874;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5" name="Google Shape;875;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3">
  <p:cSld name="CUSTOM_4_1_1">
    <p:spTree>
      <p:nvGrpSpPr>
        <p:cNvPr id="876" name="Shape 876"/>
        <p:cNvGrpSpPr/>
        <p:nvPr/>
      </p:nvGrpSpPr>
      <p:grpSpPr>
        <a:xfrm>
          <a:off x="0" y="0"/>
          <a:ext cx="0" cy="0"/>
          <a:chOff x="0" y="0"/>
          <a:chExt cx="0" cy="0"/>
        </a:xfrm>
      </p:grpSpPr>
      <p:grpSp>
        <p:nvGrpSpPr>
          <p:cNvPr id="877" name="Google Shape;877;p22"/>
          <p:cNvGrpSpPr/>
          <p:nvPr/>
        </p:nvGrpSpPr>
        <p:grpSpPr>
          <a:xfrm>
            <a:off x="4582521" y="2433470"/>
            <a:ext cx="5022035" cy="4764449"/>
            <a:chOff x="4571996" y="2268220"/>
            <a:chExt cx="5022035" cy="4764449"/>
          </a:xfrm>
        </p:grpSpPr>
        <p:pic>
          <p:nvPicPr>
            <p:cNvPr id="878" name="Google Shape;878;p22"/>
            <p:cNvPicPr preferRelativeResize="0"/>
            <p:nvPr/>
          </p:nvPicPr>
          <p:blipFill rotWithShape="1">
            <a:blip r:embed="rId2"/>
            <a:srcRect l="16960" t="24719" r="7121" b="26177"/>
            <a:stretch>
              <a:fillRect/>
            </a:stretch>
          </p:blipFill>
          <p:spPr>
            <a:xfrm flipH="1">
              <a:off x="5978271" y="3376950"/>
              <a:ext cx="3615750" cy="2759625"/>
            </a:xfrm>
            <a:prstGeom prst="rect">
              <a:avLst/>
            </a:prstGeom>
            <a:noFill/>
            <a:ln>
              <a:noFill/>
            </a:ln>
          </p:spPr>
        </p:pic>
        <p:grpSp>
          <p:nvGrpSpPr>
            <p:cNvPr id="879" name="Google Shape;879;p22"/>
            <p:cNvGrpSpPr/>
            <p:nvPr/>
          </p:nvGrpSpPr>
          <p:grpSpPr>
            <a:xfrm rot="10800000">
              <a:off x="4571996" y="2268220"/>
              <a:ext cx="5022035" cy="4764449"/>
              <a:chOff x="-494406" y="-1584825"/>
              <a:chExt cx="4397193" cy="4171657"/>
            </a:xfrm>
          </p:grpSpPr>
          <p:grpSp>
            <p:nvGrpSpPr>
              <p:cNvPr id="880" name="Google Shape;880;p22"/>
              <p:cNvGrpSpPr/>
              <p:nvPr/>
            </p:nvGrpSpPr>
            <p:grpSpPr>
              <a:xfrm>
                <a:off x="245875" y="-51824"/>
                <a:ext cx="208200" cy="1824700"/>
                <a:chOff x="1040050" y="3812126"/>
                <a:chExt cx="208200" cy="1824700"/>
              </a:xfrm>
            </p:grpSpPr>
            <p:sp>
              <p:nvSpPr>
                <p:cNvPr id="881" name="Google Shape;881;p22"/>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2" name="Google Shape;882;p22"/>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83" name="Google Shape;883;p22"/>
              <p:cNvGrpSpPr/>
              <p:nvPr/>
            </p:nvGrpSpPr>
            <p:grpSpPr>
              <a:xfrm rot="-8100000">
                <a:off x="540898" y="-1172741"/>
                <a:ext cx="2552124" cy="3347490"/>
                <a:chOff x="2976325" y="908175"/>
                <a:chExt cx="4028179" cy="5283555"/>
              </a:xfrm>
            </p:grpSpPr>
            <p:sp>
              <p:nvSpPr>
                <p:cNvPr id="884" name="Google Shape;884;p22"/>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5" name="Google Shape;885;p22"/>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6" name="Google Shape;886;p22"/>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87" name="Google Shape;887;p22"/>
              <p:cNvGrpSpPr/>
              <p:nvPr/>
            </p:nvGrpSpPr>
            <p:grpSpPr>
              <a:xfrm>
                <a:off x="-1" y="621223"/>
                <a:ext cx="699940" cy="478601"/>
                <a:chOff x="39722" y="4349021"/>
                <a:chExt cx="1061964" cy="726143"/>
              </a:xfrm>
            </p:grpSpPr>
            <p:grpSp>
              <p:nvGrpSpPr>
                <p:cNvPr id="888" name="Google Shape;888;p22"/>
                <p:cNvGrpSpPr/>
                <p:nvPr/>
              </p:nvGrpSpPr>
              <p:grpSpPr>
                <a:xfrm rot="2700000">
                  <a:off x="140502" y="4460924"/>
                  <a:ext cx="524584" cy="502337"/>
                  <a:chOff x="1189791" y="-1767331"/>
                  <a:chExt cx="904284" cy="865933"/>
                </a:xfrm>
              </p:grpSpPr>
              <p:sp>
                <p:nvSpPr>
                  <p:cNvPr id="889" name="Google Shape;88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90" name="Google Shape;890;p22"/>
                  <p:cNvGrpSpPr/>
                  <p:nvPr/>
                </p:nvGrpSpPr>
                <p:grpSpPr>
                  <a:xfrm>
                    <a:off x="1232795" y="-1740829"/>
                    <a:ext cx="717621" cy="717392"/>
                    <a:chOff x="1483457" y="3953671"/>
                    <a:chExt cx="717621" cy="717392"/>
                  </a:xfrm>
                </p:grpSpPr>
                <p:sp>
                  <p:nvSpPr>
                    <p:cNvPr id="891" name="Google Shape;89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2" name="Google Shape;89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3" name="Google Shape;89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4" name="Google Shape;89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5" name="Google Shape;89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96" name="Google Shape;89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97" name="Google Shape;897;p22"/>
              <p:cNvGrpSpPr/>
              <p:nvPr/>
            </p:nvGrpSpPr>
            <p:grpSpPr>
              <a:xfrm>
                <a:off x="955673" y="11"/>
                <a:ext cx="592576" cy="405260"/>
                <a:chOff x="39722" y="4349021"/>
                <a:chExt cx="1061964" cy="726143"/>
              </a:xfrm>
            </p:grpSpPr>
            <p:grpSp>
              <p:nvGrpSpPr>
                <p:cNvPr id="898" name="Google Shape;898;p22"/>
                <p:cNvGrpSpPr/>
                <p:nvPr/>
              </p:nvGrpSpPr>
              <p:grpSpPr>
                <a:xfrm rot="2700000">
                  <a:off x="140502" y="4460924"/>
                  <a:ext cx="524584" cy="502337"/>
                  <a:chOff x="1189791" y="-1767331"/>
                  <a:chExt cx="904284" cy="865933"/>
                </a:xfrm>
              </p:grpSpPr>
              <p:sp>
                <p:nvSpPr>
                  <p:cNvPr id="899" name="Google Shape;89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00" name="Google Shape;900;p22"/>
                  <p:cNvGrpSpPr/>
                  <p:nvPr/>
                </p:nvGrpSpPr>
                <p:grpSpPr>
                  <a:xfrm>
                    <a:off x="1232795" y="-1740829"/>
                    <a:ext cx="717621" cy="717392"/>
                    <a:chOff x="1483457" y="3953671"/>
                    <a:chExt cx="717621" cy="717392"/>
                  </a:xfrm>
                </p:grpSpPr>
                <p:sp>
                  <p:nvSpPr>
                    <p:cNvPr id="901" name="Google Shape;90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2" name="Google Shape;90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3" name="Google Shape;90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4" name="Google Shape;90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5" name="Google Shape;90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06" name="Google Shape;90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07" name="Google Shape;907;p22"/>
              <p:cNvGrpSpPr/>
              <p:nvPr/>
            </p:nvGrpSpPr>
            <p:grpSpPr>
              <a:xfrm>
                <a:off x="441574" y="-36652"/>
                <a:ext cx="699940" cy="478601"/>
                <a:chOff x="39722" y="4349021"/>
                <a:chExt cx="1061964" cy="726143"/>
              </a:xfrm>
            </p:grpSpPr>
            <p:grpSp>
              <p:nvGrpSpPr>
                <p:cNvPr id="908" name="Google Shape;908;p22"/>
                <p:cNvGrpSpPr/>
                <p:nvPr/>
              </p:nvGrpSpPr>
              <p:grpSpPr>
                <a:xfrm rot="2700000">
                  <a:off x="140502" y="4460924"/>
                  <a:ext cx="524584" cy="502337"/>
                  <a:chOff x="1189791" y="-1767331"/>
                  <a:chExt cx="904284" cy="865933"/>
                </a:xfrm>
              </p:grpSpPr>
              <p:sp>
                <p:nvSpPr>
                  <p:cNvPr id="909" name="Google Shape;90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10" name="Google Shape;910;p22"/>
                  <p:cNvGrpSpPr/>
                  <p:nvPr/>
                </p:nvGrpSpPr>
                <p:grpSpPr>
                  <a:xfrm>
                    <a:off x="1232795" y="-1740829"/>
                    <a:ext cx="717621" cy="717392"/>
                    <a:chOff x="1483457" y="3953671"/>
                    <a:chExt cx="717621" cy="717392"/>
                  </a:xfrm>
                </p:grpSpPr>
                <p:sp>
                  <p:nvSpPr>
                    <p:cNvPr id="911" name="Google Shape;91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2" name="Google Shape;91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3" name="Google Shape;91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4" name="Google Shape;91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5" name="Google Shape;91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16" name="Google Shape;91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17" name="Google Shape;917;p22"/>
              <p:cNvGrpSpPr/>
              <p:nvPr/>
            </p:nvGrpSpPr>
            <p:grpSpPr>
              <a:xfrm>
                <a:off x="-494406" y="-252396"/>
                <a:ext cx="1741563" cy="1288563"/>
                <a:chOff x="-494406" y="-252396"/>
                <a:chExt cx="1741563" cy="1288563"/>
              </a:xfrm>
            </p:grpSpPr>
            <p:sp>
              <p:nvSpPr>
                <p:cNvPr id="918" name="Google Shape;918;p22"/>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9" name="Google Shape;919;p22"/>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20" name="Google Shape;920;p22"/>
            <p:cNvGrpSpPr/>
            <p:nvPr/>
          </p:nvGrpSpPr>
          <p:grpSpPr>
            <a:xfrm>
              <a:off x="5643425" y="4968525"/>
              <a:ext cx="439200" cy="439100"/>
              <a:chOff x="1101075" y="2142375"/>
              <a:chExt cx="439200" cy="439100"/>
            </a:xfrm>
          </p:grpSpPr>
          <p:sp>
            <p:nvSpPr>
              <p:cNvPr id="921" name="Google Shape;921;p2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2" name="Google Shape;922;p2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23" name="Google Shape;923;p22"/>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24" name="Google Shape;924;p22"/>
          <p:cNvSpPr txBox="1"/>
          <p:nvPr>
            <p:ph type="body" idx="1"/>
          </p:nvPr>
        </p:nvSpPr>
        <p:spPr>
          <a:xfrm>
            <a:off x="720000" y="1139550"/>
            <a:ext cx="4290900" cy="3431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Char char="●"/>
              <a:defRPr sz="1200">
                <a:solidFill>
                  <a:srgbClr val="191919"/>
                </a:solidFill>
              </a:defRPr>
            </a:lvl1pPr>
            <a:lvl2pPr marL="914400" lvl="1" indent="-304800" rtl="0">
              <a:lnSpc>
                <a:spcPct val="115000"/>
              </a:lnSpc>
              <a:spcBef>
                <a:spcPts val="0"/>
              </a:spcBef>
              <a:spcAft>
                <a:spcPts val="0"/>
              </a:spcAft>
              <a:buClr>
                <a:srgbClr val="434343"/>
              </a:buClr>
              <a:buSzPts val="1200"/>
              <a:buFont typeface="Roboto Condensed Light"/>
              <a:buChar char="○"/>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Char char="■"/>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Char char="●"/>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Char char="○"/>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Char char="■"/>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Char char="●"/>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Char char="○"/>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sp>
        <p:nvSpPr>
          <p:cNvPr id="925" name="Google Shape;925;p22"/>
          <p:cNvSpPr txBox="1"/>
          <p:nvPr>
            <p:ph type="body" idx="2"/>
          </p:nvPr>
        </p:nvSpPr>
        <p:spPr>
          <a:xfrm>
            <a:off x="5249025" y="1139550"/>
            <a:ext cx="3174900" cy="3431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Char char="●"/>
              <a:defRPr sz="1200">
                <a:solidFill>
                  <a:srgbClr val="191919"/>
                </a:solidFill>
              </a:defRPr>
            </a:lvl1pPr>
            <a:lvl2pPr marL="914400" lvl="1" indent="-304800" rtl="0">
              <a:lnSpc>
                <a:spcPct val="115000"/>
              </a:lnSpc>
              <a:spcBef>
                <a:spcPts val="0"/>
              </a:spcBef>
              <a:spcAft>
                <a:spcPts val="0"/>
              </a:spcAft>
              <a:buClr>
                <a:srgbClr val="434343"/>
              </a:buClr>
              <a:buSzPts val="1200"/>
              <a:buFont typeface="Roboto Condensed Light"/>
              <a:buChar char="○"/>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Char char="■"/>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Char char="●"/>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Char char="○"/>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Char char="■"/>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Char char="●"/>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Char char="○"/>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grpSp>
        <p:nvGrpSpPr>
          <p:cNvPr id="926" name="Google Shape;926;p22"/>
          <p:cNvGrpSpPr/>
          <p:nvPr/>
        </p:nvGrpSpPr>
        <p:grpSpPr>
          <a:xfrm>
            <a:off x="-913829" y="-2335097"/>
            <a:ext cx="5022161" cy="4764814"/>
            <a:chOff x="-837629" y="-2258897"/>
            <a:chExt cx="5022161" cy="4764814"/>
          </a:xfrm>
        </p:grpSpPr>
        <p:grpSp>
          <p:nvGrpSpPr>
            <p:cNvPr id="927" name="Google Shape;927;p22"/>
            <p:cNvGrpSpPr/>
            <p:nvPr/>
          </p:nvGrpSpPr>
          <p:grpSpPr>
            <a:xfrm>
              <a:off x="-837629" y="-736613"/>
              <a:ext cx="1989039" cy="1471668"/>
              <a:chOff x="-494406" y="-252396"/>
              <a:chExt cx="1741563" cy="1288563"/>
            </a:xfrm>
          </p:grpSpPr>
          <p:sp>
            <p:nvSpPr>
              <p:cNvPr id="928" name="Google Shape;928;p22"/>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9" name="Google Shape;929;p22"/>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0" name="Google Shape;930;p22"/>
            <p:cNvGrpSpPr/>
            <p:nvPr/>
          </p:nvGrpSpPr>
          <p:grpSpPr>
            <a:xfrm rot="-8100000">
              <a:off x="344623" y="-1788220"/>
              <a:ext cx="2915004" cy="3823461"/>
              <a:chOff x="2976325" y="908175"/>
              <a:chExt cx="4028179" cy="5283555"/>
            </a:xfrm>
          </p:grpSpPr>
          <p:sp>
            <p:nvSpPr>
              <p:cNvPr id="931" name="Google Shape;931;p22"/>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2" name="Google Shape;932;p22"/>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3" name="Google Shape;933;p22"/>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4" name="Google Shape;934;p22"/>
            <p:cNvGrpSpPr/>
            <p:nvPr/>
          </p:nvGrpSpPr>
          <p:grpSpPr>
            <a:xfrm>
              <a:off x="-272968" y="261330"/>
              <a:ext cx="799446" cy="546640"/>
              <a:chOff x="39722" y="4349021"/>
              <a:chExt cx="1061964" cy="726143"/>
            </a:xfrm>
          </p:grpSpPr>
          <p:grpSp>
            <p:nvGrpSpPr>
              <p:cNvPr id="935" name="Google Shape;935;p22"/>
              <p:cNvGrpSpPr/>
              <p:nvPr/>
            </p:nvGrpSpPr>
            <p:grpSpPr>
              <a:xfrm rot="2700000">
                <a:off x="140502" y="4460924"/>
                <a:ext cx="524584" cy="502337"/>
                <a:chOff x="1189791" y="-1767331"/>
                <a:chExt cx="904284" cy="865933"/>
              </a:xfrm>
            </p:grpSpPr>
            <p:sp>
              <p:nvSpPr>
                <p:cNvPr id="936" name="Google Shape;936;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37" name="Google Shape;937;p22"/>
                <p:cNvGrpSpPr/>
                <p:nvPr/>
              </p:nvGrpSpPr>
              <p:grpSpPr>
                <a:xfrm>
                  <a:off x="1232795" y="-1740829"/>
                  <a:ext cx="717621" cy="717392"/>
                  <a:chOff x="1483457" y="3953671"/>
                  <a:chExt cx="717621" cy="717392"/>
                </a:xfrm>
              </p:grpSpPr>
              <p:sp>
                <p:nvSpPr>
                  <p:cNvPr id="938" name="Google Shape;938;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9" name="Google Shape;939;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0" name="Google Shape;940;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1" name="Google Shape;941;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2" name="Google Shape;942;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43" name="Google Shape;943;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44" name="Google Shape;944;p22"/>
          <p:cNvGrpSpPr/>
          <p:nvPr/>
        </p:nvGrpSpPr>
        <p:grpSpPr>
          <a:xfrm>
            <a:off x="-224248" y="3297090"/>
            <a:ext cx="605804" cy="2417785"/>
            <a:chOff x="-224248" y="3297090"/>
            <a:chExt cx="605804" cy="2417785"/>
          </a:xfrm>
        </p:grpSpPr>
        <p:grpSp>
          <p:nvGrpSpPr>
            <p:cNvPr id="945" name="Google Shape;945;p22"/>
            <p:cNvGrpSpPr/>
            <p:nvPr/>
          </p:nvGrpSpPr>
          <p:grpSpPr>
            <a:xfrm>
              <a:off x="143770" y="3630885"/>
              <a:ext cx="237785" cy="2083990"/>
              <a:chOff x="1040050" y="3812126"/>
              <a:chExt cx="208200" cy="1824700"/>
            </a:xfrm>
          </p:grpSpPr>
          <p:sp>
            <p:nvSpPr>
              <p:cNvPr id="946" name="Google Shape;946;p22"/>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7" name="Google Shape;947;p22"/>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48" name="Google Shape;948;p22"/>
            <p:cNvGrpSpPr/>
            <p:nvPr/>
          </p:nvGrpSpPr>
          <p:grpSpPr>
            <a:xfrm rot="10800000">
              <a:off x="-224248" y="3297090"/>
              <a:ext cx="439200" cy="439100"/>
              <a:chOff x="1101075" y="2142375"/>
              <a:chExt cx="439200" cy="439100"/>
            </a:xfrm>
          </p:grpSpPr>
          <p:sp>
            <p:nvSpPr>
              <p:cNvPr id="949" name="Google Shape;949;p2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0" name="Google Shape;950;p2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51" name="Google Shape;951;p22"/>
          <p:cNvGrpSpPr/>
          <p:nvPr/>
        </p:nvGrpSpPr>
        <p:grpSpPr>
          <a:xfrm>
            <a:off x="3585480" y="-1456810"/>
            <a:ext cx="3681465" cy="2759625"/>
            <a:chOff x="3585480" y="-1380610"/>
            <a:chExt cx="3681465" cy="2759625"/>
          </a:xfrm>
        </p:grpSpPr>
        <p:pic>
          <p:nvPicPr>
            <p:cNvPr id="952" name="Google Shape;952;p22"/>
            <p:cNvPicPr preferRelativeResize="0"/>
            <p:nvPr/>
          </p:nvPicPr>
          <p:blipFill rotWithShape="1">
            <a:blip r:embed="rId2"/>
            <a:srcRect l="16960" t="24719" r="7121" b="26177"/>
            <a:stretch>
              <a:fillRect/>
            </a:stretch>
          </p:blipFill>
          <p:spPr>
            <a:xfrm rot="10800000" flipH="1">
              <a:off x="3585480" y="-1380610"/>
              <a:ext cx="3615750" cy="2759625"/>
            </a:xfrm>
            <a:prstGeom prst="rect">
              <a:avLst/>
            </a:prstGeom>
            <a:noFill/>
            <a:ln>
              <a:noFill/>
            </a:ln>
          </p:spPr>
        </p:pic>
        <p:grpSp>
          <p:nvGrpSpPr>
            <p:cNvPr id="953" name="Google Shape;953;p22"/>
            <p:cNvGrpSpPr/>
            <p:nvPr/>
          </p:nvGrpSpPr>
          <p:grpSpPr>
            <a:xfrm>
              <a:off x="6590156" y="-232440"/>
              <a:ext cx="676790" cy="462843"/>
              <a:chOff x="39722" y="4349021"/>
              <a:chExt cx="1061964" cy="726143"/>
            </a:xfrm>
          </p:grpSpPr>
          <p:grpSp>
            <p:nvGrpSpPr>
              <p:cNvPr id="954" name="Google Shape;954;p22"/>
              <p:cNvGrpSpPr/>
              <p:nvPr/>
            </p:nvGrpSpPr>
            <p:grpSpPr>
              <a:xfrm rot="2700000">
                <a:off x="140502" y="4460924"/>
                <a:ext cx="524584" cy="502337"/>
                <a:chOff x="1189791" y="-1767331"/>
                <a:chExt cx="904284" cy="865933"/>
              </a:xfrm>
            </p:grpSpPr>
            <p:sp>
              <p:nvSpPr>
                <p:cNvPr id="955" name="Google Shape;955;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56" name="Google Shape;956;p22"/>
                <p:cNvGrpSpPr/>
                <p:nvPr/>
              </p:nvGrpSpPr>
              <p:grpSpPr>
                <a:xfrm>
                  <a:off x="1232795" y="-1740829"/>
                  <a:ext cx="717621" cy="717392"/>
                  <a:chOff x="1483457" y="3953671"/>
                  <a:chExt cx="717621" cy="717392"/>
                </a:xfrm>
              </p:grpSpPr>
              <p:sp>
                <p:nvSpPr>
                  <p:cNvPr id="957" name="Google Shape;957;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8" name="Google Shape;958;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9" name="Google Shape;959;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0" name="Google Shape;960;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1" name="Google Shape;961;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62" name="Google Shape;962;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63" name="Google Shape;963;p22"/>
            <p:cNvGrpSpPr/>
            <p:nvPr/>
          </p:nvGrpSpPr>
          <p:grpSpPr>
            <a:xfrm>
              <a:off x="6003005" y="-274104"/>
              <a:ext cx="799446" cy="546640"/>
              <a:chOff x="39722" y="4349021"/>
              <a:chExt cx="1061964" cy="726143"/>
            </a:xfrm>
          </p:grpSpPr>
          <p:grpSp>
            <p:nvGrpSpPr>
              <p:cNvPr id="964" name="Google Shape;964;p22"/>
              <p:cNvGrpSpPr/>
              <p:nvPr/>
            </p:nvGrpSpPr>
            <p:grpSpPr>
              <a:xfrm rot="2700000">
                <a:off x="140502" y="4460924"/>
                <a:ext cx="524584" cy="502337"/>
                <a:chOff x="1189791" y="-1767331"/>
                <a:chExt cx="904284" cy="865933"/>
              </a:xfrm>
            </p:grpSpPr>
            <p:sp>
              <p:nvSpPr>
                <p:cNvPr id="965" name="Google Shape;965;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66" name="Google Shape;966;p22"/>
                <p:cNvGrpSpPr/>
                <p:nvPr/>
              </p:nvGrpSpPr>
              <p:grpSpPr>
                <a:xfrm>
                  <a:off x="1232795" y="-1740829"/>
                  <a:ext cx="717621" cy="717392"/>
                  <a:chOff x="1483457" y="3953671"/>
                  <a:chExt cx="717621" cy="717392"/>
                </a:xfrm>
              </p:grpSpPr>
              <p:sp>
                <p:nvSpPr>
                  <p:cNvPr id="967" name="Google Shape;967;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8" name="Google Shape;968;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9" name="Google Shape;969;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0" name="Google Shape;970;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1" name="Google Shape;971;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72" name="Google Shape;972;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973" name="Shape 973"/>
        <p:cNvGrpSpPr/>
        <p:nvPr/>
      </p:nvGrpSpPr>
      <p:grpSpPr>
        <a:xfrm>
          <a:off x="0" y="0"/>
          <a:ext cx="0" cy="0"/>
          <a:chOff x="0" y="0"/>
          <a:chExt cx="0" cy="0"/>
        </a:xfrm>
      </p:grpSpPr>
      <p:sp>
        <p:nvSpPr>
          <p:cNvPr id="974" name="Google Shape;974;p2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75" name="Google Shape;975;p23"/>
          <p:cNvSpPr txBox="1"/>
          <p:nvPr>
            <p:ph type="subTitle" idx="1"/>
          </p:nvPr>
        </p:nvSpPr>
        <p:spPr>
          <a:xfrm>
            <a:off x="713225" y="2041525"/>
            <a:ext cx="5578500" cy="606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976" name="Google Shape;976;p23"/>
          <p:cNvSpPr txBox="1"/>
          <p:nvPr>
            <p:ph type="subTitle" idx="2"/>
          </p:nvPr>
        </p:nvSpPr>
        <p:spPr>
          <a:xfrm>
            <a:off x="713225" y="3366650"/>
            <a:ext cx="5578500" cy="642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977" name="Google Shape;977;p23"/>
          <p:cNvSpPr txBox="1"/>
          <p:nvPr>
            <p:ph type="subTitle" idx="3"/>
          </p:nvPr>
        </p:nvSpPr>
        <p:spPr>
          <a:xfrm>
            <a:off x="713225" y="1679400"/>
            <a:ext cx="55785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978" name="Google Shape;978;p23"/>
          <p:cNvSpPr txBox="1"/>
          <p:nvPr>
            <p:ph type="subTitle" idx="4"/>
          </p:nvPr>
        </p:nvSpPr>
        <p:spPr>
          <a:xfrm>
            <a:off x="713225" y="3040550"/>
            <a:ext cx="55785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979" name="Google Shape;979;p23"/>
          <p:cNvGrpSpPr/>
          <p:nvPr/>
        </p:nvGrpSpPr>
        <p:grpSpPr>
          <a:xfrm rot="-5400000" flipH="1">
            <a:off x="6239121" y="1032770"/>
            <a:ext cx="5022035" cy="4764449"/>
            <a:chOff x="4571996" y="2268220"/>
            <a:chExt cx="5022035" cy="4764449"/>
          </a:xfrm>
        </p:grpSpPr>
        <p:pic>
          <p:nvPicPr>
            <p:cNvPr id="980" name="Google Shape;980;p23"/>
            <p:cNvPicPr preferRelativeResize="0"/>
            <p:nvPr/>
          </p:nvPicPr>
          <p:blipFill rotWithShape="1">
            <a:blip r:embed="rId2"/>
            <a:srcRect l="16960" t="24719" r="7121" b="26177"/>
            <a:stretch>
              <a:fillRect/>
            </a:stretch>
          </p:blipFill>
          <p:spPr>
            <a:xfrm flipH="1">
              <a:off x="5978271" y="3376950"/>
              <a:ext cx="3615750" cy="2759625"/>
            </a:xfrm>
            <a:prstGeom prst="rect">
              <a:avLst/>
            </a:prstGeom>
            <a:noFill/>
            <a:ln>
              <a:noFill/>
            </a:ln>
          </p:spPr>
        </p:pic>
        <p:grpSp>
          <p:nvGrpSpPr>
            <p:cNvPr id="981" name="Google Shape;981;p23"/>
            <p:cNvGrpSpPr/>
            <p:nvPr/>
          </p:nvGrpSpPr>
          <p:grpSpPr>
            <a:xfrm rot="10800000">
              <a:off x="4571996" y="2268220"/>
              <a:ext cx="5022035" cy="4764449"/>
              <a:chOff x="-494406" y="-1584825"/>
              <a:chExt cx="4397193" cy="4171657"/>
            </a:xfrm>
          </p:grpSpPr>
          <p:grpSp>
            <p:nvGrpSpPr>
              <p:cNvPr id="982" name="Google Shape;982;p23"/>
              <p:cNvGrpSpPr/>
              <p:nvPr/>
            </p:nvGrpSpPr>
            <p:grpSpPr>
              <a:xfrm>
                <a:off x="245875" y="-51824"/>
                <a:ext cx="208200" cy="1824700"/>
                <a:chOff x="1040050" y="3812126"/>
                <a:chExt cx="208200" cy="1824700"/>
              </a:xfrm>
            </p:grpSpPr>
            <p:sp>
              <p:nvSpPr>
                <p:cNvPr id="983" name="Google Shape;983;p2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4" name="Google Shape;984;p2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85" name="Google Shape;985;p23"/>
              <p:cNvGrpSpPr/>
              <p:nvPr/>
            </p:nvGrpSpPr>
            <p:grpSpPr>
              <a:xfrm rot="-8100000">
                <a:off x="540898" y="-1172741"/>
                <a:ext cx="2552124" cy="3347490"/>
                <a:chOff x="2976325" y="908175"/>
                <a:chExt cx="4028179" cy="5283555"/>
              </a:xfrm>
            </p:grpSpPr>
            <p:sp>
              <p:nvSpPr>
                <p:cNvPr id="986" name="Google Shape;986;p2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7" name="Google Shape;987;p2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8" name="Google Shape;988;p2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89" name="Google Shape;989;p23"/>
              <p:cNvGrpSpPr/>
              <p:nvPr/>
            </p:nvGrpSpPr>
            <p:grpSpPr>
              <a:xfrm>
                <a:off x="-1" y="621223"/>
                <a:ext cx="699940" cy="478601"/>
                <a:chOff x="39722" y="4349021"/>
                <a:chExt cx="1061964" cy="726143"/>
              </a:xfrm>
            </p:grpSpPr>
            <p:grpSp>
              <p:nvGrpSpPr>
                <p:cNvPr id="990" name="Google Shape;990;p23"/>
                <p:cNvGrpSpPr/>
                <p:nvPr/>
              </p:nvGrpSpPr>
              <p:grpSpPr>
                <a:xfrm rot="2700000">
                  <a:off x="140502" y="4460924"/>
                  <a:ext cx="524584" cy="502337"/>
                  <a:chOff x="1189791" y="-1767331"/>
                  <a:chExt cx="904284" cy="865933"/>
                </a:xfrm>
              </p:grpSpPr>
              <p:sp>
                <p:nvSpPr>
                  <p:cNvPr id="991" name="Google Shape;99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92" name="Google Shape;992;p23"/>
                  <p:cNvGrpSpPr/>
                  <p:nvPr/>
                </p:nvGrpSpPr>
                <p:grpSpPr>
                  <a:xfrm>
                    <a:off x="1232795" y="-1740829"/>
                    <a:ext cx="717621" cy="717392"/>
                    <a:chOff x="1483457" y="3953671"/>
                    <a:chExt cx="717621" cy="717392"/>
                  </a:xfrm>
                </p:grpSpPr>
                <p:sp>
                  <p:nvSpPr>
                    <p:cNvPr id="993" name="Google Shape;99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4" name="Google Shape;99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5" name="Google Shape;99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6" name="Google Shape;99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7" name="Google Shape;99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98" name="Google Shape;99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99" name="Google Shape;999;p23"/>
              <p:cNvGrpSpPr/>
              <p:nvPr/>
            </p:nvGrpSpPr>
            <p:grpSpPr>
              <a:xfrm>
                <a:off x="955673" y="11"/>
                <a:ext cx="592576" cy="405260"/>
                <a:chOff x="39722" y="4349021"/>
                <a:chExt cx="1061964" cy="726143"/>
              </a:xfrm>
            </p:grpSpPr>
            <p:grpSp>
              <p:nvGrpSpPr>
                <p:cNvPr id="1000" name="Google Shape;1000;p23"/>
                <p:cNvGrpSpPr/>
                <p:nvPr/>
              </p:nvGrpSpPr>
              <p:grpSpPr>
                <a:xfrm rot="2700000">
                  <a:off x="140502" y="4460924"/>
                  <a:ext cx="524584" cy="502337"/>
                  <a:chOff x="1189791" y="-1767331"/>
                  <a:chExt cx="904284" cy="865933"/>
                </a:xfrm>
              </p:grpSpPr>
              <p:sp>
                <p:nvSpPr>
                  <p:cNvPr id="1001" name="Google Shape;100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02" name="Google Shape;1002;p23"/>
                  <p:cNvGrpSpPr/>
                  <p:nvPr/>
                </p:nvGrpSpPr>
                <p:grpSpPr>
                  <a:xfrm>
                    <a:off x="1232795" y="-1740829"/>
                    <a:ext cx="717621" cy="717392"/>
                    <a:chOff x="1483457" y="3953671"/>
                    <a:chExt cx="717621" cy="717392"/>
                  </a:xfrm>
                </p:grpSpPr>
                <p:sp>
                  <p:nvSpPr>
                    <p:cNvPr id="1003" name="Google Shape;100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4" name="Google Shape;100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5" name="Google Shape;100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6" name="Google Shape;100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7" name="Google Shape;100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08" name="Google Shape;100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09" name="Google Shape;1009;p23"/>
              <p:cNvGrpSpPr/>
              <p:nvPr/>
            </p:nvGrpSpPr>
            <p:grpSpPr>
              <a:xfrm>
                <a:off x="441574" y="-36652"/>
                <a:ext cx="699940" cy="478601"/>
                <a:chOff x="39722" y="4349021"/>
                <a:chExt cx="1061964" cy="726143"/>
              </a:xfrm>
            </p:grpSpPr>
            <p:grpSp>
              <p:nvGrpSpPr>
                <p:cNvPr id="1010" name="Google Shape;1010;p23"/>
                <p:cNvGrpSpPr/>
                <p:nvPr/>
              </p:nvGrpSpPr>
              <p:grpSpPr>
                <a:xfrm rot="2700000">
                  <a:off x="140502" y="4460924"/>
                  <a:ext cx="524584" cy="502337"/>
                  <a:chOff x="1189791" y="-1767331"/>
                  <a:chExt cx="904284" cy="865933"/>
                </a:xfrm>
              </p:grpSpPr>
              <p:sp>
                <p:nvSpPr>
                  <p:cNvPr id="1011" name="Google Shape;101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12" name="Google Shape;1012;p23"/>
                  <p:cNvGrpSpPr/>
                  <p:nvPr/>
                </p:nvGrpSpPr>
                <p:grpSpPr>
                  <a:xfrm>
                    <a:off x="1232795" y="-1740829"/>
                    <a:ext cx="717621" cy="717392"/>
                    <a:chOff x="1483457" y="3953671"/>
                    <a:chExt cx="717621" cy="717392"/>
                  </a:xfrm>
                </p:grpSpPr>
                <p:sp>
                  <p:nvSpPr>
                    <p:cNvPr id="1013" name="Google Shape;101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4" name="Google Shape;101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5" name="Google Shape;101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6" name="Google Shape;101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7" name="Google Shape;101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18" name="Google Shape;101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19" name="Google Shape;1019;p23"/>
              <p:cNvGrpSpPr/>
              <p:nvPr/>
            </p:nvGrpSpPr>
            <p:grpSpPr>
              <a:xfrm>
                <a:off x="-494406" y="-252396"/>
                <a:ext cx="1741563" cy="1288563"/>
                <a:chOff x="-494406" y="-252396"/>
                <a:chExt cx="1741563" cy="1288563"/>
              </a:xfrm>
            </p:grpSpPr>
            <p:sp>
              <p:nvSpPr>
                <p:cNvPr id="1020" name="Google Shape;1020;p2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1" name="Google Shape;1021;p2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22" name="Google Shape;1022;p23"/>
            <p:cNvGrpSpPr/>
            <p:nvPr/>
          </p:nvGrpSpPr>
          <p:grpSpPr>
            <a:xfrm>
              <a:off x="5643425" y="4968525"/>
              <a:ext cx="439200" cy="439100"/>
              <a:chOff x="1101075" y="2142375"/>
              <a:chExt cx="439200" cy="439100"/>
            </a:xfrm>
          </p:grpSpPr>
          <p:sp>
            <p:nvSpPr>
              <p:cNvPr id="1023" name="Google Shape;1023;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4" name="Google Shape;1024;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1025" name="Google Shape;1025;p23"/>
          <p:cNvPicPr preferRelativeResize="0"/>
          <p:nvPr/>
        </p:nvPicPr>
        <p:blipFill rotWithShape="1">
          <a:blip r:embed="rId2"/>
          <a:srcRect l="16960" t="24719" r="7121" b="26177"/>
          <a:stretch>
            <a:fillRect/>
          </a:stretch>
        </p:blipFill>
        <p:spPr>
          <a:xfrm rot="5400000">
            <a:off x="-1432850" y="882950"/>
            <a:ext cx="2441950" cy="1863749"/>
          </a:xfrm>
          <a:prstGeom prst="rect">
            <a:avLst/>
          </a:prstGeom>
          <a:noFill/>
          <a:ln>
            <a:noFill/>
          </a:ln>
        </p:spPr>
      </p:pic>
      <p:grpSp>
        <p:nvGrpSpPr>
          <p:cNvPr id="1026" name="Google Shape;1026;p23"/>
          <p:cNvGrpSpPr/>
          <p:nvPr/>
        </p:nvGrpSpPr>
        <p:grpSpPr>
          <a:xfrm rot="10800000">
            <a:off x="6045700" y="237976"/>
            <a:ext cx="4558967" cy="134100"/>
            <a:chOff x="796100" y="3019701"/>
            <a:chExt cx="4558967" cy="134100"/>
          </a:xfrm>
        </p:grpSpPr>
        <p:sp>
          <p:nvSpPr>
            <p:cNvPr id="1027" name="Google Shape;1027;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28" name="Google Shape;1028;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29" name="Google Shape;1029;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0" name="Google Shape;1030;p23"/>
          <p:cNvGrpSpPr/>
          <p:nvPr/>
        </p:nvGrpSpPr>
        <p:grpSpPr>
          <a:xfrm>
            <a:off x="-1143750" y="3925887"/>
            <a:ext cx="4558967" cy="1517787"/>
            <a:chOff x="-1143750" y="3849687"/>
            <a:chExt cx="4558967" cy="1517787"/>
          </a:xfrm>
        </p:grpSpPr>
        <p:grpSp>
          <p:nvGrpSpPr>
            <p:cNvPr id="1031" name="Google Shape;1031;p23"/>
            <p:cNvGrpSpPr/>
            <p:nvPr/>
          </p:nvGrpSpPr>
          <p:grpSpPr>
            <a:xfrm rot="5400000">
              <a:off x="-805838" y="4155104"/>
              <a:ext cx="1517787" cy="906953"/>
              <a:chOff x="-55500" y="4835979"/>
              <a:chExt cx="1517787" cy="906953"/>
            </a:xfrm>
          </p:grpSpPr>
          <p:sp>
            <p:nvSpPr>
              <p:cNvPr id="1032" name="Google Shape;1032;p23"/>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3" name="Google Shape;1033;p23"/>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4" name="Google Shape;1034;p23"/>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5" name="Google Shape;1035;p23"/>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6" name="Google Shape;1036;p23"/>
            <p:cNvGrpSpPr/>
            <p:nvPr/>
          </p:nvGrpSpPr>
          <p:grpSpPr>
            <a:xfrm>
              <a:off x="-549966" y="3946426"/>
              <a:ext cx="2833357" cy="1421047"/>
              <a:chOff x="-677366" y="4067276"/>
              <a:chExt cx="2833357" cy="1421047"/>
            </a:xfrm>
          </p:grpSpPr>
          <p:sp>
            <p:nvSpPr>
              <p:cNvPr id="1037" name="Google Shape;1037;p23"/>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38" name="Google Shape;1038;p23"/>
              <p:cNvGrpSpPr/>
              <p:nvPr/>
            </p:nvGrpSpPr>
            <p:grpSpPr>
              <a:xfrm>
                <a:off x="317735" y="4614472"/>
                <a:ext cx="161977" cy="161940"/>
                <a:chOff x="1101075" y="2142375"/>
                <a:chExt cx="439200" cy="439100"/>
              </a:xfrm>
            </p:grpSpPr>
            <p:sp>
              <p:nvSpPr>
                <p:cNvPr id="1039" name="Google Shape;1039;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0" name="Google Shape;1040;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41" name="Google Shape;1041;p23"/>
              <p:cNvGrpSpPr/>
              <p:nvPr/>
            </p:nvGrpSpPr>
            <p:grpSpPr>
              <a:xfrm rot="10800000">
                <a:off x="1700151" y="5032693"/>
                <a:ext cx="161977" cy="161940"/>
                <a:chOff x="1101075" y="2142375"/>
                <a:chExt cx="439200" cy="439100"/>
              </a:xfrm>
            </p:grpSpPr>
            <p:sp>
              <p:nvSpPr>
                <p:cNvPr id="1042" name="Google Shape;1042;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3" name="Google Shape;1043;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44" name="Google Shape;1044;p23"/>
            <p:cNvSpPr/>
            <p:nvPr/>
          </p:nvSpPr>
          <p:spPr>
            <a:xfrm rot="-5400000">
              <a:off x="362395"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45" name="Google Shape;1045;p23"/>
            <p:cNvGrpSpPr/>
            <p:nvPr/>
          </p:nvGrpSpPr>
          <p:grpSpPr>
            <a:xfrm>
              <a:off x="-1143750" y="4741576"/>
              <a:ext cx="4558967" cy="134100"/>
              <a:chOff x="796100" y="3019701"/>
              <a:chExt cx="4558967" cy="134100"/>
            </a:xfrm>
          </p:grpSpPr>
          <p:sp>
            <p:nvSpPr>
              <p:cNvPr id="1046" name="Google Shape;1046;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47" name="Google Shape;1047;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48" name="Google Shape;1048;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049" name="Shape 1049"/>
        <p:cNvGrpSpPr/>
        <p:nvPr/>
      </p:nvGrpSpPr>
      <p:grpSpPr>
        <a:xfrm>
          <a:off x="0" y="0"/>
          <a:ext cx="0" cy="0"/>
          <a:chOff x="0" y="0"/>
          <a:chExt cx="0" cy="0"/>
        </a:xfrm>
      </p:grpSpPr>
      <p:grpSp>
        <p:nvGrpSpPr>
          <p:cNvPr id="1050" name="Google Shape;1050;p24"/>
          <p:cNvGrpSpPr/>
          <p:nvPr/>
        </p:nvGrpSpPr>
        <p:grpSpPr>
          <a:xfrm>
            <a:off x="7059553" y="-2136808"/>
            <a:ext cx="4192757" cy="4558967"/>
            <a:chOff x="6983353" y="-2136808"/>
            <a:chExt cx="4192757" cy="4558967"/>
          </a:xfrm>
        </p:grpSpPr>
        <p:grpSp>
          <p:nvGrpSpPr>
            <p:cNvPr id="1051" name="Google Shape;1051;p24"/>
            <p:cNvGrpSpPr/>
            <p:nvPr/>
          </p:nvGrpSpPr>
          <p:grpSpPr>
            <a:xfrm rot="-509296">
              <a:off x="7187207" y="-982000"/>
              <a:ext cx="3785049" cy="3043008"/>
              <a:chOff x="7103825" y="-713112"/>
              <a:chExt cx="3785226" cy="3043150"/>
            </a:xfrm>
          </p:grpSpPr>
          <p:sp>
            <p:nvSpPr>
              <p:cNvPr id="1052" name="Google Shape;1052;p24"/>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053" name="Google Shape;1053;p24"/>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grpSp>
          <p:nvGrpSpPr>
            <p:cNvPr id="1054" name="Google Shape;1054;p24"/>
            <p:cNvGrpSpPr/>
            <p:nvPr/>
          </p:nvGrpSpPr>
          <p:grpSpPr>
            <a:xfrm rot="5400000">
              <a:off x="6489450" y="75626"/>
              <a:ext cx="4558967" cy="134100"/>
              <a:chOff x="796100" y="3019701"/>
              <a:chExt cx="4558967" cy="134100"/>
            </a:xfrm>
          </p:grpSpPr>
          <p:sp>
            <p:nvSpPr>
              <p:cNvPr id="1055" name="Google Shape;1055;p2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56" name="Google Shape;1056;p2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57" name="Google Shape;1057;p2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58" name="Google Shape;1058;p24"/>
          <p:cNvSpPr txBox="1"/>
          <p:nvPr>
            <p:ph type="subTitle" idx="1"/>
          </p:nvPr>
        </p:nvSpPr>
        <p:spPr>
          <a:xfrm>
            <a:off x="720000"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59" name="Google Shape;1059;p24"/>
          <p:cNvSpPr txBox="1"/>
          <p:nvPr>
            <p:ph type="subTitle" idx="2"/>
          </p:nvPr>
        </p:nvSpPr>
        <p:spPr>
          <a:xfrm>
            <a:off x="3584484"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60" name="Google Shape;1060;p24"/>
          <p:cNvSpPr txBox="1"/>
          <p:nvPr>
            <p:ph type="subTitle" idx="3"/>
          </p:nvPr>
        </p:nvSpPr>
        <p:spPr>
          <a:xfrm>
            <a:off x="6448975"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61" name="Google Shape;1061;p24"/>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062" name="Google Shape;1062;p24"/>
          <p:cNvSpPr txBox="1"/>
          <p:nvPr>
            <p:ph type="subTitle" idx="4"/>
          </p:nvPr>
        </p:nvSpPr>
        <p:spPr>
          <a:xfrm>
            <a:off x="720000"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063" name="Google Shape;1063;p24"/>
          <p:cNvSpPr txBox="1"/>
          <p:nvPr>
            <p:ph type="subTitle" idx="5"/>
          </p:nvPr>
        </p:nvSpPr>
        <p:spPr>
          <a:xfrm>
            <a:off x="3584483"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064" name="Google Shape;1064;p24"/>
          <p:cNvSpPr txBox="1"/>
          <p:nvPr>
            <p:ph type="subTitle" idx="6"/>
          </p:nvPr>
        </p:nvSpPr>
        <p:spPr>
          <a:xfrm>
            <a:off x="6448972"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065" name="Google Shape;1065;p24"/>
          <p:cNvGrpSpPr/>
          <p:nvPr/>
        </p:nvGrpSpPr>
        <p:grpSpPr>
          <a:xfrm>
            <a:off x="6067575" y="2796625"/>
            <a:ext cx="4006263" cy="4771152"/>
            <a:chOff x="5915175" y="2339425"/>
            <a:chExt cx="4006263" cy="4771152"/>
          </a:xfrm>
        </p:grpSpPr>
        <p:sp>
          <p:nvSpPr>
            <p:cNvPr id="1066" name="Google Shape;1066;p24"/>
            <p:cNvSpPr/>
            <p:nvPr/>
          </p:nvSpPr>
          <p:spPr>
            <a:xfrm>
              <a:off x="5915175" y="23612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7" name="Google Shape;1067;p24"/>
            <p:cNvSpPr/>
            <p:nvPr/>
          </p:nvSpPr>
          <p:spPr>
            <a:xfrm>
              <a:off x="6873793" y="23394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68" name="Google Shape;1068;p24"/>
            <p:cNvGrpSpPr/>
            <p:nvPr/>
          </p:nvGrpSpPr>
          <p:grpSpPr>
            <a:xfrm>
              <a:off x="7520550" y="4608575"/>
              <a:ext cx="582050" cy="582425"/>
              <a:chOff x="959750" y="3039275"/>
              <a:chExt cx="582050" cy="582425"/>
            </a:xfrm>
          </p:grpSpPr>
          <p:sp>
            <p:nvSpPr>
              <p:cNvPr id="1069" name="Google Shape;1069;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0" name="Google Shape;1070;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1" name="Google Shape;1071;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2" name="Google Shape;1072;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3" name="Google Shape;1073;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4" name="Google Shape;1074;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5" name="Google Shape;1075;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76" name="Google Shape;1076;p24"/>
            <p:cNvGrpSpPr/>
            <p:nvPr/>
          </p:nvGrpSpPr>
          <p:grpSpPr>
            <a:xfrm>
              <a:off x="8484675" y="3658275"/>
              <a:ext cx="582050" cy="582425"/>
              <a:chOff x="959750" y="3039275"/>
              <a:chExt cx="582050" cy="582425"/>
            </a:xfrm>
          </p:grpSpPr>
          <p:sp>
            <p:nvSpPr>
              <p:cNvPr id="1077" name="Google Shape;1077;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8" name="Google Shape;1078;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9" name="Google Shape;1079;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0" name="Google Shape;1080;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1" name="Google Shape;1081;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2" name="Google Shape;1082;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3" name="Google Shape;1083;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84" name="Google Shape;1084;p24"/>
          <p:cNvGrpSpPr/>
          <p:nvPr/>
        </p:nvGrpSpPr>
        <p:grpSpPr>
          <a:xfrm>
            <a:off x="-235366" y="3828554"/>
            <a:ext cx="5249359" cy="2992224"/>
            <a:chOff x="-258616" y="3430829"/>
            <a:chExt cx="5249359" cy="2992224"/>
          </a:xfrm>
        </p:grpSpPr>
        <p:pic>
          <p:nvPicPr>
            <p:cNvPr id="1085" name="Google Shape;1085;p24"/>
            <p:cNvPicPr preferRelativeResize="0"/>
            <p:nvPr/>
          </p:nvPicPr>
          <p:blipFill rotWithShape="1">
            <a:blip r:embed="rId3"/>
            <a:srcRect l="16960" t="24719" r="7121" b="26177"/>
            <a:stretch>
              <a:fillRect/>
            </a:stretch>
          </p:blipFill>
          <p:spPr>
            <a:xfrm>
              <a:off x="1070243" y="3430829"/>
              <a:ext cx="3920501" cy="2992224"/>
            </a:xfrm>
            <a:prstGeom prst="rect">
              <a:avLst/>
            </a:prstGeom>
            <a:noFill/>
            <a:ln>
              <a:noFill/>
            </a:ln>
          </p:spPr>
        </p:pic>
        <p:sp>
          <p:nvSpPr>
            <p:cNvPr id="1086" name="Google Shape;1086;p24"/>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7" name="Google Shape;1087;p24"/>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8" name="Google Shape;1088;p24"/>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9" name="Google Shape;1089;p24"/>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0" name="Google Shape;1090;p24"/>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91" name="Google Shape;1091;p24"/>
            <p:cNvGrpSpPr/>
            <p:nvPr/>
          </p:nvGrpSpPr>
          <p:grpSpPr>
            <a:xfrm>
              <a:off x="736485" y="4387072"/>
              <a:ext cx="161977" cy="161940"/>
              <a:chOff x="1101075" y="2142375"/>
              <a:chExt cx="439200" cy="439100"/>
            </a:xfrm>
          </p:grpSpPr>
          <p:sp>
            <p:nvSpPr>
              <p:cNvPr id="1092" name="Google Shape;1092;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3" name="Google Shape;1093;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94" name="Google Shape;1094;p24"/>
            <p:cNvGrpSpPr/>
            <p:nvPr/>
          </p:nvGrpSpPr>
          <p:grpSpPr>
            <a:xfrm rot="10800000">
              <a:off x="2118901" y="4805293"/>
              <a:ext cx="161977" cy="161940"/>
              <a:chOff x="1101075" y="2142375"/>
              <a:chExt cx="439200" cy="439100"/>
            </a:xfrm>
          </p:grpSpPr>
          <p:sp>
            <p:nvSpPr>
              <p:cNvPr id="1095" name="Google Shape;1095;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6" name="Google Shape;1096;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97" name="Google Shape;1097;p24"/>
          <p:cNvGrpSpPr/>
          <p:nvPr/>
        </p:nvGrpSpPr>
        <p:grpSpPr>
          <a:xfrm>
            <a:off x="-515563" y="-797996"/>
            <a:ext cx="1433417" cy="2584783"/>
            <a:chOff x="-363163" y="-645596"/>
            <a:chExt cx="1433417" cy="2584783"/>
          </a:xfrm>
        </p:grpSpPr>
        <p:grpSp>
          <p:nvGrpSpPr>
            <p:cNvPr id="1098" name="Google Shape;1098;p24"/>
            <p:cNvGrpSpPr/>
            <p:nvPr/>
          </p:nvGrpSpPr>
          <p:grpSpPr>
            <a:xfrm rot="10800000">
              <a:off x="-64595" y="-645596"/>
              <a:ext cx="1134849" cy="2370191"/>
              <a:chOff x="-575575" y="3685599"/>
              <a:chExt cx="1421048" cy="2967932"/>
            </a:xfrm>
          </p:grpSpPr>
          <p:sp>
            <p:nvSpPr>
              <p:cNvPr id="1099" name="Google Shape;1099;p24"/>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0" name="Google Shape;1100;p24"/>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101" name="Google Shape;1101;p24"/>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2" name="Google Shape;1102;p24"/>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03" name="Google Shape;1103;p24"/>
            <p:cNvGrpSpPr/>
            <p:nvPr/>
          </p:nvGrpSpPr>
          <p:grpSpPr>
            <a:xfrm rot="-2700000" flipH="1">
              <a:off x="-216370" y="1084101"/>
              <a:ext cx="708093" cy="708493"/>
              <a:chOff x="3678700" y="407275"/>
              <a:chExt cx="708100" cy="708500"/>
            </a:xfrm>
          </p:grpSpPr>
          <p:sp>
            <p:nvSpPr>
              <p:cNvPr id="1104" name="Google Shape;1104;p24"/>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5" name="Google Shape;1105;p24"/>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6" name="Google Shape;1106;p24"/>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7" name="Google Shape;1107;p24"/>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8" name="Google Shape;1108;p24"/>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9" name="Google Shape;1109;p24"/>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0" name="Google Shape;1110;p24"/>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111" name="Shape 1111"/>
        <p:cNvGrpSpPr/>
        <p:nvPr/>
      </p:nvGrpSpPr>
      <p:grpSpPr>
        <a:xfrm>
          <a:off x="0" y="0"/>
          <a:ext cx="0" cy="0"/>
          <a:chOff x="0" y="0"/>
          <a:chExt cx="0" cy="0"/>
        </a:xfrm>
      </p:grpSpPr>
      <p:sp>
        <p:nvSpPr>
          <p:cNvPr id="1112" name="Google Shape;1112;p25"/>
          <p:cNvSpPr txBox="1"/>
          <p:nvPr>
            <p:ph type="subTitle" idx="1"/>
          </p:nvPr>
        </p:nvSpPr>
        <p:spPr>
          <a:xfrm>
            <a:off x="720000"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3" name="Google Shape;1113;p25"/>
          <p:cNvSpPr txBox="1"/>
          <p:nvPr>
            <p:ph type="subTitle" idx="2"/>
          </p:nvPr>
        </p:nvSpPr>
        <p:spPr>
          <a:xfrm>
            <a:off x="3584484"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4" name="Google Shape;1114;p25"/>
          <p:cNvSpPr txBox="1"/>
          <p:nvPr>
            <p:ph type="subTitle" idx="3"/>
          </p:nvPr>
        </p:nvSpPr>
        <p:spPr>
          <a:xfrm>
            <a:off x="6448975"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5" name="Google Shape;1115;p2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16" name="Google Shape;1116;p25"/>
          <p:cNvSpPr txBox="1"/>
          <p:nvPr>
            <p:ph type="subTitle" idx="4"/>
          </p:nvPr>
        </p:nvSpPr>
        <p:spPr>
          <a:xfrm>
            <a:off x="720000"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7" name="Google Shape;1117;p25"/>
          <p:cNvSpPr txBox="1"/>
          <p:nvPr>
            <p:ph type="subTitle" idx="5"/>
          </p:nvPr>
        </p:nvSpPr>
        <p:spPr>
          <a:xfrm>
            <a:off x="3584483"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8" name="Google Shape;1118;p25"/>
          <p:cNvSpPr txBox="1"/>
          <p:nvPr>
            <p:ph type="subTitle" idx="6"/>
          </p:nvPr>
        </p:nvSpPr>
        <p:spPr>
          <a:xfrm>
            <a:off x="6448972"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9" name="Google Shape;1119;p25"/>
          <p:cNvSpPr/>
          <p:nvPr>
            <p:ph type="pic" idx="7"/>
          </p:nvPr>
        </p:nvSpPr>
        <p:spPr>
          <a:xfrm>
            <a:off x="720000" y="1236800"/>
            <a:ext cx="1981800" cy="1662300"/>
          </a:xfrm>
          <a:prstGeom prst="snip1Rect">
            <a:avLst>
              <a:gd name="adj" fmla="val 16667"/>
            </a:avLst>
          </a:prstGeom>
          <a:noFill/>
          <a:ln>
            <a:noFill/>
          </a:ln>
        </p:spPr>
      </p:sp>
      <p:sp>
        <p:nvSpPr>
          <p:cNvPr id="1120" name="Google Shape;1120;p25"/>
          <p:cNvSpPr/>
          <p:nvPr>
            <p:ph type="pic" idx="8"/>
          </p:nvPr>
        </p:nvSpPr>
        <p:spPr>
          <a:xfrm>
            <a:off x="3584475" y="1236800"/>
            <a:ext cx="1981800" cy="1662300"/>
          </a:xfrm>
          <a:prstGeom prst="snip1Rect">
            <a:avLst>
              <a:gd name="adj" fmla="val 16667"/>
            </a:avLst>
          </a:prstGeom>
          <a:noFill/>
          <a:ln>
            <a:noFill/>
          </a:ln>
        </p:spPr>
      </p:sp>
      <p:sp>
        <p:nvSpPr>
          <p:cNvPr id="1121" name="Google Shape;1121;p25"/>
          <p:cNvSpPr/>
          <p:nvPr>
            <p:ph type="pic" idx="9"/>
          </p:nvPr>
        </p:nvSpPr>
        <p:spPr>
          <a:xfrm>
            <a:off x="6448950" y="1236800"/>
            <a:ext cx="1981800" cy="1662300"/>
          </a:xfrm>
          <a:prstGeom prst="snip1Rect">
            <a:avLst>
              <a:gd name="adj" fmla="val 16667"/>
            </a:avLst>
          </a:prstGeom>
          <a:noFill/>
          <a:ln>
            <a:noFill/>
          </a:ln>
        </p:spPr>
      </p:sp>
      <p:grpSp>
        <p:nvGrpSpPr>
          <p:cNvPr id="1122" name="Google Shape;1122;p25"/>
          <p:cNvGrpSpPr/>
          <p:nvPr/>
        </p:nvGrpSpPr>
        <p:grpSpPr>
          <a:xfrm>
            <a:off x="-928041" y="3925887"/>
            <a:ext cx="2833357" cy="1517787"/>
            <a:chOff x="-623241" y="3849687"/>
            <a:chExt cx="2833357" cy="1517787"/>
          </a:xfrm>
        </p:grpSpPr>
        <p:grpSp>
          <p:nvGrpSpPr>
            <p:cNvPr id="1123" name="Google Shape;1123;p25"/>
            <p:cNvGrpSpPr/>
            <p:nvPr/>
          </p:nvGrpSpPr>
          <p:grpSpPr>
            <a:xfrm rot="5400000">
              <a:off x="-879113" y="4155104"/>
              <a:ext cx="1517787" cy="906953"/>
              <a:chOff x="-55500" y="4835979"/>
              <a:chExt cx="1517787" cy="906953"/>
            </a:xfrm>
          </p:grpSpPr>
          <p:sp>
            <p:nvSpPr>
              <p:cNvPr id="1124" name="Google Shape;1124;p25"/>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5" name="Google Shape;1125;p25"/>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6" name="Google Shape;1126;p25"/>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7" name="Google Shape;1127;p25"/>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28" name="Google Shape;1128;p25"/>
            <p:cNvGrpSpPr/>
            <p:nvPr/>
          </p:nvGrpSpPr>
          <p:grpSpPr>
            <a:xfrm>
              <a:off x="-623241" y="3946426"/>
              <a:ext cx="2833357" cy="1421047"/>
              <a:chOff x="-677366" y="4067276"/>
              <a:chExt cx="2833357" cy="1421047"/>
            </a:xfrm>
          </p:grpSpPr>
          <p:sp>
            <p:nvSpPr>
              <p:cNvPr id="1129" name="Google Shape;1129;p25"/>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30" name="Google Shape;1130;p25"/>
              <p:cNvGrpSpPr/>
              <p:nvPr/>
            </p:nvGrpSpPr>
            <p:grpSpPr>
              <a:xfrm>
                <a:off x="317735" y="4614472"/>
                <a:ext cx="161977" cy="161940"/>
                <a:chOff x="1101075" y="2142375"/>
                <a:chExt cx="439200" cy="439100"/>
              </a:xfrm>
            </p:grpSpPr>
            <p:sp>
              <p:nvSpPr>
                <p:cNvPr id="1131" name="Google Shape;1131;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2" name="Google Shape;1132;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33" name="Google Shape;1133;p25"/>
              <p:cNvGrpSpPr/>
              <p:nvPr/>
            </p:nvGrpSpPr>
            <p:grpSpPr>
              <a:xfrm rot="10800000">
                <a:off x="1700151" y="5032693"/>
                <a:ext cx="161977" cy="161940"/>
                <a:chOff x="1101075" y="2142375"/>
                <a:chExt cx="439200" cy="439100"/>
              </a:xfrm>
            </p:grpSpPr>
            <p:sp>
              <p:nvSpPr>
                <p:cNvPr id="1134" name="Google Shape;1134;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5" name="Google Shape;1135;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136" name="Google Shape;1136;p25"/>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37" name="Google Shape;1137;p25"/>
          <p:cNvGrpSpPr/>
          <p:nvPr/>
        </p:nvGrpSpPr>
        <p:grpSpPr>
          <a:xfrm>
            <a:off x="6400125" y="-1754449"/>
            <a:ext cx="4189199" cy="3065874"/>
            <a:chOff x="6171525" y="-1678249"/>
            <a:chExt cx="4189199" cy="3065874"/>
          </a:xfrm>
        </p:grpSpPr>
        <p:sp>
          <p:nvSpPr>
            <p:cNvPr id="1138" name="Google Shape;1138;p25"/>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139" name="Google Shape;1139;p25"/>
            <p:cNvPicPr preferRelativeResize="0"/>
            <p:nvPr/>
          </p:nvPicPr>
          <p:blipFill rotWithShape="1">
            <a:blip r:embed="rId2"/>
            <a:srcRect l="16960" t="24719" r="7121" b="26177"/>
            <a:stretch>
              <a:fillRect/>
            </a:stretch>
          </p:blipFill>
          <p:spPr>
            <a:xfrm>
              <a:off x="6587425" y="-1678249"/>
              <a:ext cx="3773299" cy="2879876"/>
            </a:xfrm>
            <a:prstGeom prst="rect">
              <a:avLst/>
            </a:prstGeom>
            <a:noFill/>
            <a:ln>
              <a:noFill/>
            </a:ln>
          </p:spPr>
        </p:pic>
        <p:sp>
          <p:nvSpPr>
            <p:cNvPr id="1140" name="Google Shape;1140;p25"/>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41" name="Google Shape;1141;p25"/>
            <p:cNvGrpSpPr/>
            <p:nvPr/>
          </p:nvGrpSpPr>
          <p:grpSpPr>
            <a:xfrm rot="-2700000">
              <a:off x="8302147" y="61289"/>
              <a:ext cx="582044" cy="582419"/>
              <a:chOff x="959750" y="3039275"/>
              <a:chExt cx="582050" cy="582425"/>
            </a:xfrm>
          </p:grpSpPr>
          <p:sp>
            <p:nvSpPr>
              <p:cNvPr id="1142" name="Google Shape;1142;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3" name="Google Shape;1143;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4" name="Google Shape;1144;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5" name="Google Shape;1145;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6" name="Google Shape;1146;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7" name="Google Shape;1147;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8" name="Google Shape;1148;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49" name="Google Shape;1149;p25"/>
            <p:cNvGrpSpPr/>
            <p:nvPr/>
          </p:nvGrpSpPr>
          <p:grpSpPr>
            <a:xfrm rot="-2700000">
              <a:off x="8551447" y="61289"/>
              <a:ext cx="582044" cy="582419"/>
              <a:chOff x="959750" y="3039275"/>
              <a:chExt cx="582050" cy="582425"/>
            </a:xfrm>
          </p:grpSpPr>
          <p:sp>
            <p:nvSpPr>
              <p:cNvPr id="1150" name="Google Shape;1150;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1" name="Google Shape;1151;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2" name="Google Shape;1152;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3" name="Google Shape;1153;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4" name="Google Shape;1154;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5" name="Google Shape;1155;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6" name="Google Shape;1156;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157" name="Google Shape;1157;p25"/>
          <p:cNvGrpSpPr/>
          <p:nvPr/>
        </p:nvGrpSpPr>
        <p:grpSpPr>
          <a:xfrm rot="2700000">
            <a:off x="8945322" y="2352177"/>
            <a:ext cx="439196" cy="439096"/>
            <a:chOff x="1101075" y="2142375"/>
            <a:chExt cx="439200" cy="439100"/>
          </a:xfrm>
        </p:grpSpPr>
        <p:sp>
          <p:nvSpPr>
            <p:cNvPr id="1158" name="Google Shape;1158;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9" name="Google Shape;1159;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60" name="Google Shape;1160;p25"/>
          <p:cNvGrpSpPr/>
          <p:nvPr/>
        </p:nvGrpSpPr>
        <p:grpSpPr>
          <a:xfrm rot="10800000">
            <a:off x="4995775" y="180626"/>
            <a:ext cx="4558967" cy="134100"/>
            <a:chOff x="796100" y="3019701"/>
            <a:chExt cx="4558967" cy="134100"/>
          </a:xfrm>
        </p:grpSpPr>
        <p:sp>
          <p:nvSpPr>
            <p:cNvPr id="1161" name="Google Shape;1161;p2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162" name="Google Shape;1162;p2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163" name="Google Shape;1163;p2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164" name="Shape 1164"/>
        <p:cNvGrpSpPr/>
        <p:nvPr/>
      </p:nvGrpSpPr>
      <p:grpSpPr>
        <a:xfrm>
          <a:off x="0" y="0"/>
          <a:ext cx="0" cy="0"/>
          <a:chOff x="0" y="0"/>
          <a:chExt cx="0" cy="0"/>
        </a:xfrm>
      </p:grpSpPr>
      <p:sp>
        <p:nvSpPr>
          <p:cNvPr id="1165" name="Google Shape;1165;p2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6" name="Google Shape;1166;p26"/>
          <p:cNvSpPr txBox="1"/>
          <p:nvPr>
            <p:ph type="subTitle" idx="1"/>
          </p:nvPr>
        </p:nvSpPr>
        <p:spPr>
          <a:xfrm>
            <a:off x="1804750" y="1935218"/>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7" name="Google Shape;1167;p26"/>
          <p:cNvSpPr txBox="1"/>
          <p:nvPr>
            <p:ph type="subTitle" idx="2"/>
          </p:nvPr>
        </p:nvSpPr>
        <p:spPr>
          <a:xfrm>
            <a:off x="5237152" y="1935218"/>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8" name="Google Shape;1168;p26"/>
          <p:cNvSpPr txBox="1"/>
          <p:nvPr>
            <p:ph type="subTitle" idx="3"/>
          </p:nvPr>
        </p:nvSpPr>
        <p:spPr>
          <a:xfrm>
            <a:off x="1804750" y="3561374"/>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9" name="Google Shape;1169;p26"/>
          <p:cNvSpPr txBox="1"/>
          <p:nvPr>
            <p:ph type="subTitle" idx="4"/>
          </p:nvPr>
        </p:nvSpPr>
        <p:spPr>
          <a:xfrm>
            <a:off x="5237152" y="3561374"/>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70" name="Google Shape;1170;p26"/>
          <p:cNvSpPr txBox="1"/>
          <p:nvPr>
            <p:ph type="subTitle" idx="5"/>
          </p:nvPr>
        </p:nvSpPr>
        <p:spPr>
          <a:xfrm>
            <a:off x="1804750" y="1605775"/>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1" name="Google Shape;1171;p26"/>
          <p:cNvSpPr txBox="1"/>
          <p:nvPr>
            <p:ph type="subTitle" idx="6"/>
          </p:nvPr>
        </p:nvSpPr>
        <p:spPr>
          <a:xfrm>
            <a:off x="5237150" y="1605775"/>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2" name="Google Shape;1172;p26"/>
          <p:cNvSpPr txBox="1"/>
          <p:nvPr>
            <p:ph type="subTitle" idx="7"/>
          </p:nvPr>
        </p:nvSpPr>
        <p:spPr>
          <a:xfrm>
            <a:off x="1804750" y="3231981"/>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3" name="Google Shape;1173;p26"/>
          <p:cNvSpPr txBox="1"/>
          <p:nvPr>
            <p:ph type="subTitle" idx="8"/>
          </p:nvPr>
        </p:nvSpPr>
        <p:spPr>
          <a:xfrm>
            <a:off x="5237150" y="3231981"/>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174" name="Google Shape;1174;p26"/>
          <p:cNvGrpSpPr/>
          <p:nvPr/>
        </p:nvGrpSpPr>
        <p:grpSpPr>
          <a:xfrm>
            <a:off x="-2902027" y="1271890"/>
            <a:ext cx="6191222" cy="6191222"/>
            <a:chOff x="-2825827" y="1271890"/>
            <a:chExt cx="6191222" cy="6191222"/>
          </a:xfrm>
        </p:grpSpPr>
        <p:pic>
          <p:nvPicPr>
            <p:cNvPr id="1175" name="Google Shape;1175;p26"/>
            <p:cNvPicPr preferRelativeResize="0"/>
            <p:nvPr/>
          </p:nvPicPr>
          <p:blipFill rotWithShape="1">
            <a:blip r:embed="rId2"/>
            <a:srcRect l="16960" t="24719" r="7121" b="26177"/>
            <a:stretch>
              <a:fillRect/>
            </a:stretch>
          </p:blipFill>
          <p:spPr>
            <a:xfrm>
              <a:off x="-680950" y="3866725"/>
              <a:ext cx="2441950" cy="1863749"/>
            </a:xfrm>
            <a:prstGeom prst="rect">
              <a:avLst/>
            </a:prstGeom>
            <a:noFill/>
            <a:ln>
              <a:noFill/>
            </a:ln>
          </p:spPr>
        </p:pic>
        <p:grpSp>
          <p:nvGrpSpPr>
            <p:cNvPr id="1176" name="Google Shape;1176;p26"/>
            <p:cNvGrpSpPr/>
            <p:nvPr/>
          </p:nvGrpSpPr>
          <p:grpSpPr>
            <a:xfrm>
              <a:off x="-2825827" y="1271890"/>
              <a:ext cx="6191222" cy="6191222"/>
              <a:chOff x="-2825827" y="1271890"/>
              <a:chExt cx="6191222" cy="6191222"/>
            </a:xfrm>
          </p:grpSpPr>
          <p:sp>
            <p:nvSpPr>
              <p:cNvPr id="1177" name="Google Shape;1177;p26"/>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8" name="Google Shape;1178;p26"/>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79" name="Google Shape;1179;p26"/>
              <p:cNvGrpSpPr/>
              <p:nvPr/>
            </p:nvGrpSpPr>
            <p:grpSpPr>
              <a:xfrm rot="10800000">
                <a:off x="384881" y="3042905"/>
                <a:ext cx="134100" cy="134100"/>
                <a:chOff x="-1999139" y="3143772"/>
                <a:chExt cx="134100" cy="134100"/>
              </a:xfrm>
            </p:grpSpPr>
            <p:sp>
              <p:nvSpPr>
                <p:cNvPr id="1180" name="Google Shape;1180;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1" name="Google Shape;1181;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82" name="Google Shape;1182;p26"/>
              <p:cNvGrpSpPr/>
              <p:nvPr/>
            </p:nvGrpSpPr>
            <p:grpSpPr>
              <a:xfrm rot="10800000">
                <a:off x="146106" y="3710980"/>
                <a:ext cx="134100" cy="134100"/>
                <a:chOff x="-1999139" y="3143772"/>
                <a:chExt cx="134100" cy="134100"/>
              </a:xfrm>
            </p:grpSpPr>
            <p:sp>
              <p:nvSpPr>
                <p:cNvPr id="1183" name="Google Shape;1183;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4" name="Google Shape;1184;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85" name="Google Shape;1185;p26"/>
              <p:cNvGrpSpPr/>
              <p:nvPr/>
            </p:nvGrpSpPr>
            <p:grpSpPr>
              <a:xfrm>
                <a:off x="-102297" y="3780153"/>
                <a:ext cx="939901" cy="2449421"/>
                <a:chOff x="-102297" y="3780153"/>
                <a:chExt cx="939901" cy="2449421"/>
              </a:xfrm>
            </p:grpSpPr>
            <p:sp>
              <p:nvSpPr>
                <p:cNvPr id="1186" name="Google Shape;1186;p26"/>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7" name="Google Shape;1187;p26"/>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88" name="Google Shape;1188;p26"/>
                <p:cNvGrpSpPr/>
                <p:nvPr/>
              </p:nvGrpSpPr>
              <p:grpSpPr>
                <a:xfrm rot="10800000">
                  <a:off x="532825" y="5492502"/>
                  <a:ext cx="134004" cy="134004"/>
                  <a:chOff x="8356813" y="1074288"/>
                  <a:chExt cx="351900" cy="351900"/>
                </a:xfrm>
              </p:grpSpPr>
              <p:sp>
                <p:nvSpPr>
                  <p:cNvPr id="1189" name="Google Shape;1189;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0" name="Google Shape;1190;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grpSp>
        <p:nvGrpSpPr>
          <p:cNvPr id="1191" name="Google Shape;1191;p26"/>
          <p:cNvGrpSpPr/>
          <p:nvPr/>
        </p:nvGrpSpPr>
        <p:grpSpPr>
          <a:xfrm>
            <a:off x="5650173" y="-1036475"/>
            <a:ext cx="6191222" cy="6865137"/>
            <a:chOff x="5497773" y="-1036475"/>
            <a:chExt cx="6191222" cy="6865137"/>
          </a:xfrm>
        </p:grpSpPr>
        <p:grpSp>
          <p:nvGrpSpPr>
            <p:cNvPr id="1192" name="Google Shape;1192;p26"/>
            <p:cNvGrpSpPr/>
            <p:nvPr/>
          </p:nvGrpSpPr>
          <p:grpSpPr>
            <a:xfrm>
              <a:off x="5497773" y="-362560"/>
              <a:ext cx="6191222" cy="6191222"/>
              <a:chOff x="5584373" y="-362560"/>
              <a:chExt cx="6191222" cy="6191222"/>
            </a:xfrm>
          </p:grpSpPr>
          <p:grpSp>
            <p:nvGrpSpPr>
              <p:cNvPr id="1193" name="Google Shape;1193;p26"/>
              <p:cNvGrpSpPr/>
              <p:nvPr/>
            </p:nvGrpSpPr>
            <p:grpSpPr>
              <a:xfrm>
                <a:off x="5584373" y="-362560"/>
                <a:ext cx="6191222" cy="6191222"/>
                <a:chOff x="5443673" y="-405860"/>
                <a:chExt cx="6191222" cy="6191222"/>
              </a:xfrm>
            </p:grpSpPr>
            <p:sp>
              <p:nvSpPr>
                <p:cNvPr id="1194" name="Google Shape;1194;p26"/>
                <p:cNvSpPr/>
                <p:nvPr/>
              </p:nvSpPr>
              <p:spPr>
                <a:xfrm rot="-8100000" flipH="1">
                  <a:off x="6536116" y="31506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5" name="Google Shape;1195;p26"/>
                <p:cNvSpPr/>
                <p:nvPr/>
              </p:nvSpPr>
              <p:spPr>
                <a:xfrm rot="-8100000" flipH="1">
                  <a:off x="7076657" y="1499343"/>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6" name="Google Shape;1196;p26"/>
                <p:cNvSpPr/>
                <p:nvPr/>
              </p:nvSpPr>
              <p:spPr>
                <a:xfrm>
                  <a:off x="8301511" y="-3353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7" name="Google Shape;1197;p26"/>
                <p:cNvSpPr/>
                <p:nvPr/>
              </p:nvSpPr>
              <p:spPr>
                <a:xfrm>
                  <a:off x="8554000" y="270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98" name="Google Shape;1198;p26"/>
              <p:cNvGrpSpPr/>
              <p:nvPr/>
            </p:nvGrpSpPr>
            <p:grpSpPr>
              <a:xfrm>
                <a:off x="8430786" y="3923547"/>
                <a:ext cx="134100" cy="134100"/>
                <a:chOff x="-1999139" y="3143772"/>
                <a:chExt cx="134100" cy="134100"/>
              </a:xfrm>
            </p:grpSpPr>
            <p:sp>
              <p:nvSpPr>
                <p:cNvPr id="1199" name="Google Shape;1199;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0" name="Google Shape;1200;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01" name="Google Shape;1201;p26"/>
              <p:cNvGrpSpPr/>
              <p:nvPr/>
            </p:nvGrpSpPr>
            <p:grpSpPr>
              <a:xfrm>
                <a:off x="8669561" y="3255472"/>
                <a:ext cx="134100" cy="134100"/>
                <a:chOff x="-1999139" y="3143772"/>
                <a:chExt cx="134100" cy="134100"/>
              </a:xfrm>
            </p:grpSpPr>
            <p:sp>
              <p:nvSpPr>
                <p:cNvPr id="1202" name="Google Shape;1202;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3" name="Google Shape;1203;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04" name="Google Shape;1204;p26"/>
              <p:cNvGrpSpPr/>
              <p:nvPr/>
            </p:nvGrpSpPr>
            <p:grpSpPr>
              <a:xfrm>
                <a:off x="8612986" y="311022"/>
                <a:ext cx="134004" cy="134004"/>
                <a:chOff x="8356813" y="1074288"/>
                <a:chExt cx="351900" cy="351900"/>
              </a:xfrm>
            </p:grpSpPr>
            <p:sp>
              <p:nvSpPr>
                <p:cNvPr id="1205" name="Google Shape;1205;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6" name="Google Shape;1206;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1207" name="Google Shape;1207;p26"/>
            <p:cNvPicPr preferRelativeResize="0"/>
            <p:nvPr/>
          </p:nvPicPr>
          <p:blipFill rotWithShape="1">
            <a:blip r:embed="rId2"/>
            <a:srcRect l="16960" t="24719" r="7121" b="26177"/>
            <a:stretch>
              <a:fillRect/>
            </a:stretch>
          </p:blipFill>
          <p:spPr>
            <a:xfrm>
              <a:off x="6929350" y="-1036475"/>
              <a:ext cx="2441950" cy="1863749"/>
            </a:xfrm>
            <a:prstGeom prst="rect">
              <a:avLst/>
            </a:prstGeom>
            <a:noFill/>
            <a:ln>
              <a:noFill/>
            </a:ln>
          </p:spPr>
        </p:pic>
      </p:grpSp>
      <p:grpSp>
        <p:nvGrpSpPr>
          <p:cNvPr id="1208" name="Google Shape;1208;p26"/>
          <p:cNvGrpSpPr/>
          <p:nvPr/>
        </p:nvGrpSpPr>
        <p:grpSpPr>
          <a:xfrm>
            <a:off x="3983988" y="4933175"/>
            <a:ext cx="667916" cy="439200"/>
            <a:chOff x="3983988" y="4933175"/>
            <a:chExt cx="667916" cy="439200"/>
          </a:xfrm>
        </p:grpSpPr>
        <p:grpSp>
          <p:nvGrpSpPr>
            <p:cNvPr id="1209" name="Google Shape;1209;p26"/>
            <p:cNvGrpSpPr/>
            <p:nvPr/>
          </p:nvGrpSpPr>
          <p:grpSpPr>
            <a:xfrm rot="5400000">
              <a:off x="3983938" y="4933225"/>
              <a:ext cx="439200" cy="439100"/>
              <a:chOff x="1101075" y="2142375"/>
              <a:chExt cx="439200" cy="439100"/>
            </a:xfrm>
          </p:grpSpPr>
          <p:sp>
            <p:nvSpPr>
              <p:cNvPr id="1210" name="Google Shape;1210;p2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1" name="Google Shape;1211;p2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12" name="Google Shape;1212;p26"/>
            <p:cNvGrpSpPr/>
            <p:nvPr/>
          </p:nvGrpSpPr>
          <p:grpSpPr>
            <a:xfrm rot="5400000">
              <a:off x="4423062" y="5038369"/>
              <a:ext cx="228867" cy="228815"/>
              <a:chOff x="1101075" y="2142375"/>
              <a:chExt cx="439200" cy="439100"/>
            </a:xfrm>
          </p:grpSpPr>
          <p:sp>
            <p:nvSpPr>
              <p:cNvPr id="1213" name="Google Shape;1213;p2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4" name="Google Shape;1214;p2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215" name="Shape 1215"/>
        <p:cNvGrpSpPr/>
        <p:nvPr/>
      </p:nvGrpSpPr>
      <p:grpSpPr>
        <a:xfrm>
          <a:off x="0" y="0"/>
          <a:ext cx="0" cy="0"/>
          <a:chOff x="0" y="0"/>
          <a:chExt cx="0" cy="0"/>
        </a:xfrm>
      </p:grpSpPr>
      <p:sp>
        <p:nvSpPr>
          <p:cNvPr id="1216" name="Google Shape;1216;p2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217" name="Google Shape;1217;p27"/>
          <p:cNvSpPr txBox="1"/>
          <p:nvPr>
            <p:ph type="subTitle" idx="1"/>
          </p:nvPr>
        </p:nvSpPr>
        <p:spPr>
          <a:xfrm>
            <a:off x="720000"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18" name="Google Shape;1218;p27"/>
          <p:cNvSpPr txBox="1"/>
          <p:nvPr>
            <p:ph type="subTitle" idx="2"/>
          </p:nvPr>
        </p:nvSpPr>
        <p:spPr>
          <a:xfrm>
            <a:off x="3469872"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19" name="Google Shape;1219;p27"/>
          <p:cNvSpPr txBox="1"/>
          <p:nvPr>
            <p:ph type="subTitle" idx="3"/>
          </p:nvPr>
        </p:nvSpPr>
        <p:spPr>
          <a:xfrm>
            <a:off x="720000"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0" name="Google Shape;1220;p27"/>
          <p:cNvSpPr txBox="1"/>
          <p:nvPr>
            <p:ph type="subTitle" idx="4"/>
          </p:nvPr>
        </p:nvSpPr>
        <p:spPr>
          <a:xfrm>
            <a:off x="3469872"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1" name="Google Shape;1221;p27"/>
          <p:cNvSpPr txBox="1"/>
          <p:nvPr>
            <p:ph type="subTitle" idx="5"/>
          </p:nvPr>
        </p:nvSpPr>
        <p:spPr>
          <a:xfrm>
            <a:off x="6219751"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2" name="Google Shape;1222;p27"/>
          <p:cNvSpPr txBox="1"/>
          <p:nvPr>
            <p:ph type="subTitle" idx="6"/>
          </p:nvPr>
        </p:nvSpPr>
        <p:spPr>
          <a:xfrm>
            <a:off x="6219751"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3" name="Google Shape;1223;p27"/>
          <p:cNvSpPr txBox="1"/>
          <p:nvPr>
            <p:ph type="subTitle" idx="7"/>
          </p:nvPr>
        </p:nvSpPr>
        <p:spPr>
          <a:xfrm>
            <a:off x="720000"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4" name="Google Shape;1224;p27"/>
          <p:cNvSpPr txBox="1"/>
          <p:nvPr>
            <p:ph type="subTitle" idx="8"/>
          </p:nvPr>
        </p:nvSpPr>
        <p:spPr>
          <a:xfrm>
            <a:off x="3469873"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5" name="Google Shape;1225;p27"/>
          <p:cNvSpPr txBox="1"/>
          <p:nvPr>
            <p:ph type="subTitle" idx="9"/>
          </p:nvPr>
        </p:nvSpPr>
        <p:spPr>
          <a:xfrm>
            <a:off x="720000"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6" name="Google Shape;1226;p27"/>
          <p:cNvSpPr txBox="1"/>
          <p:nvPr>
            <p:ph type="subTitle" idx="13"/>
          </p:nvPr>
        </p:nvSpPr>
        <p:spPr>
          <a:xfrm>
            <a:off x="3469873"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7" name="Google Shape;1227;p27"/>
          <p:cNvSpPr txBox="1"/>
          <p:nvPr>
            <p:ph type="subTitle" idx="14"/>
          </p:nvPr>
        </p:nvSpPr>
        <p:spPr>
          <a:xfrm>
            <a:off x="6219752"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8" name="Google Shape;1228;p27"/>
          <p:cNvSpPr txBox="1"/>
          <p:nvPr>
            <p:ph type="subTitle" idx="15"/>
          </p:nvPr>
        </p:nvSpPr>
        <p:spPr>
          <a:xfrm>
            <a:off x="6219752"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229" name="Google Shape;1229;p27"/>
          <p:cNvGrpSpPr/>
          <p:nvPr/>
        </p:nvGrpSpPr>
        <p:grpSpPr>
          <a:xfrm>
            <a:off x="6102850" y="-1735180"/>
            <a:ext cx="4625025" cy="4171657"/>
            <a:chOff x="6026650" y="-1658980"/>
            <a:chExt cx="4625025" cy="4171657"/>
          </a:xfrm>
        </p:grpSpPr>
        <p:pic>
          <p:nvPicPr>
            <p:cNvPr id="1230" name="Google Shape;1230;p27"/>
            <p:cNvPicPr preferRelativeResize="0"/>
            <p:nvPr/>
          </p:nvPicPr>
          <p:blipFill rotWithShape="1">
            <a:blip r:embed="rId2"/>
            <a:srcRect l="16960" t="24719" r="7121" b="26177"/>
            <a:stretch>
              <a:fillRect/>
            </a:stretch>
          </p:blipFill>
          <p:spPr>
            <a:xfrm>
              <a:off x="7361325" y="-596625"/>
              <a:ext cx="2441950" cy="1863749"/>
            </a:xfrm>
            <a:prstGeom prst="rect">
              <a:avLst/>
            </a:prstGeom>
            <a:noFill/>
            <a:ln>
              <a:noFill/>
            </a:ln>
          </p:spPr>
        </p:pic>
        <p:grpSp>
          <p:nvGrpSpPr>
            <p:cNvPr id="1231" name="Google Shape;1231;p27"/>
            <p:cNvGrpSpPr/>
            <p:nvPr/>
          </p:nvGrpSpPr>
          <p:grpSpPr>
            <a:xfrm rot="-2700000" flipH="1">
              <a:off x="7289785" y="-1246897"/>
              <a:ext cx="2552124" cy="3347490"/>
              <a:chOff x="2976325" y="908175"/>
              <a:chExt cx="4028179" cy="5283555"/>
            </a:xfrm>
          </p:grpSpPr>
          <p:sp>
            <p:nvSpPr>
              <p:cNvPr id="1232" name="Google Shape;1232;p27"/>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3" name="Google Shape;1233;p27"/>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4" name="Google Shape;1234;p27"/>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35" name="Google Shape;1235;p27"/>
            <p:cNvGrpSpPr/>
            <p:nvPr/>
          </p:nvGrpSpPr>
          <p:grpSpPr>
            <a:xfrm>
              <a:off x="6026650" y="-49075"/>
              <a:ext cx="803471" cy="494095"/>
              <a:chOff x="6394675" y="-49075"/>
              <a:chExt cx="803471" cy="494095"/>
            </a:xfrm>
          </p:grpSpPr>
          <p:sp>
            <p:nvSpPr>
              <p:cNvPr id="1236" name="Google Shape;1236;p27"/>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7" name="Google Shape;1237;p27"/>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238" name="Google Shape;1238;p27"/>
          <p:cNvGrpSpPr/>
          <p:nvPr/>
        </p:nvGrpSpPr>
        <p:grpSpPr>
          <a:xfrm>
            <a:off x="-1089100" y="4200325"/>
            <a:ext cx="5368850" cy="1863749"/>
            <a:chOff x="-1089100" y="4200325"/>
            <a:chExt cx="5368850" cy="1863749"/>
          </a:xfrm>
        </p:grpSpPr>
        <p:grpSp>
          <p:nvGrpSpPr>
            <p:cNvPr id="1239" name="Google Shape;1239;p27"/>
            <p:cNvGrpSpPr/>
            <p:nvPr/>
          </p:nvGrpSpPr>
          <p:grpSpPr>
            <a:xfrm>
              <a:off x="-185037" y="4598363"/>
              <a:ext cx="904666" cy="726121"/>
              <a:chOff x="7945225" y="4302000"/>
              <a:chExt cx="904666" cy="726121"/>
            </a:xfrm>
          </p:grpSpPr>
          <p:sp>
            <p:nvSpPr>
              <p:cNvPr id="1240" name="Google Shape;1240;p2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1" name="Google Shape;1241;p2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2" name="Google Shape;1242;p2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1243" name="Google Shape;1243;p27"/>
            <p:cNvPicPr preferRelativeResize="0"/>
            <p:nvPr/>
          </p:nvPicPr>
          <p:blipFill rotWithShape="1">
            <a:blip r:embed="rId2"/>
            <a:srcRect l="16960" t="24719" r="7121" b="26177"/>
            <a:stretch>
              <a:fillRect/>
            </a:stretch>
          </p:blipFill>
          <p:spPr>
            <a:xfrm>
              <a:off x="1837800" y="4200325"/>
              <a:ext cx="2441950" cy="1863749"/>
            </a:xfrm>
            <a:prstGeom prst="rect">
              <a:avLst/>
            </a:prstGeom>
            <a:noFill/>
            <a:ln>
              <a:noFill/>
            </a:ln>
          </p:spPr>
        </p:pic>
        <p:grpSp>
          <p:nvGrpSpPr>
            <p:cNvPr id="1244" name="Google Shape;1244;p27"/>
            <p:cNvGrpSpPr/>
            <p:nvPr/>
          </p:nvGrpSpPr>
          <p:grpSpPr>
            <a:xfrm rot="-2700000">
              <a:off x="390377" y="4688868"/>
              <a:ext cx="299453" cy="545119"/>
              <a:chOff x="-66426" y="1151064"/>
              <a:chExt cx="299455" cy="545125"/>
            </a:xfrm>
          </p:grpSpPr>
          <p:grpSp>
            <p:nvGrpSpPr>
              <p:cNvPr id="1245" name="Google Shape;1245;p27"/>
              <p:cNvGrpSpPr/>
              <p:nvPr/>
            </p:nvGrpSpPr>
            <p:grpSpPr>
              <a:xfrm>
                <a:off x="-66426" y="1396564"/>
                <a:ext cx="299455" cy="299625"/>
                <a:chOff x="3678700" y="407275"/>
                <a:chExt cx="708100" cy="708500"/>
              </a:xfrm>
            </p:grpSpPr>
            <p:sp>
              <p:nvSpPr>
                <p:cNvPr id="1246" name="Google Shape;1246;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7" name="Google Shape;1247;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8" name="Google Shape;1248;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9" name="Google Shape;1249;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0" name="Google Shape;1250;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1" name="Google Shape;1251;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2" name="Google Shape;1252;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53" name="Google Shape;1253;p27"/>
              <p:cNvGrpSpPr/>
              <p:nvPr/>
            </p:nvGrpSpPr>
            <p:grpSpPr>
              <a:xfrm>
                <a:off x="-66426" y="1151064"/>
                <a:ext cx="299455" cy="299625"/>
                <a:chOff x="3678700" y="407275"/>
                <a:chExt cx="708100" cy="708500"/>
              </a:xfrm>
            </p:grpSpPr>
            <p:sp>
              <p:nvSpPr>
                <p:cNvPr id="1254" name="Google Shape;1254;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5" name="Google Shape;1255;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6" name="Google Shape;1256;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7" name="Google Shape;1257;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8" name="Google Shape;1258;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9" name="Google Shape;1259;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0" name="Google Shape;1260;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261" name="Google Shape;1261;p27"/>
            <p:cNvGrpSpPr/>
            <p:nvPr/>
          </p:nvGrpSpPr>
          <p:grpSpPr>
            <a:xfrm>
              <a:off x="-1089100" y="4894376"/>
              <a:ext cx="4558967" cy="134100"/>
              <a:chOff x="796100" y="3019701"/>
              <a:chExt cx="4558967" cy="134100"/>
            </a:xfrm>
          </p:grpSpPr>
          <p:sp>
            <p:nvSpPr>
              <p:cNvPr id="1262" name="Google Shape;1262;p2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263" name="Google Shape;1263;p2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64" name="Google Shape;1264;p2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265" name="Shape 1265"/>
        <p:cNvGrpSpPr/>
        <p:nvPr/>
      </p:nvGrpSpPr>
      <p:grpSpPr>
        <a:xfrm>
          <a:off x="0" y="0"/>
          <a:ext cx="0" cy="0"/>
          <a:chOff x="0" y="0"/>
          <a:chExt cx="0" cy="0"/>
        </a:xfrm>
      </p:grpSpPr>
      <p:sp>
        <p:nvSpPr>
          <p:cNvPr id="1266" name="Google Shape;1266;p28"/>
          <p:cNvSpPr txBox="1"/>
          <p:nvPr>
            <p:ph type="title" hasCustomPrompt="1"/>
          </p:nvPr>
        </p:nvSpPr>
        <p:spPr>
          <a:xfrm>
            <a:off x="2358450" y="664988"/>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67" name="Google Shape;1267;p28"/>
          <p:cNvSpPr txBox="1"/>
          <p:nvPr>
            <p:ph type="subTitle" idx="1"/>
          </p:nvPr>
        </p:nvSpPr>
        <p:spPr>
          <a:xfrm>
            <a:off x="2358450" y="1282313"/>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68" name="Google Shape;1268;p28"/>
          <p:cNvSpPr txBox="1"/>
          <p:nvPr>
            <p:ph type="title" idx="2" hasCustomPrompt="1"/>
          </p:nvPr>
        </p:nvSpPr>
        <p:spPr>
          <a:xfrm>
            <a:off x="2358450" y="2027244"/>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69" name="Google Shape;1269;p28"/>
          <p:cNvSpPr txBox="1"/>
          <p:nvPr>
            <p:ph type="subTitle" idx="3"/>
          </p:nvPr>
        </p:nvSpPr>
        <p:spPr>
          <a:xfrm>
            <a:off x="2358450" y="2645558"/>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0" name="Google Shape;1270;p28"/>
          <p:cNvSpPr txBox="1"/>
          <p:nvPr>
            <p:ph type="title" idx="4" hasCustomPrompt="1"/>
          </p:nvPr>
        </p:nvSpPr>
        <p:spPr>
          <a:xfrm>
            <a:off x="2358450" y="3390475"/>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71" name="Google Shape;1271;p28"/>
          <p:cNvSpPr txBox="1"/>
          <p:nvPr>
            <p:ph type="subTitle" idx="5"/>
          </p:nvPr>
        </p:nvSpPr>
        <p:spPr>
          <a:xfrm>
            <a:off x="2358450" y="4009779"/>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2" name="Google Shape;1272;p28"/>
          <p:cNvSpPr/>
          <p:nvPr/>
        </p:nvSpPr>
        <p:spPr>
          <a:xfrm>
            <a:off x="6751200" y="2645550"/>
            <a:ext cx="2925000" cy="2945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73" name="Google Shape;1273;p28"/>
          <p:cNvGrpSpPr/>
          <p:nvPr/>
        </p:nvGrpSpPr>
        <p:grpSpPr>
          <a:xfrm rot="5400000">
            <a:off x="8359950" y="-226050"/>
            <a:ext cx="439200" cy="439100"/>
            <a:chOff x="1101075" y="2142375"/>
            <a:chExt cx="439200" cy="439100"/>
          </a:xfrm>
        </p:grpSpPr>
        <p:sp>
          <p:nvSpPr>
            <p:cNvPr id="1274" name="Google Shape;1274;p2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5" name="Google Shape;1275;p2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76" name="Google Shape;1276;p28"/>
          <p:cNvGrpSpPr/>
          <p:nvPr/>
        </p:nvGrpSpPr>
        <p:grpSpPr>
          <a:xfrm>
            <a:off x="-903250" y="4838101"/>
            <a:ext cx="4558967" cy="134100"/>
            <a:chOff x="796100" y="3019701"/>
            <a:chExt cx="4558967" cy="134100"/>
          </a:xfrm>
        </p:grpSpPr>
        <p:sp>
          <p:nvSpPr>
            <p:cNvPr id="1277" name="Google Shape;1277;p2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278" name="Google Shape;1278;p2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79" name="Google Shape;1279;p2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hanks">
  <p:cSld name="CUSTOM_3">
    <p:spTree>
      <p:nvGrpSpPr>
        <p:cNvPr id="1280" name="Shape 1280"/>
        <p:cNvGrpSpPr/>
        <p:nvPr/>
      </p:nvGrpSpPr>
      <p:grpSpPr>
        <a:xfrm>
          <a:off x="0" y="0"/>
          <a:ext cx="0" cy="0"/>
          <a:chOff x="0" y="0"/>
          <a:chExt cx="0" cy="0"/>
        </a:xfrm>
      </p:grpSpPr>
      <p:sp>
        <p:nvSpPr>
          <p:cNvPr id="1281" name="Google Shape;1281;p29"/>
          <p:cNvSpPr txBox="1"/>
          <p:nvPr>
            <p:ph type="subTitle" idx="1"/>
          </p:nvPr>
        </p:nvSpPr>
        <p:spPr>
          <a:xfrm>
            <a:off x="1157250" y="1609575"/>
            <a:ext cx="4448100" cy="1239300"/>
          </a:xfrm>
          <a:prstGeom prst="rect">
            <a:avLst/>
          </a:prstGeom>
        </p:spPr>
        <p:txBody>
          <a:bodyPr spcFirstLastPara="1" wrap="square" lIns="91425" tIns="91425" rIns="91425" bIns="91425" anchor="t" anchorCtr="0">
            <a:noAutofit/>
          </a:bodyPr>
          <a:lstStyle>
            <a:lvl1pPr lvl="0">
              <a:spcBef>
                <a:spcPts val="0"/>
              </a:spcBef>
              <a:spcAft>
                <a:spcPts val="0"/>
              </a:spcAft>
              <a:buSzPts val="25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82" name="Google Shape;1282;p29"/>
          <p:cNvSpPr txBox="1"/>
          <p:nvPr>
            <p:ph type="title"/>
          </p:nvPr>
        </p:nvSpPr>
        <p:spPr>
          <a:xfrm>
            <a:off x="1157302" y="494775"/>
            <a:ext cx="51267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sz="6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283" name="Google Shape;1283;p29"/>
          <p:cNvGrpSpPr/>
          <p:nvPr/>
        </p:nvGrpSpPr>
        <p:grpSpPr>
          <a:xfrm>
            <a:off x="-291585" y="-494819"/>
            <a:ext cx="1448824" cy="2238804"/>
            <a:chOff x="-308635" y="-494819"/>
            <a:chExt cx="1448824" cy="2238804"/>
          </a:xfrm>
        </p:grpSpPr>
        <p:grpSp>
          <p:nvGrpSpPr>
            <p:cNvPr id="1284" name="Google Shape;1284;p29"/>
            <p:cNvGrpSpPr/>
            <p:nvPr/>
          </p:nvGrpSpPr>
          <p:grpSpPr>
            <a:xfrm>
              <a:off x="-275757" y="-242066"/>
              <a:ext cx="981772" cy="1986051"/>
              <a:chOff x="-293545" y="3454371"/>
              <a:chExt cx="981772" cy="1986051"/>
            </a:xfrm>
          </p:grpSpPr>
          <p:sp>
            <p:nvSpPr>
              <p:cNvPr id="1285" name="Google Shape;1285;p29"/>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6" name="Google Shape;1286;p29"/>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87" name="Google Shape;1287;p29"/>
            <p:cNvGrpSpPr/>
            <p:nvPr/>
          </p:nvGrpSpPr>
          <p:grpSpPr>
            <a:xfrm>
              <a:off x="364499" y="794648"/>
              <a:ext cx="699940" cy="478601"/>
              <a:chOff x="39722" y="4349021"/>
              <a:chExt cx="1061964" cy="726143"/>
            </a:xfrm>
          </p:grpSpPr>
          <p:grpSp>
            <p:nvGrpSpPr>
              <p:cNvPr id="1288" name="Google Shape;1288;p29"/>
              <p:cNvGrpSpPr/>
              <p:nvPr/>
            </p:nvGrpSpPr>
            <p:grpSpPr>
              <a:xfrm rot="2700000">
                <a:off x="140502" y="4460924"/>
                <a:ext cx="524584" cy="502337"/>
                <a:chOff x="1189791" y="-1767331"/>
                <a:chExt cx="904284" cy="865933"/>
              </a:xfrm>
            </p:grpSpPr>
            <p:sp>
              <p:nvSpPr>
                <p:cNvPr id="1289" name="Google Shape;1289;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90" name="Google Shape;1290;p29"/>
                <p:cNvGrpSpPr/>
                <p:nvPr/>
              </p:nvGrpSpPr>
              <p:grpSpPr>
                <a:xfrm>
                  <a:off x="1232795" y="-1740829"/>
                  <a:ext cx="717621" cy="717392"/>
                  <a:chOff x="1483457" y="3953671"/>
                  <a:chExt cx="717621" cy="717392"/>
                </a:xfrm>
              </p:grpSpPr>
              <p:sp>
                <p:nvSpPr>
                  <p:cNvPr id="1291" name="Google Shape;1291;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2" name="Google Shape;1292;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3" name="Google Shape;1293;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4" name="Google Shape;1294;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5" name="Google Shape;1295;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296" name="Google Shape;1296;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97" name="Google Shape;1297;p29"/>
            <p:cNvGrpSpPr/>
            <p:nvPr/>
          </p:nvGrpSpPr>
          <p:grpSpPr>
            <a:xfrm rot="-5400000">
              <a:off x="-460623" y="-342832"/>
              <a:ext cx="1351491" cy="1047516"/>
              <a:chOff x="-2460210" y="2758493"/>
              <a:chExt cx="1351491" cy="1047516"/>
            </a:xfrm>
          </p:grpSpPr>
          <p:sp>
            <p:nvSpPr>
              <p:cNvPr id="1298" name="Google Shape;1298;p29"/>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9" name="Google Shape;1299;p29"/>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0" name="Google Shape;1300;p29"/>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1" name="Google Shape;1301;p29"/>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02" name="Google Shape;1302;p29"/>
            <p:cNvGrpSpPr/>
            <p:nvPr/>
          </p:nvGrpSpPr>
          <p:grpSpPr>
            <a:xfrm>
              <a:off x="440249" y="455173"/>
              <a:ext cx="699940" cy="478601"/>
              <a:chOff x="39722" y="4349021"/>
              <a:chExt cx="1061964" cy="726143"/>
            </a:xfrm>
          </p:grpSpPr>
          <p:grpSp>
            <p:nvGrpSpPr>
              <p:cNvPr id="1303" name="Google Shape;1303;p29"/>
              <p:cNvGrpSpPr/>
              <p:nvPr/>
            </p:nvGrpSpPr>
            <p:grpSpPr>
              <a:xfrm rot="2700000">
                <a:off x="140502" y="4460924"/>
                <a:ext cx="524584" cy="502337"/>
                <a:chOff x="1189791" y="-1767331"/>
                <a:chExt cx="904284" cy="865933"/>
              </a:xfrm>
            </p:grpSpPr>
            <p:sp>
              <p:nvSpPr>
                <p:cNvPr id="1304" name="Google Shape;1304;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05" name="Google Shape;1305;p29"/>
                <p:cNvGrpSpPr/>
                <p:nvPr/>
              </p:nvGrpSpPr>
              <p:grpSpPr>
                <a:xfrm>
                  <a:off x="1232795" y="-1740829"/>
                  <a:ext cx="717621" cy="717392"/>
                  <a:chOff x="1483457" y="3953671"/>
                  <a:chExt cx="717621" cy="717392"/>
                </a:xfrm>
              </p:grpSpPr>
              <p:sp>
                <p:nvSpPr>
                  <p:cNvPr id="1306" name="Google Shape;1306;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7" name="Google Shape;1307;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8" name="Google Shape;1308;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9" name="Google Shape;1309;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0" name="Google Shape;1310;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11" name="Google Shape;1311;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12" name="Google Shape;1312;p29"/>
            <p:cNvGrpSpPr/>
            <p:nvPr/>
          </p:nvGrpSpPr>
          <p:grpSpPr>
            <a:xfrm>
              <a:off x="-63826" y="511661"/>
              <a:ext cx="699940" cy="478601"/>
              <a:chOff x="39722" y="4349021"/>
              <a:chExt cx="1061964" cy="726143"/>
            </a:xfrm>
          </p:grpSpPr>
          <p:grpSp>
            <p:nvGrpSpPr>
              <p:cNvPr id="1313" name="Google Shape;1313;p29"/>
              <p:cNvGrpSpPr/>
              <p:nvPr/>
            </p:nvGrpSpPr>
            <p:grpSpPr>
              <a:xfrm rot="2700000">
                <a:off x="140502" y="4460924"/>
                <a:ext cx="524584" cy="502337"/>
                <a:chOff x="1189791" y="-1767331"/>
                <a:chExt cx="904284" cy="865933"/>
              </a:xfrm>
            </p:grpSpPr>
            <p:sp>
              <p:nvSpPr>
                <p:cNvPr id="1314" name="Google Shape;1314;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15" name="Google Shape;1315;p29"/>
                <p:cNvGrpSpPr/>
                <p:nvPr/>
              </p:nvGrpSpPr>
              <p:grpSpPr>
                <a:xfrm>
                  <a:off x="1232795" y="-1740829"/>
                  <a:ext cx="717621" cy="717392"/>
                  <a:chOff x="1483457" y="3953671"/>
                  <a:chExt cx="717621" cy="717392"/>
                </a:xfrm>
              </p:grpSpPr>
              <p:sp>
                <p:nvSpPr>
                  <p:cNvPr id="1316" name="Google Shape;1316;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7" name="Google Shape;1317;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8" name="Google Shape;1318;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9" name="Google Shape;1319;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0" name="Google Shape;1320;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21" name="Google Shape;1321;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322" name="Google Shape;1322;p29"/>
          <p:cNvGrpSpPr/>
          <p:nvPr/>
        </p:nvGrpSpPr>
        <p:grpSpPr>
          <a:xfrm>
            <a:off x="2659712" y="4275400"/>
            <a:ext cx="4952059" cy="2992224"/>
            <a:chOff x="2659712" y="4275400"/>
            <a:chExt cx="4952059" cy="2992224"/>
          </a:xfrm>
        </p:grpSpPr>
        <p:pic>
          <p:nvPicPr>
            <p:cNvPr id="1323" name="Google Shape;1323;p29"/>
            <p:cNvPicPr preferRelativeResize="0"/>
            <p:nvPr/>
          </p:nvPicPr>
          <p:blipFill rotWithShape="1">
            <a:blip r:embed="rId2"/>
            <a:srcRect l="16960" t="24719" r="7121" b="26177"/>
            <a:stretch>
              <a:fillRect/>
            </a:stretch>
          </p:blipFill>
          <p:spPr>
            <a:xfrm rot="10800000">
              <a:off x="2659712" y="4275400"/>
              <a:ext cx="3549051" cy="2992224"/>
            </a:xfrm>
            <a:prstGeom prst="rect">
              <a:avLst/>
            </a:prstGeom>
            <a:noFill/>
            <a:ln>
              <a:noFill/>
            </a:ln>
          </p:spPr>
        </p:pic>
        <p:grpSp>
          <p:nvGrpSpPr>
            <p:cNvPr id="1324" name="Google Shape;1324;p29"/>
            <p:cNvGrpSpPr/>
            <p:nvPr/>
          </p:nvGrpSpPr>
          <p:grpSpPr>
            <a:xfrm rot="-5400000">
              <a:off x="3258038" y="4413859"/>
              <a:ext cx="906953" cy="1517787"/>
              <a:chOff x="79748" y="2808602"/>
              <a:chExt cx="906953" cy="1517787"/>
            </a:xfrm>
          </p:grpSpPr>
          <p:sp>
            <p:nvSpPr>
              <p:cNvPr id="1325" name="Google Shape;1325;p29"/>
              <p:cNvSpPr/>
              <p:nvPr/>
            </p:nvSpPr>
            <p:spPr>
              <a:xfrm rot="5400000">
                <a:off x="357831" y="282094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6" name="Google Shape;1326;p29"/>
              <p:cNvSpPr/>
              <p:nvPr/>
            </p:nvSpPr>
            <p:spPr>
              <a:xfrm rot="5400000">
                <a:off x="537866" y="3393994"/>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7" name="Google Shape;1327;p29"/>
              <p:cNvSpPr/>
              <p:nvPr/>
            </p:nvSpPr>
            <p:spPr>
              <a:xfrm rot="5400000">
                <a:off x="67406" y="3278257"/>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8" name="Google Shape;1328;p29"/>
              <p:cNvSpPr/>
              <p:nvPr/>
            </p:nvSpPr>
            <p:spPr>
              <a:xfrm rot="5400000">
                <a:off x="417006" y="375669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29" name="Google Shape;1329;p29"/>
            <p:cNvGrpSpPr/>
            <p:nvPr/>
          </p:nvGrpSpPr>
          <p:grpSpPr>
            <a:xfrm rot="5400000">
              <a:off x="5484569" y="3756062"/>
              <a:ext cx="1421047" cy="2833357"/>
              <a:chOff x="334358" y="2186737"/>
              <a:chExt cx="1421047" cy="2833357"/>
            </a:xfrm>
          </p:grpSpPr>
          <p:sp>
            <p:nvSpPr>
              <p:cNvPr id="1330" name="Google Shape;1330;p29"/>
              <p:cNvSpPr/>
              <p:nvPr/>
            </p:nvSpPr>
            <p:spPr>
              <a:xfrm rot="10800000">
                <a:off x="334358" y="218673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31" name="Google Shape;1331;p29"/>
              <p:cNvGrpSpPr/>
              <p:nvPr/>
            </p:nvGrpSpPr>
            <p:grpSpPr>
              <a:xfrm rot="5400000">
                <a:off x="1046250" y="3181856"/>
                <a:ext cx="161977" cy="161940"/>
                <a:chOff x="1101075" y="2142375"/>
                <a:chExt cx="439200" cy="439100"/>
              </a:xfrm>
            </p:grpSpPr>
            <p:sp>
              <p:nvSpPr>
                <p:cNvPr id="1332" name="Google Shape;1332;p29"/>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3" name="Google Shape;1333;p29"/>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34" name="Google Shape;1334;p29"/>
              <p:cNvGrpSpPr/>
              <p:nvPr/>
            </p:nvGrpSpPr>
            <p:grpSpPr>
              <a:xfrm rot="-5400000">
                <a:off x="628029" y="4564272"/>
                <a:ext cx="161977" cy="161940"/>
                <a:chOff x="1101075" y="2142375"/>
                <a:chExt cx="439200" cy="439100"/>
              </a:xfrm>
            </p:grpSpPr>
            <p:sp>
              <p:nvSpPr>
                <p:cNvPr id="1335" name="Google Shape;1335;p29"/>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6" name="Google Shape;1336;p29"/>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338" name="Shape 1338"/>
        <p:cNvGrpSpPr/>
        <p:nvPr/>
      </p:nvGrpSpPr>
      <p:grpSpPr>
        <a:xfrm>
          <a:off x="0" y="0"/>
          <a:ext cx="0" cy="0"/>
          <a:chOff x="0" y="0"/>
          <a:chExt cx="0" cy="0"/>
        </a:xfrm>
      </p:grpSpPr>
      <p:grpSp>
        <p:nvGrpSpPr>
          <p:cNvPr id="1339" name="Google Shape;1339;p30"/>
          <p:cNvGrpSpPr/>
          <p:nvPr/>
        </p:nvGrpSpPr>
        <p:grpSpPr>
          <a:xfrm>
            <a:off x="-623241" y="3925887"/>
            <a:ext cx="2833357" cy="1517787"/>
            <a:chOff x="-623241" y="3849687"/>
            <a:chExt cx="2833357" cy="1517787"/>
          </a:xfrm>
        </p:grpSpPr>
        <p:grpSp>
          <p:nvGrpSpPr>
            <p:cNvPr id="1340" name="Google Shape;1340;p30"/>
            <p:cNvGrpSpPr/>
            <p:nvPr/>
          </p:nvGrpSpPr>
          <p:grpSpPr>
            <a:xfrm rot="5400000">
              <a:off x="-879113" y="4155104"/>
              <a:ext cx="1517787" cy="906953"/>
              <a:chOff x="-55500" y="4835979"/>
              <a:chExt cx="1517787" cy="906953"/>
            </a:xfrm>
          </p:grpSpPr>
          <p:sp>
            <p:nvSpPr>
              <p:cNvPr id="1341" name="Google Shape;1341;p30"/>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2" name="Google Shape;1342;p30"/>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3" name="Google Shape;1343;p30"/>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4" name="Google Shape;1344;p30"/>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45" name="Google Shape;1345;p30"/>
            <p:cNvGrpSpPr/>
            <p:nvPr/>
          </p:nvGrpSpPr>
          <p:grpSpPr>
            <a:xfrm>
              <a:off x="-623241" y="3946426"/>
              <a:ext cx="2833357" cy="1421047"/>
              <a:chOff x="-677366" y="4067276"/>
              <a:chExt cx="2833357" cy="1421047"/>
            </a:xfrm>
          </p:grpSpPr>
          <p:sp>
            <p:nvSpPr>
              <p:cNvPr id="1346" name="Google Shape;1346;p30"/>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47" name="Google Shape;1347;p30"/>
              <p:cNvGrpSpPr/>
              <p:nvPr/>
            </p:nvGrpSpPr>
            <p:grpSpPr>
              <a:xfrm>
                <a:off x="317735" y="4614472"/>
                <a:ext cx="161977" cy="161940"/>
                <a:chOff x="1101075" y="2142375"/>
                <a:chExt cx="439200" cy="439100"/>
              </a:xfrm>
            </p:grpSpPr>
            <p:sp>
              <p:nvSpPr>
                <p:cNvPr id="1348" name="Google Shape;1348;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9" name="Google Shape;1349;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50" name="Google Shape;1350;p30"/>
              <p:cNvGrpSpPr/>
              <p:nvPr/>
            </p:nvGrpSpPr>
            <p:grpSpPr>
              <a:xfrm rot="10800000">
                <a:off x="1700151" y="5032693"/>
                <a:ext cx="161977" cy="161940"/>
                <a:chOff x="1101075" y="2142375"/>
                <a:chExt cx="439200" cy="439100"/>
              </a:xfrm>
            </p:grpSpPr>
            <p:sp>
              <p:nvSpPr>
                <p:cNvPr id="1351" name="Google Shape;1351;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2" name="Google Shape;1352;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53" name="Google Shape;1353;p30"/>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54" name="Google Shape;1354;p30"/>
          <p:cNvGrpSpPr/>
          <p:nvPr/>
        </p:nvGrpSpPr>
        <p:grpSpPr>
          <a:xfrm>
            <a:off x="6323925" y="-1678249"/>
            <a:ext cx="4189199" cy="3065874"/>
            <a:chOff x="6171525" y="-1678249"/>
            <a:chExt cx="4189199" cy="3065874"/>
          </a:xfrm>
        </p:grpSpPr>
        <p:sp>
          <p:nvSpPr>
            <p:cNvPr id="1355" name="Google Shape;1355;p30"/>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356" name="Google Shape;1356;p30"/>
            <p:cNvPicPr preferRelativeResize="0"/>
            <p:nvPr/>
          </p:nvPicPr>
          <p:blipFill rotWithShape="1">
            <a:blip r:embed="rId2"/>
            <a:srcRect l="16960" t="24719" r="7121" b="26177"/>
            <a:stretch>
              <a:fillRect/>
            </a:stretch>
          </p:blipFill>
          <p:spPr>
            <a:xfrm>
              <a:off x="6587425" y="-1678249"/>
              <a:ext cx="3773299" cy="2879876"/>
            </a:xfrm>
            <a:prstGeom prst="rect">
              <a:avLst/>
            </a:prstGeom>
            <a:noFill/>
            <a:ln>
              <a:noFill/>
            </a:ln>
          </p:spPr>
        </p:pic>
        <p:sp>
          <p:nvSpPr>
            <p:cNvPr id="1357" name="Google Shape;1357;p30"/>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58" name="Google Shape;1358;p30"/>
            <p:cNvGrpSpPr/>
            <p:nvPr/>
          </p:nvGrpSpPr>
          <p:grpSpPr>
            <a:xfrm rot="-2700000">
              <a:off x="8302147" y="61289"/>
              <a:ext cx="582044" cy="582419"/>
              <a:chOff x="959750" y="3039275"/>
              <a:chExt cx="582050" cy="582425"/>
            </a:xfrm>
          </p:grpSpPr>
          <p:sp>
            <p:nvSpPr>
              <p:cNvPr id="1359" name="Google Shape;1359;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0" name="Google Shape;1360;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1" name="Google Shape;1361;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2" name="Google Shape;1362;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3" name="Google Shape;1363;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4" name="Google Shape;1364;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5" name="Google Shape;1365;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66" name="Google Shape;1366;p30"/>
            <p:cNvGrpSpPr/>
            <p:nvPr/>
          </p:nvGrpSpPr>
          <p:grpSpPr>
            <a:xfrm rot="-2700000">
              <a:off x="8551447" y="61289"/>
              <a:ext cx="582044" cy="582419"/>
              <a:chOff x="959750" y="3039275"/>
              <a:chExt cx="582050" cy="582425"/>
            </a:xfrm>
          </p:grpSpPr>
          <p:sp>
            <p:nvSpPr>
              <p:cNvPr id="1367" name="Google Shape;1367;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8" name="Google Shape;1368;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9" name="Google Shape;1369;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0" name="Google Shape;1370;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1" name="Google Shape;1371;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2" name="Google Shape;1372;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3" name="Google Shape;1373;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374" name="Google Shape;1374;p30"/>
          <p:cNvGrpSpPr/>
          <p:nvPr/>
        </p:nvGrpSpPr>
        <p:grpSpPr>
          <a:xfrm rot="2700000">
            <a:off x="8945322" y="2352177"/>
            <a:ext cx="439196" cy="439096"/>
            <a:chOff x="1101075" y="2142375"/>
            <a:chExt cx="439200" cy="439100"/>
          </a:xfrm>
        </p:grpSpPr>
        <p:sp>
          <p:nvSpPr>
            <p:cNvPr id="1375" name="Google Shape;1375;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6" name="Google Shape;1376;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ackground 1">
  <p:cSld name="CUSTOM_9_1">
    <p:bg>
      <p:bgPr>
        <a:solidFill>
          <a:schemeClr val="dk2"/>
        </a:solidFill>
        <a:effectLst/>
      </p:bgPr>
    </p:bg>
    <p:spTree>
      <p:nvGrpSpPr>
        <p:cNvPr id="1377" name="Shape 1377"/>
        <p:cNvGrpSpPr/>
        <p:nvPr/>
      </p:nvGrpSpPr>
      <p:grpSpPr>
        <a:xfrm>
          <a:off x="0" y="0"/>
          <a:ext cx="0" cy="0"/>
          <a:chOff x="0" y="0"/>
          <a:chExt cx="0" cy="0"/>
        </a:xfrm>
      </p:grpSpPr>
      <p:grpSp>
        <p:nvGrpSpPr>
          <p:cNvPr id="1378" name="Google Shape;1378;p31"/>
          <p:cNvGrpSpPr/>
          <p:nvPr/>
        </p:nvGrpSpPr>
        <p:grpSpPr>
          <a:xfrm>
            <a:off x="8332551" y="-7"/>
            <a:ext cx="2386151" cy="3293873"/>
            <a:chOff x="8256351" y="-7"/>
            <a:chExt cx="2386151" cy="3293873"/>
          </a:xfrm>
        </p:grpSpPr>
        <p:pic>
          <p:nvPicPr>
            <p:cNvPr id="1379" name="Google Shape;1379;p31"/>
            <p:cNvPicPr preferRelativeResize="0"/>
            <p:nvPr/>
          </p:nvPicPr>
          <p:blipFill rotWithShape="1">
            <a:blip r:embed="rId2"/>
            <a:srcRect l="16960" t="24719" r="7121" b="26177"/>
            <a:stretch>
              <a:fillRect/>
            </a:stretch>
          </p:blipFill>
          <p:spPr>
            <a:xfrm rot="5400000">
              <a:off x="7886227" y="537590"/>
              <a:ext cx="3126400" cy="2386151"/>
            </a:xfrm>
            <a:prstGeom prst="rect">
              <a:avLst/>
            </a:prstGeom>
            <a:noFill/>
            <a:ln>
              <a:noFill/>
            </a:ln>
          </p:spPr>
        </p:pic>
        <p:grpSp>
          <p:nvGrpSpPr>
            <p:cNvPr id="1380" name="Google Shape;1380;p31"/>
            <p:cNvGrpSpPr/>
            <p:nvPr/>
          </p:nvGrpSpPr>
          <p:grpSpPr>
            <a:xfrm rot="10800000">
              <a:off x="8452444" y="-7"/>
              <a:ext cx="325154" cy="1788670"/>
              <a:chOff x="8869019" y="-622132"/>
              <a:chExt cx="325154" cy="1788670"/>
            </a:xfrm>
          </p:grpSpPr>
          <p:sp>
            <p:nvSpPr>
              <p:cNvPr id="1381" name="Google Shape;1381;p31"/>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82" name="Google Shape;1382;p31"/>
              <p:cNvGrpSpPr/>
              <p:nvPr/>
            </p:nvGrpSpPr>
            <p:grpSpPr>
              <a:xfrm rot="1800062">
                <a:off x="9035610" y="1007995"/>
                <a:ext cx="134040" cy="134009"/>
                <a:chOff x="1101075" y="2142375"/>
                <a:chExt cx="439200" cy="439100"/>
              </a:xfrm>
            </p:grpSpPr>
            <p:sp>
              <p:nvSpPr>
                <p:cNvPr id="1383" name="Google Shape;1383;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4" name="Google Shape;1384;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1385" name="Google Shape;1385;p31"/>
          <p:cNvGrpSpPr/>
          <p:nvPr/>
        </p:nvGrpSpPr>
        <p:grpSpPr>
          <a:xfrm>
            <a:off x="-213525" y="171225"/>
            <a:ext cx="439200" cy="439100"/>
            <a:chOff x="1101075" y="2142375"/>
            <a:chExt cx="439200" cy="439100"/>
          </a:xfrm>
        </p:grpSpPr>
        <p:sp>
          <p:nvSpPr>
            <p:cNvPr id="1386" name="Google Shape;1386;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7" name="Google Shape;1387;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88" name="Google Shape;1388;p31"/>
          <p:cNvGrpSpPr/>
          <p:nvPr/>
        </p:nvGrpSpPr>
        <p:grpSpPr>
          <a:xfrm>
            <a:off x="-1262974" y="3161328"/>
            <a:ext cx="4822591" cy="2934500"/>
            <a:chOff x="-1186774" y="3161328"/>
            <a:chExt cx="4822591" cy="2934500"/>
          </a:xfrm>
        </p:grpSpPr>
        <p:pic>
          <p:nvPicPr>
            <p:cNvPr id="1389" name="Google Shape;1389;p31"/>
            <p:cNvPicPr preferRelativeResize="0"/>
            <p:nvPr/>
          </p:nvPicPr>
          <p:blipFill rotWithShape="1">
            <a:blip r:embed="rId2"/>
            <a:srcRect l="16960" t="24719" r="7121" b="26177"/>
            <a:stretch>
              <a:fillRect/>
            </a:stretch>
          </p:blipFill>
          <p:spPr>
            <a:xfrm rot="5400000">
              <a:off x="-1534175" y="3508728"/>
              <a:ext cx="2934500" cy="2239699"/>
            </a:xfrm>
            <a:prstGeom prst="rect">
              <a:avLst/>
            </a:prstGeom>
            <a:noFill/>
            <a:ln>
              <a:noFill/>
            </a:ln>
          </p:spPr>
        </p:pic>
        <p:sp>
          <p:nvSpPr>
            <p:cNvPr id="1390" name="Google Shape;1390;p31"/>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91" name="Google Shape;1391;p31"/>
            <p:cNvGrpSpPr/>
            <p:nvPr/>
          </p:nvGrpSpPr>
          <p:grpSpPr>
            <a:xfrm>
              <a:off x="58899" y="4608583"/>
              <a:ext cx="604346" cy="657081"/>
              <a:chOff x="58899" y="4608583"/>
              <a:chExt cx="604346" cy="657081"/>
            </a:xfrm>
          </p:grpSpPr>
          <p:grpSp>
            <p:nvGrpSpPr>
              <p:cNvPr id="1392" name="Google Shape;1392;p31"/>
              <p:cNvGrpSpPr/>
              <p:nvPr/>
            </p:nvGrpSpPr>
            <p:grpSpPr>
              <a:xfrm rot="10800000">
                <a:off x="58899" y="4608583"/>
                <a:ext cx="328346" cy="328531"/>
                <a:chOff x="3678700" y="407275"/>
                <a:chExt cx="708100" cy="708500"/>
              </a:xfrm>
            </p:grpSpPr>
            <p:sp>
              <p:nvSpPr>
                <p:cNvPr id="1393" name="Google Shape;1393;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4" name="Google Shape;1394;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5" name="Google Shape;1395;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6" name="Google Shape;1396;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7" name="Google Shape;1397;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8" name="Google Shape;1398;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9" name="Google Shape;1399;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00" name="Google Shape;1400;p31"/>
              <p:cNvGrpSpPr/>
              <p:nvPr/>
            </p:nvGrpSpPr>
            <p:grpSpPr>
              <a:xfrm rot="10800000">
                <a:off x="334899" y="4608583"/>
                <a:ext cx="328346" cy="328531"/>
                <a:chOff x="3678700" y="407275"/>
                <a:chExt cx="708100" cy="708500"/>
              </a:xfrm>
            </p:grpSpPr>
            <p:sp>
              <p:nvSpPr>
                <p:cNvPr id="1401" name="Google Shape;1401;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2" name="Google Shape;1402;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3" name="Google Shape;1403;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4" name="Google Shape;1404;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5" name="Google Shape;1405;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6" name="Google Shape;1406;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7" name="Google Shape;1407;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08" name="Google Shape;1408;p31"/>
              <p:cNvGrpSpPr/>
              <p:nvPr/>
            </p:nvGrpSpPr>
            <p:grpSpPr>
              <a:xfrm rot="10800000">
                <a:off x="282574" y="4937133"/>
                <a:ext cx="328346" cy="328531"/>
                <a:chOff x="3678700" y="407275"/>
                <a:chExt cx="708100" cy="708500"/>
              </a:xfrm>
            </p:grpSpPr>
            <p:sp>
              <p:nvSpPr>
                <p:cNvPr id="1409" name="Google Shape;1409;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0" name="Google Shape;1410;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1" name="Google Shape;1411;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2" name="Google Shape;1412;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3" name="Google Shape;1413;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4" name="Google Shape;1414;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5" name="Google Shape;1415;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416" name="Google Shape;1416;p31"/>
            <p:cNvGrpSpPr/>
            <p:nvPr/>
          </p:nvGrpSpPr>
          <p:grpSpPr>
            <a:xfrm>
              <a:off x="-923150" y="4796551"/>
              <a:ext cx="4558967" cy="134100"/>
              <a:chOff x="796100" y="3019701"/>
              <a:chExt cx="4558967" cy="134100"/>
            </a:xfrm>
          </p:grpSpPr>
          <p:sp>
            <p:nvSpPr>
              <p:cNvPr id="1417" name="Google Shape;1417;p31"/>
              <p:cNvSpPr/>
              <p:nvPr/>
            </p:nvSpPr>
            <p:spPr>
              <a:xfrm>
                <a:off x="5220967" y="3019701"/>
                <a:ext cx="134100" cy="134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418" name="Google Shape;1418;p31"/>
              <p:cNvCxnSpPr/>
              <p:nvPr/>
            </p:nvCxnSpPr>
            <p:spPr>
              <a:xfrm>
                <a:off x="796100" y="3086750"/>
                <a:ext cx="4462800" cy="0"/>
              </a:xfrm>
              <a:prstGeom prst="straightConnector1">
                <a:avLst/>
              </a:prstGeom>
              <a:noFill/>
              <a:ln w="9525" cap="flat" cmpd="sng">
                <a:solidFill>
                  <a:schemeClr val="lt1"/>
                </a:solidFill>
                <a:prstDash val="solid"/>
                <a:round/>
                <a:headEnd type="none" w="med" len="med"/>
                <a:tailEnd type="none" w="med" len="med"/>
              </a:ln>
            </p:spPr>
          </p:cxnSp>
          <p:sp>
            <p:nvSpPr>
              <p:cNvPr id="1419" name="Google Shape;1419;p31"/>
              <p:cNvSpPr/>
              <p:nvPr/>
            </p:nvSpPr>
            <p:spPr>
              <a:xfrm>
                <a:off x="5251079" y="3049843"/>
                <a:ext cx="73800" cy="738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matchingName="Blank slide">
  <p:cSld name="BLANK">
    <p:spTree>
      <p:nvGrpSpPr>
        <p:cNvPr id="1423" name="Shape 1423"/>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424" name="Shape 1424"/>
        <p:cNvGrpSpPr/>
        <p:nvPr/>
      </p:nvGrpSpPr>
      <p:grpSpPr>
        <a:xfrm>
          <a:off x="0" y="0"/>
          <a:ext cx="0" cy="0"/>
          <a:chOff x="0" y="0"/>
          <a:chExt cx="0" cy="0"/>
        </a:xfrm>
      </p:grpSpPr>
      <p:sp>
        <p:nvSpPr>
          <p:cNvPr id="1425" name="Google Shape;1425;p34"/>
          <p:cNvSpPr txBox="1"/>
          <p:nvPr>
            <p:ph type="title"/>
          </p:nvPr>
        </p:nvSpPr>
        <p:spPr>
          <a:xfrm>
            <a:off x="716775"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1" Type="http://schemas.openxmlformats.org/officeDocument/2006/relationships/theme" Target="../theme/theme1.xml"/><Relationship Id="rId30" Type="http://schemas.openxmlformats.org/officeDocument/2006/relationships/slideLayout" Target="../slideLayouts/slideLayout30.xml"/><Relationship Id="rId3" Type="http://schemas.openxmlformats.org/officeDocument/2006/relationships/slideLayout" Target="../slideLayouts/slideLayout3.xml"/><Relationship Id="rId29" Type="http://schemas.openxmlformats.org/officeDocument/2006/relationships/slideLayout" Target="../slideLayouts/slideLayout29.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2.xml"/><Relationship Id="rId1"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1pPr>
            <a:lvl2pPr lvl="1"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7" name="Google Shape;7;p1"/>
          <p:cNvSpPr txBox="1"/>
          <p:nvPr>
            <p:ph type="body" idx="1"/>
          </p:nvPr>
        </p:nvSpPr>
        <p:spPr>
          <a:xfrm>
            <a:off x="713225" y="1152475"/>
            <a:ext cx="76818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1pPr>
            <a:lvl2pPr marL="914400" lvl="1"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2pPr>
            <a:lvl3pPr marL="1371600" lvl="2"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3pPr>
            <a:lvl4pPr marL="1828800" lvl="3"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4pPr>
            <a:lvl5pPr marL="2286000" lvl="4"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5pPr>
            <a:lvl6pPr marL="2743200" lvl="5"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6pPr>
            <a:lvl7pPr marL="3200400" lvl="6"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7pPr>
            <a:lvl8pPr marL="3657600" lvl="7"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8pPr>
            <a:lvl9pPr marL="4114800" lvl="8"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420" name="Shape 1420"/>
        <p:cNvGrpSpPr/>
        <p:nvPr/>
      </p:nvGrpSpPr>
      <p:grpSpPr>
        <a:xfrm>
          <a:off x="0" y="0"/>
          <a:ext cx="0" cy="0"/>
          <a:chOff x="0" y="0"/>
          <a:chExt cx="0" cy="0"/>
        </a:xfrm>
      </p:grpSpPr>
      <p:sp>
        <p:nvSpPr>
          <p:cNvPr id="1421" name="Google Shape;1421;p32"/>
          <p:cNvSpPr txBox="1"/>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p:txBody>
      </p:sp>
      <p:sp>
        <p:nvSpPr>
          <p:cNvPr id="1422" name="Google Shape;1422;p32"/>
          <p:cNvSpPr txBox="1"/>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1pPr>
            <a:lvl2pPr marL="914400" lvl="1"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2pPr>
            <a:lvl3pPr marL="1371600" lvl="2"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3pPr>
            <a:lvl4pPr marL="1828800" lvl="3"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4pPr>
            <a:lvl5pPr marL="2286000" lvl="4"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5pPr>
            <a:lvl6pPr marL="2743200" lvl="5"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6pPr>
            <a:lvl7pPr marL="3200400" lvl="6"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7pPr>
            <a:lvl8pPr marL="3657600" lvl="7"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8pPr>
            <a:lvl9pPr marL="4114800" lvl="8"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9pPr>
          </a:lstStyle>
          <a:p/>
        </p:txBody>
      </p:sp>
    </p:spTree>
  </p:cSld>
  <p:clrMap bg1="lt1" tx1="dk1" bg2="dk2" tx2="lt2" accent1="accent1" accent2="accent2" accent3="accent3" accent4="accent4" accent5="accent5" accent6="accent6" hlink="hlink" folHlink="folHlink"/>
  <p:sldLayoutIdLst>
    <p:sldLayoutId id="2147483680" r:id="rId1"/>
    <p:sldLayoutId id="2147483681"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0.xml"/><Relationship Id="rId2" Type="http://schemas.openxmlformats.org/officeDocument/2006/relationships/image" Target="../media/image2.png"/><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8.xml"/><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8.xml"/><Relationship Id="rId1"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8.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1.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2.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4.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7.xml"/><Relationship Id="rId1" Type="http://schemas.openxmlformats.org/officeDocument/2006/relationships/image" Target="../media/image2.pn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8.xml"/><Relationship Id="rId1"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429" name="Shape 1429"/>
        <p:cNvGrpSpPr/>
        <p:nvPr/>
      </p:nvGrpSpPr>
      <p:grpSpPr>
        <a:xfrm>
          <a:off x="0" y="0"/>
          <a:ext cx="0" cy="0"/>
          <a:chOff x="0" y="0"/>
          <a:chExt cx="0" cy="0"/>
        </a:xfrm>
      </p:grpSpPr>
      <p:sp>
        <p:nvSpPr>
          <p:cNvPr id="1430" name="Google Shape;1430;p35"/>
          <p:cNvSpPr txBox="1"/>
          <p:nvPr>
            <p:ph type="subTitle" idx="1"/>
          </p:nvPr>
        </p:nvSpPr>
        <p:spPr>
          <a:xfrm>
            <a:off x="1096850" y="3310128"/>
            <a:ext cx="6035040" cy="137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sz="1200"/>
              <a:t>IT4863 Tìm kiếm thông tin · Giảng viên: TS. Nguyễn Bá Ngọc</a:t>
            </a:r>
            <a:endParaRPr lang="vi-VN" sz="1200"/>
          </a:p>
          <a:p>
            <a:pPr marL="0" lvl="0" indent="0" algn="l" rtl="0">
              <a:spcBef>
                <a:spcPts val="0"/>
              </a:spcBef>
              <a:spcAft>
                <a:spcPts val="0"/>
              </a:spcAft>
              <a:buNone/>
            </a:pPr>
            <a:r>
              <a:rPr lang="vi-VN" sz="1200" b="1"/>
              <a:t>Nhóm BAT:</a:t>
            </a:r>
            <a:r>
              <a:rPr lang="vi-VN" sz="1200"/>
              <a:t> Doãn Văn An · Trần Ngọc Bảo · Phạm Sơn </a:t>
            </a:r>
            <a:r>
              <a:rPr lang="vi-VN" sz="1200"/>
              <a:t>Tùng</a:t>
            </a:r>
            <a:endParaRPr lang="vi-VN" sz="1200"/>
          </a:p>
        </p:txBody>
      </p:sp>
      <p:sp>
        <p:nvSpPr>
          <p:cNvPr id="1431" name="Google Shape;1431;p35"/>
          <p:cNvSpPr txBox="1"/>
          <p:nvPr>
            <p:ph type="ctrTitle"/>
          </p:nvPr>
        </p:nvSpPr>
        <p:spPr>
          <a:xfrm>
            <a:off x="1096850" y="816324"/>
            <a:ext cx="6974700" cy="2326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sz="2600">
                <a:solidFill>
                  <a:schemeClr val="dk2"/>
                </a:solidFill>
              </a:rPr>
              <a:t>Thu thập, bóc tách và tìm kiếm thông tin trên các website Đại học Bách khoa Hà Nội</a:t>
            </a:r>
            <a:endParaRPr lang="vi-VN" sz="2600">
              <a:solidFill>
                <a:schemeClr val="dk2"/>
              </a:solidFill>
            </a:endParaRPr>
          </a:p>
        </p:txBody>
      </p:sp>
      <p:grpSp>
        <p:nvGrpSpPr>
          <p:cNvPr id="1432" name="Google Shape;1432;p35"/>
          <p:cNvGrpSpPr/>
          <p:nvPr/>
        </p:nvGrpSpPr>
        <p:grpSpPr>
          <a:xfrm>
            <a:off x="1096850" y="3242811"/>
            <a:ext cx="3936683" cy="134070"/>
            <a:chOff x="1096850" y="3242811"/>
            <a:chExt cx="3936683" cy="134070"/>
          </a:xfrm>
        </p:grpSpPr>
        <p:cxnSp>
          <p:nvCxnSpPr>
            <p:cNvPr id="1433" name="Google Shape;1433;p35"/>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p:cNvGrpSpPr/>
            <p:nvPr/>
          </p:nvGrpSpPr>
          <p:grpSpPr>
            <a:xfrm>
              <a:off x="4899464" y="3242811"/>
              <a:ext cx="134070" cy="134070"/>
              <a:chOff x="8382514" y="1084976"/>
              <a:chExt cx="265800" cy="265800"/>
            </a:xfrm>
          </p:grpSpPr>
          <p:sp>
            <p:nvSpPr>
              <p:cNvPr id="1435" name="Google Shape;1435;p35"/>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6" name="Google Shape;1436;p35"/>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437" name="Google Shape;1437;p35"/>
          <p:cNvGrpSpPr/>
          <p:nvPr/>
        </p:nvGrpSpPr>
        <p:grpSpPr>
          <a:xfrm>
            <a:off x="8017432" y="-313900"/>
            <a:ext cx="134070" cy="1891362"/>
            <a:chOff x="8017432" y="-313900"/>
            <a:chExt cx="134070" cy="1891362"/>
          </a:xfrm>
        </p:grpSpPr>
        <p:sp>
          <p:nvSpPr>
            <p:cNvPr id="1438" name="Google Shape;1438;p35"/>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439" name="Google Shape;1439;p35"/>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1" name="Google Shape;1441;p35"/>
          <p:cNvGrpSpPr/>
          <p:nvPr/>
        </p:nvGrpSpPr>
        <p:grpSpPr>
          <a:xfrm>
            <a:off x="6309526" y="957475"/>
            <a:ext cx="3504715" cy="5119205"/>
            <a:chOff x="6309526" y="836950"/>
            <a:chExt cx="3504715" cy="5119205"/>
          </a:xfrm>
        </p:grpSpPr>
        <p:sp>
          <p:nvSpPr>
            <p:cNvPr id="1442" name="Google Shape;1442;p35"/>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443" name="Google Shape;1443;p35"/>
            <p:cNvGrpSpPr/>
            <p:nvPr/>
          </p:nvGrpSpPr>
          <p:grpSpPr>
            <a:xfrm>
              <a:off x="7728436" y="3524084"/>
              <a:ext cx="134004" cy="134004"/>
              <a:chOff x="8356813" y="1074288"/>
              <a:chExt cx="351900" cy="351900"/>
            </a:xfrm>
          </p:grpSpPr>
          <p:sp>
            <p:nvSpPr>
              <p:cNvPr id="1444" name="Google Shape;1444;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5" name="Google Shape;1445;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6" name="Google Shape;1446;p35"/>
            <p:cNvGrpSpPr/>
            <p:nvPr/>
          </p:nvGrpSpPr>
          <p:grpSpPr>
            <a:xfrm>
              <a:off x="7344361" y="3150259"/>
              <a:ext cx="134004" cy="134004"/>
              <a:chOff x="8356813" y="1074288"/>
              <a:chExt cx="351900" cy="351900"/>
            </a:xfrm>
          </p:grpSpPr>
          <p:sp>
            <p:nvSpPr>
              <p:cNvPr id="1447" name="Google Shape;1447;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8" name="Google Shape;1448;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9" name="Google Shape;1449;p35"/>
            <p:cNvGrpSpPr/>
            <p:nvPr/>
          </p:nvGrpSpPr>
          <p:grpSpPr>
            <a:xfrm>
              <a:off x="8337811" y="2464059"/>
              <a:ext cx="134004" cy="134004"/>
              <a:chOff x="8356813" y="1074288"/>
              <a:chExt cx="351900" cy="351900"/>
            </a:xfrm>
          </p:grpSpPr>
          <p:sp>
            <p:nvSpPr>
              <p:cNvPr id="1450" name="Google Shape;1450;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1" name="Google Shape;1451;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52" name="Google Shape;1452;p35"/>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465" name="Shape 1465"/>
        <p:cNvGrpSpPr/>
        <p:nvPr/>
      </p:nvGrpSpPr>
      <p:grpSpPr>
        <a:xfrm>
          <a:off x="0" y="0"/>
          <a:ext cx="0" cy="0"/>
          <a:chOff x="0" y="0"/>
          <a:chExt cx="0" cy="0"/>
        </a:xfrm>
      </p:grpSpPr>
      <p:sp>
        <p:nvSpPr>
          <p:cNvPr id="1466" name="Google Shape;1466;p3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sz="3200">
                <a:solidFill>
                  <a:schemeClr val="dk2"/>
                </a:solidFill>
                <a:latin typeface="IBM Plex Mono" panose="020B0509050203000203"/>
                <a:ea typeface="IBM Plex Mono" panose="020B0509050203000203"/>
                <a:cs typeface="IBM Plex Mono" panose="020B0509050203000203"/>
                <a:sym typeface="IBM Plex Mono" panose="020B0509050203000203"/>
              </a:rPr>
              <a:t>Nội dung</a:t>
            </a:r>
            <a:endParaRPr lang="vi-VN" sz="3200">
              <a:solidFill>
                <a:schemeClr val="dk2"/>
              </a:solidFill>
              <a:latin typeface="IBM Plex Mono" panose="020B0509050203000203"/>
              <a:ea typeface="IBM Plex Mono" panose="020B0509050203000203"/>
              <a:cs typeface="IBM Plex Mono" panose="020B0509050203000203"/>
              <a:sym typeface="IBM Plex Mono" panose="020B0509050203000203"/>
            </a:endParaRPr>
          </a:p>
        </p:txBody>
      </p:sp>
      <p:sp>
        <p:nvSpPr>
          <p:cNvPr id="1467" name="Google Shape;1467;p37"/>
          <p:cNvSpPr txBox="1"/>
          <p:nvPr>
            <p:ph type="subTitle" idx="9"/>
          </p:nvPr>
        </p:nvSpPr>
        <p:spPr>
          <a:xfrm>
            <a:off x="720000" y="1918675"/>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Giới thiệu</a:t>
            </a:r>
            <a:endParaRPr lang="vi-VN"/>
          </a:p>
        </p:txBody>
      </p:sp>
      <p:sp>
        <p:nvSpPr>
          <p:cNvPr id="1468" name="Google Shape;1468;p37"/>
          <p:cNvSpPr txBox="1"/>
          <p:nvPr>
            <p:ph type="subTitle" idx="1"/>
          </p:nvPr>
        </p:nvSpPr>
        <p:spPr>
          <a:xfrm>
            <a:off x="720000" y="2244725"/>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Đề bài và phạm vi thu thập</a:t>
            </a:r>
            <a:endParaRPr lang="vi-VN"/>
          </a:p>
        </p:txBody>
      </p:sp>
      <p:sp>
        <p:nvSpPr>
          <p:cNvPr id="1469" name="Google Shape;1469;p37"/>
          <p:cNvSpPr txBox="1"/>
          <p:nvPr>
            <p:ph type="subTitle" idx="2"/>
          </p:nvPr>
        </p:nvSpPr>
        <p:spPr>
          <a:xfrm>
            <a:off x="4366700" y="2244725"/>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Năm dịch vụ, từ tải trang tới lưu MongoDB</a:t>
            </a:r>
            <a:endParaRPr lang="vi-VN"/>
          </a:p>
        </p:txBody>
      </p:sp>
      <p:sp>
        <p:nvSpPr>
          <p:cNvPr id="1470" name="Google Shape;1470;p37"/>
          <p:cNvSpPr txBox="1"/>
          <p:nvPr>
            <p:ph type="subTitle" idx="3"/>
          </p:nvPr>
        </p:nvSpPr>
        <p:spPr>
          <a:xfrm>
            <a:off x="720000" y="3940900"/>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 và tìm kiếm trên kho dữ liệu</a:t>
            </a:r>
            <a:endParaRPr lang="vi-VN"/>
          </a:p>
        </p:txBody>
      </p:sp>
      <p:sp>
        <p:nvSpPr>
          <p:cNvPr id="1471" name="Google Shape;1471;p37"/>
          <p:cNvSpPr txBox="1"/>
          <p:nvPr>
            <p:ph type="subTitle" idx="4"/>
          </p:nvPr>
        </p:nvSpPr>
        <p:spPr>
          <a:xfrm>
            <a:off x="4366700" y="3940900"/>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Bộ dữ liệu thu được và kết quả tìm kiếm</a:t>
            </a:r>
            <a:endParaRPr lang="vi-VN"/>
          </a:p>
        </p:txBody>
      </p:sp>
      <p:sp>
        <p:nvSpPr>
          <p:cNvPr id="1472" name="Google Shape;1472;p37"/>
          <p:cNvSpPr txBox="1"/>
          <p:nvPr>
            <p:ph type="title" idx="5"/>
          </p:nvPr>
        </p:nvSpPr>
        <p:spPr>
          <a:xfrm>
            <a:off x="720003" y="1344775"/>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01</a:t>
            </a:r>
            <a:endParaRPr lang="en-GB"/>
          </a:p>
        </p:txBody>
      </p:sp>
      <p:sp>
        <p:nvSpPr>
          <p:cNvPr id="1473" name="Google Shape;1473;p37"/>
          <p:cNvSpPr txBox="1"/>
          <p:nvPr>
            <p:ph type="title" idx="6"/>
          </p:nvPr>
        </p:nvSpPr>
        <p:spPr>
          <a:xfrm>
            <a:off x="720003" y="3040971"/>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03</a:t>
            </a:r>
            <a:endParaRPr lang="en-GB"/>
          </a:p>
        </p:txBody>
      </p:sp>
      <p:sp>
        <p:nvSpPr>
          <p:cNvPr id="1474" name="Google Shape;1474;p37"/>
          <p:cNvSpPr txBox="1"/>
          <p:nvPr>
            <p:ph type="title" idx="7"/>
          </p:nvPr>
        </p:nvSpPr>
        <p:spPr>
          <a:xfrm>
            <a:off x="4366698" y="1344775"/>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02</a:t>
            </a:r>
            <a:endParaRPr lang="en-GB"/>
          </a:p>
        </p:txBody>
      </p:sp>
      <p:sp>
        <p:nvSpPr>
          <p:cNvPr id="1475" name="Google Shape;1475;p37"/>
          <p:cNvSpPr txBox="1"/>
          <p:nvPr>
            <p:ph type="title" idx="8"/>
          </p:nvPr>
        </p:nvSpPr>
        <p:spPr>
          <a:xfrm>
            <a:off x="4366698" y="3040971"/>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04</a:t>
            </a:r>
            <a:endParaRPr lang="en-GB"/>
          </a:p>
        </p:txBody>
      </p:sp>
      <p:sp>
        <p:nvSpPr>
          <p:cNvPr id="1476" name="Google Shape;1476;p37"/>
          <p:cNvSpPr txBox="1"/>
          <p:nvPr>
            <p:ph type="subTitle" idx="13"/>
          </p:nvPr>
        </p:nvSpPr>
        <p:spPr>
          <a:xfrm>
            <a:off x="4366698" y="1918675"/>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Thu thập và bóc tách</a:t>
            </a:r>
            <a:endParaRPr lang="vi-VN"/>
          </a:p>
        </p:txBody>
      </p:sp>
      <p:sp>
        <p:nvSpPr>
          <p:cNvPr id="1477" name="Google Shape;1477;p37"/>
          <p:cNvSpPr txBox="1"/>
          <p:nvPr>
            <p:ph type="subTitle" idx="14"/>
          </p:nvPr>
        </p:nvSpPr>
        <p:spPr>
          <a:xfrm>
            <a:off x="720000" y="3614801"/>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Tìm kiếm với Lucene</a:t>
            </a:r>
            <a:endParaRPr lang="vi-VN"/>
          </a:p>
        </p:txBody>
      </p:sp>
      <p:sp>
        <p:nvSpPr>
          <p:cNvPr id="1478" name="Google Shape;1478;p37"/>
          <p:cNvSpPr txBox="1"/>
          <p:nvPr>
            <p:ph type="subTitle" idx="15"/>
          </p:nvPr>
        </p:nvSpPr>
        <p:spPr>
          <a:xfrm>
            <a:off x="4366698" y="3614801"/>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Kết quả</a:t>
            </a:r>
            <a:endParaRPr lang="vi-V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01</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Đề bài và phạm vi thu thập</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Giới thiệu</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731" name="Shape 1731"/>
        <p:cNvGrpSpPr/>
        <p:nvPr/>
      </p:nvGrpSpPr>
      <p:grpSpPr>
        <a:xfrm>
          <a:off x="0" y="0"/>
          <a:ext cx="0" cy="0"/>
          <a:chOff x="0" y="0"/>
          <a:chExt cx="0" cy="0"/>
        </a:xfrm>
      </p:grpSpPr>
      <p:sp>
        <p:nvSpPr>
          <p:cNvPr id="1732" name="Google Shape;1732;p43"/>
          <p:cNvSpPr txBox="1"/>
          <p:nvPr>
            <p:ph type="subTitle" idx="2"/>
          </p:nvPr>
        </p:nvSpPr>
        <p:spPr>
          <a:xfrm>
            <a:off x="5237152" y="1935218"/>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Nội dung văn bản và trang dẫn tới tài liệu</a:t>
            </a:r>
            <a:endParaRPr lang="vi-VN"/>
          </a:p>
        </p:txBody>
      </p:sp>
      <p:sp>
        <p:nvSpPr>
          <p:cNvPr id="1733" name="Google Shape;1733;p43"/>
          <p:cNvSpPr txBox="1"/>
          <p:nvPr>
            <p:ph type="subTitle" idx="8"/>
          </p:nvPr>
        </p:nvSpPr>
        <p:spPr>
          <a:xfrm>
            <a:off x="5237150" y="3231981"/>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Đồ thị liên kết</a:t>
            </a:r>
            <a:endParaRPr lang="vi-VN"/>
          </a:p>
        </p:txBody>
      </p:sp>
      <p:sp>
        <p:nvSpPr>
          <p:cNvPr id="1734" name="Google Shape;1734;p4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Đề bài yêu cầu bóc tách gì</a:t>
            </a:r>
            <a:endParaRPr lang="vi-VN"/>
          </a:p>
        </p:txBody>
      </p:sp>
      <p:sp>
        <p:nvSpPr>
          <p:cNvPr id="1735" name="Google Shape;1735;p43"/>
          <p:cNvSpPr txBox="1"/>
          <p:nvPr>
            <p:ph type="subTitle" idx="5"/>
          </p:nvPr>
        </p:nvSpPr>
        <p:spPr>
          <a:xfrm>
            <a:off x="1804750" y="1605775"/>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Trang web</a:t>
            </a:r>
            <a:endParaRPr lang="vi-VN"/>
          </a:p>
        </p:txBody>
      </p:sp>
      <p:sp>
        <p:nvSpPr>
          <p:cNvPr id="1736" name="Google Shape;1736;p43"/>
          <p:cNvSpPr txBox="1"/>
          <p:nvPr>
            <p:ph type="subTitle" idx="6"/>
          </p:nvPr>
        </p:nvSpPr>
        <p:spPr>
          <a:xfrm>
            <a:off x="5237150" y="1605775"/>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Tệp tài liệu</a:t>
            </a:r>
            <a:endParaRPr lang="vi-VN"/>
          </a:p>
        </p:txBody>
      </p:sp>
      <p:sp>
        <p:nvSpPr>
          <p:cNvPr id="1737" name="Google Shape;1737;p43"/>
          <p:cNvSpPr txBox="1"/>
          <p:nvPr>
            <p:ph type="subTitle" idx="3"/>
          </p:nvPr>
        </p:nvSpPr>
        <p:spPr>
          <a:xfrm>
            <a:off x="1804750" y="3561374"/>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chứa ảnh và dữ liệu ảnh</a:t>
            </a:r>
            <a:endParaRPr lang="vi-VN"/>
          </a:p>
        </p:txBody>
      </p:sp>
      <p:sp>
        <p:nvSpPr>
          <p:cNvPr id="1738" name="Google Shape;1738;p43"/>
          <p:cNvSpPr txBox="1"/>
          <p:nvPr>
            <p:ph type="subTitle" idx="4"/>
          </p:nvPr>
        </p:nvSpPr>
        <p:spPr>
          <a:xfrm>
            <a:off x="5237152" y="3561374"/>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Từ trang nguồn tới trang đích, kèm văn bản mô tả liên kết</a:t>
            </a:r>
            <a:endParaRPr lang="vi-VN"/>
          </a:p>
        </p:txBody>
      </p:sp>
      <p:sp>
        <p:nvSpPr>
          <p:cNvPr id="1739" name="Google Shape;1739;p43"/>
          <p:cNvSpPr txBox="1"/>
          <p:nvPr>
            <p:ph type="subTitle" idx="7"/>
          </p:nvPr>
        </p:nvSpPr>
        <p:spPr>
          <a:xfrm>
            <a:off x="1804750" y="3231981"/>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Tệp ảnh</a:t>
            </a:r>
            <a:endParaRPr lang="vi-VN"/>
          </a:p>
        </p:txBody>
      </p:sp>
      <p:sp>
        <p:nvSpPr>
          <p:cNvPr id="1740" name="Google Shape;1740;p43"/>
          <p:cNvSpPr txBox="1"/>
          <p:nvPr>
            <p:ph type="subTitle" idx="1"/>
          </p:nvPr>
        </p:nvSpPr>
        <p:spPr>
          <a:xfrm>
            <a:off x="1804750" y="1935218"/>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Tiêu đề, ngày đăng, tác giả, nội dung, văn bản liên kết trỏ tới</a:t>
            </a:r>
            <a:endParaRPr lang="vi-V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855" name="Shape 1855"/>
        <p:cNvGrpSpPr/>
        <p:nvPr/>
      </p:nvGrpSpPr>
      <p:grpSpPr>
        <a:xfrm>
          <a:off x="0" y="0"/>
          <a:ext cx="0" cy="0"/>
          <a:chOff x="0" y="0"/>
          <a:chExt cx="0" cy="0"/>
        </a:xfrm>
      </p:grpSpPr>
      <p:sp>
        <p:nvSpPr>
          <p:cNvPr id="1856" name="Google Shape;1856;p47"/>
          <p:cNvSpPr txBox="1"/>
          <p:nvPr>
            <p:ph type="title"/>
          </p:nvPr>
        </p:nvSpPr>
        <p:spPr>
          <a:xfrm>
            <a:off x="713225" y="1766475"/>
            <a:ext cx="6576000" cy="1036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77 website</a:t>
            </a:r>
            <a:endParaRPr lang="vi-VN"/>
          </a:p>
        </p:txBody>
      </p:sp>
      <p:sp>
        <p:nvSpPr>
          <p:cNvPr id="1857" name="Google Shape;1857;p47"/>
          <p:cNvSpPr txBox="1"/>
          <p:nvPr>
            <p:ph type="subTitle" idx="1"/>
          </p:nvPr>
        </p:nvSpPr>
        <p:spPr>
          <a:xfrm>
            <a:off x="713225" y="3118375"/>
            <a:ext cx="6576000" cy="49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chọn từ 603 tên miền của trường làm điểm bắt đầu thu thập</a:t>
            </a:r>
            <a:endParaRPr lang="vi-VN"/>
          </a:p>
        </p:txBody>
      </p:sp>
      <p:grpSp>
        <p:nvGrpSpPr>
          <p:cNvPr id="1858" name="Google Shape;1858;p47"/>
          <p:cNvGrpSpPr/>
          <p:nvPr/>
        </p:nvGrpSpPr>
        <p:grpSpPr>
          <a:xfrm>
            <a:off x="6527600" y="-628478"/>
            <a:ext cx="5128253" cy="6694378"/>
            <a:chOff x="6222800" y="-628478"/>
            <a:chExt cx="5128253" cy="6694378"/>
          </a:xfrm>
        </p:grpSpPr>
        <p:pic>
          <p:nvPicPr>
            <p:cNvPr id="1859" name="Google Shape;1859;p47"/>
            <p:cNvPicPr preferRelativeResize="0"/>
            <p:nvPr/>
          </p:nvPicPr>
          <p:blipFill rotWithShape="1">
            <a:blip r:embed="rId1"/>
            <a:srcRect t="17657" b="17664"/>
            <a:stretch>
              <a:fillRect/>
            </a:stretch>
          </p:blipFill>
          <p:spPr>
            <a:xfrm>
              <a:off x="7517168" y="-628478"/>
              <a:ext cx="3082266" cy="2352450"/>
            </a:xfrm>
            <a:prstGeom prst="rect">
              <a:avLst/>
            </a:prstGeom>
            <a:noFill/>
            <a:ln>
              <a:noFill/>
            </a:ln>
          </p:spPr>
        </p:pic>
        <p:pic>
          <p:nvPicPr>
            <p:cNvPr id="1860" name="Google Shape;1860;p47"/>
            <p:cNvPicPr preferRelativeResize="0"/>
            <p:nvPr/>
          </p:nvPicPr>
          <p:blipFill rotWithShape="1">
            <a:blip r:embed="rId2"/>
            <a:srcRect l="16960" t="24719" r="7121" b="26177"/>
            <a:stretch>
              <a:fillRect/>
            </a:stretch>
          </p:blipFill>
          <p:spPr>
            <a:xfrm>
              <a:off x="6714900" y="3028141"/>
              <a:ext cx="3980176" cy="3037760"/>
            </a:xfrm>
            <a:prstGeom prst="rect">
              <a:avLst/>
            </a:prstGeom>
            <a:noFill/>
            <a:ln>
              <a:noFill/>
            </a:ln>
          </p:spPr>
        </p:pic>
        <p:sp>
          <p:nvSpPr>
            <p:cNvPr id="1861" name="Google Shape;1861;p47"/>
            <p:cNvSpPr/>
            <p:nvPr/>
          </p:nvSpPr>
          <p:spPr>
            <a:xfrm rot="10800000">
              <a:off x="7698559" y="2460647"/>
              <a:ext cx="1239218" cy="2912943"/>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2" name="Google Shape;1862;p47"/>
            <p:cNvSpPr/>
            <p:nvPr/>
          </p:nvSpPr>
          <p:spPr>
            <a:xfrm rot="10800000">
              <a:off x="7899688" y="2461423"/>
              <a:ext cx="1239218" cy="2912943"/>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3" name="Google Shape;1863;p47"/>
            <p:cNvSpPr/>
            <p:nvPr/>
          </p:nvSpPr>
          <p:spPr>
            <a:xfrm>
              <a:off x="6222800" y="-628462"/>
              <a:ext cx="3980181" cy="6461569"/>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864" name="Google Shape;1864;p47"/>
            <p:cNvGrpSpPr/>
            <p:nvPr/>
          </p:nvGrpSpPr>
          <p:grpSpPr>
            <a:xfrm>
              <a:off x="6794737" y="4179460"/>
              <a:ext cx="734664" cy="735137"/>
              <a:chOff x="959750" y="3039275"/>
              <a:chExt cx="582050" cy="582425"/>
            </a:xfrm>
          </p:grpSpPr>
          <p:sp>
            <p:nvSpPr>
              <p:cNvPr id="1865" name="Google Shape;1865;p4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6" name="Google Shape;1866;p4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7" name="Google Shape;1867;p4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8" name="Google Shape;1868;p4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9" name="Google Shape;1869;p4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70" name="Google Shape;1870;p4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71" name="Google Shape;1871;p4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872" name="Google Shape;1872;p47"/>
            <p:cNvGrpSpPr/>
            <p:nvPr/>
          </p:nvGrpSpPr>
          <p:grpSpPr>
            <a:xfrm>
              <a:off x="8128313" y="1310040"/>
              <a:ext cx="169158" cy="169158"/>
              <a:chOff x="8356813" y="1074288"/>
              <a:chExt cx="351900" cy="351900"/>
            </a:xfrm>
          </p:grpSpPr>
          <p:sp>
            <p:nvSpPr>
              <p:cNvPr id="1873" name="Google Shape;1873;p4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74" name="Google Shape;1874;p47"/>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875" name="Google Shape;1875;p47"/>
            <p:cNvGrpSpPr/>
            <p:nvPr/>
          </p:nvGrpSpPr>
          <p:grpSpPr>
            <a:xfrm>
              <a:off x="7360240" y="2075006"/>
              <a:ext cx="169158" cy="169158"/>
              <a:chOff x="8356813" y="1074288"/>
              <a:chExt cx="351900" cy="351900"/>
            </a:xfrm>
          </p:grpSpPr>
          <p:sp>
            <p:nvSpPr>
              <p:cNvPr id="1876" name="Google Shape;1876;p4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77" name="Google Shape;1877;p47"/>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878" name="Google Shape;1878;p47"/>
            <p:cNvGrpSpPr/>
            <p:nvPr/>
          </p:nvGrpSpPr>
          <p:grpSpPr>
            <a:xfrm>
              <a:off x="8233587" y="3028150"/>
              <a:ext cx="169158" cy="169158"/>
              <a:chOff x="8356813" y="1074288"/>
              <a:chExt cx="351900" cy="351900"/>
            </a:xfrm>
          </p:grpSpPr>
          <p:sp>
            <p:nvSpPr>
              <p:cNvPr id="1879" name="Google Shape;1879;p47"/>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80" name="Google Shape;1880;p47"/>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881" name="Google Shape;1881;p47"/>
            <p:cNvSpPr/>
            <p:nvPr/>
          </p:nvSpPr>
          <p:spPr>
            <a:xfrm>
              <a:off x="8754821" y="2763320"/>
              <a:ext cx="606949" cy="600556"/>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882" name="Google Shape;1882;p47"/>
            <p:cNvGrpSpPr/>
            <p:nvPr/>
          </p:nvGrpSpPr>
          <p:grpSpPr>
            <a:xfrm>
              <a:off x="8782808" y="2723340"/>
              <a:ext cx="883449" cy="2083923"/>
              <a:chOff x="8337812" y="3492483"/>
              <a:chExt cx="699928" cy="1651024"/>
            </a:xfrm>
          </p:grpSpPr>
          <p:sp>
            <p:nvSpPr>
              <p:cNvPr id="1883" name="Google Shape;1883;p47"/>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84" name="Google Shape;1884;p47"/>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85" name="Google Shape;1885;p47"/>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886" name="Google Shape;1886;p47"/>
            <p:cNvGrpSpPr/>
            <p:nvPr/>
          </p:nvGrpSpPr>
          <p:grpSpPr>
            <a:xfrm>
              <a:off x="8215673" y="4178313"/>
              <a:ext cx="1141869" cy="916509"/>
              <a:chOff x="7945225" y="4302000"/>
              <a:chExt cx="904666" cy="726121"/>
            </a:xfrm>
          </p:grpSpPr>
          <p:sp>
            <p:nvSpPr>
              <p:cNvPr id="1887" name="Google Shape;1887;p4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88" name="Google Shape;1888;p4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89" name="Google Shape;1889;p4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890" name="Google Shape;1890;p47"/>
            <p:cNvSpPr/>
            <p:nvPr/>
          </p:nvSpPr>
          <p:spPr>
            <a:xfrm rot="5400000">
              <a:off x="8491754" y="371428"/>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891" name="Google Shape;1891;p47"/>
            <p:cNvGrpSpPr/>
            <p:nvPr/>
          </p:nvGrpSpPr>
          <p:grpSpPr>
            <a:xfrm>
              <a:off x="7774724" y="3187835"/>
              <a:ext cx="734664" cy="735137"/>
              <a:chOff x="959750" y="3039275"/>
              <a:chExt cx="582050" cy="582425"/>
            </a:xfrm>
          </p:grpSpPr>
          <p:sp>
            <p:nvSpPr>
              <p:cNvPr id="1892" name="Google Shape;1892;p4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3" name="Google Shape;1893;p4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4" name="Google Shape;1894;p4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5" name="Google Shape;1895;p4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6" name="Google Shape;1896;p4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7" name="Google Shape;1897;p4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98" name="Google Shape;1898;p4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899" name="Google Shape;1899;p47"/>
            <p:cNvGrpSpPr/>
            <p:nvPr/>
          </p:nvGrpSpPr>
          <p:grpSpPr>
            <a:xfrm>
              <a:off x="7625399" y="3691035"/>
              <a:ext cx="734664" cy="735137"/>
              <a:chOff x="959750" y="3039275"/>
              <a:chExt cx="582050" cy="582425"/>
            </a:xfrm>
          </p:grpSpPr>
          <p:sp>
            <p:nvSpPr>
              <p:cNvPr id="1900" name="Google Shape;1900;p4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1" name="Google Shape;1901;p4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2" name="Google Shape;1902;p4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3" name="Google Shape;1903;p4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4" name="Google Shape;1904;p4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5" name="Google Shape;1905;p4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6" name="Google Shape;1906;p4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907" name="Google Shape;1907;p47"/>
            <p:cNvSpPr/>
            <p:nvPr/>
          </p:nvSpPr>
          <p:spPr>
            <a:xfrm rot="5400000">
              <a:off x="8666054" y="247478"/>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08" name="Google Shape;1908;p47"/>
          <p:cNvGrpSpPr/>
          <p:nvPr/>
        </p:nvGrpSpPr>
        <p:grpSpPr>
          <a:xfrm>
            <a:off x="741975" y="2893476"/>
            <a:ext cx="5132617" cy="134100"/>
            <a:chOff x="741975" y="2893476"/>
            <a:chExt cx="5132617" cy="134100"/>
          </a:xfrm>
        </p:grpSpPr>
        <p:sp>
          <p:nvSpPr>
            <p:cNvPr id="1909" name="Google Shape;1909;p47"/>
            <p:cNvSpPr/>
            <p:nvPr/>
          </p:nvSpPr>
          <p:spPr>
            <a:xfrm>
              <a:off x="5740492" y="2893476"/>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910" name="Google Shape;1910;p47"/>
            <p:cNvCxnSpPr/>
            <p:nvPr/>
          </p:nvCxnSpPr>
          <p:spPr>
            <a:xfrm>
              <a:off x="741975" y="2960525"/>
              <a:ext cx="5036400" cy="0"/>
            </a:xfrm>
            <a:prstGeom prst="straightConnector1">
              <a:avLst/>
            </a:prstGeom>
            <a:noFill/>
            <a:ln w="9525" cap="flat" cmpd="sng">
              <a:solidFill>
                <a:schemeClr val="dk2"/>
              </a:solidFill>
              <a:prstDash val="solid"/>
              <a:round/>
              <a:headEnd type="none" w="med" len="med"/>
              <a:tailEnd type="none" w="med" len="med"/>
            </a:ln>
          </p:spPr>
        </p:cxnSp>
        <p:sp>
          <p:nvSpPr>
            <p:cNvPr id="1911" name="Google Shape;1911;p47"/>
            <p:cNvSpPr/>
            <p:nvPr/>
          </p:nvSpPr>
          <p:spPr>
            <a:xfrm>
              <a:off x="5770604" y="2923618"/>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02</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Năm dịch vụ theo kiến trúc của thầy</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Thu thập dữ liệu</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Công nghệ sử dụng</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05" name="cong-nghe.png" descr="cong-nghe.png"/>
          <p:cNvPicPr>
            <a:picLocks noChangeAspect="1"/>
          </p:cNvPicPr>
          <p:nvPr/>
        </p:nvPicPr>
        <p:blipFill>
          <a:blip r:embed="rId1"/>
          <a:stretch>
            <a:fillRect/>
          </a:stretch>
        </p:blipFill>
        <p:spPr>
          <a:xfrm>
            <a:off x="2412356" y="1097280"/>
            <a:ext cx="4319287" cy="38404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Kiến trúc tổng thể</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5" name="kien-truc.png" descr="kien-truc.png"/>
          <p:cNvPicPr>
            <a:picLocks noChangeAspect="1"/>
          </p:cNvPicPr>
          <p:nvPr/>
        </p:nvPicPr>
        <p:blipFill>
          <a:blip r:embed="rId1"/>
          <a:stretch>
            <a:fillRect/>
          </a:stretch>
        </p:blipFill>
        <p:spPr>
          <a:xfrm>
            <a:off x="836369" y="1097280"/>
            <a:ext cx="7471261" cy="38404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Điều phối, tải và lập lịch</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6" name="dieu-phoi-tai.png" descr="dieu-phoi-tai.png"/>
          <p:cNvPicPr>
            <a:picLocks noChangeAspect="1"/>
          </p:cNvPicPr>
          <p:nvPr/>
        </p:nvPicPr>
        <p:blipFill>
          <a:blip r:embed="rId1"/>
          <a:stretch>
            <a:fillRect/>
          </a:stretch>
        </p:blipFill>
        <p:spPr>
          <a:xfrm>
            <a:off x="1987309" y="1097280"/>
            <a:ext cx="5169380" cy="38404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Bóc tách trang web và tài liệu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7" name="reader.png" descr="reader.png"/>
          <p:cNvPicPr>
            <a:picLocks noChangeAspect="1"/>
          </p:cNvPicPr>
          <p:nvPr/>
        </p:nvPicPr>
        <p:blipFill>
          <a:blip r:embed="rId1"/>
          <a:stretch>
            <a:fillRect/>
          </a:stretch>
        </p:blipFill>
        <p:spPr>
          <a:xfrm>
            <a:off x="2113944" y="1097280"/>
            <a:ext cx="4916110" cy="38404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Tìm vùng nội dung chính</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web có menu, thanh bên, chân trang lẫn với bài viết.</a:t>
            </a:r>
            <a:endParaRPr lang="vi-VN"/>
          </a:p>
          <a:p>
            <a:pPr marL="0" lvl="0" indent="0" algn="l" rtl="0">
              <a:spcBef>
                <a:spcPts val="0"/>
              </a:spcBef>
              <a:spcAft>
                <a:spcPts val="0"/>
              </a:spcAft>
              <a:buNone/>
            </a:pPr>
            <a:r>
              <a:rPr lang="vi-VN"/>
              <a:t>Mỗi vùng được chấm điểm: nhiều chữ, nhiều đoạn văn thì cao; nhiều chữ trong liên kết thì bị trừ.</a:t>
            </a:r>
            <a:endParaRPr lang="vi-VN"/>
          </a:p>
          <a:p>
            <a:pPr marL="0" lvl="0" indent="0" algn="l" rtl="0">
              <a:spcBef>
                <a:spcPts val="0"/>
              </a:spcBef>
              <a:spcAft>
                <a:spcPts val="0"/>
              </a:spcAft>
              <a:buNone/>
            </a:pPr>
            <a:r>
              <a:rPr lang="vi-VN"/>
              <a:t>Vùng điểm cao nhất là bài viết.</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12" name="thuat-toan-khoi-noi-dung.png" descr="thuat-toan-khoi-noi-dung.png"/>
          <p:cNvPicPr>
            <a:picLocks noChangeAspect="1"/>
          </p:cNvPicPr>
          <p:nvPr/>
        </p:nvPicPr>
        <p:blipFill>
          <a:blip r:embed="rId1"/>
          <a:stretch>
            <a:fillRect/>
          </a:stretch>
        </p:blipFill>
        <p:spPr>
          <a:xfrm>
            <a:off x="4345705" y="228600"/>
            <a:ext cx="4201629"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Loại trùng và phát hiện thay đổi</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trùng nội dung chỉ lưu bản rút gọn trỏ về trang gốc.</a:t>
            </a:r>
            <a:endParaRPr lang="vi-VN"/>
          </a:p>
          <a:p>
            <a:pPr marL="0" lvl="0" indent="0" algn="l" rtl="0">
              <a:spcBef>
                <a:spcPts val="0"/>
              </a:spcBef>
              <a:spcAft>
                <a:spcPts val="0"/>
              </a:spcAft>
              <a:buNone/>
            </a:pPr>
            <a:r>
              <a:rPr lang="vi-VN"/>
              <a:t>Trang không đổi chỉ ghi thời điểm kiểm tra.</a:t>
            </a:r>
            <a:endParaRPr lang="vi-VN"/>
          </a:p>
          <a:p>
            <a:pPr marL="0" lvl="0" indent="0" algn="l" rtl="0">
              <a:spcBef>
                <a:spcPts val="0"/>
              </a:spcBef>
              <a:spcAft>
                <a:spcPts val="0"/>
              </a:spcAft>
              <a:buNone/>
            </a:pPr>
            <a:r>
              <a:rPr lang="vi-VN"/>
              <a:t>Liên kết mới qua sáu bước lọc trước khi đưa vào hàng đợi.</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63" name="merger.png" descr="merger.png"/>
          <p:cNvPicPr>
            <a:picLocks noChangeAspect="1"/>
          </p:cNvPicPr>
          <p:nvPr/>
        </p:nvPicPr>
        <p:blipFill>
          <a:blip r:embed="rId1"/>
          <a:stretch>
            <a:fillRect/>
          </a:stretch>
        </p:blipFill>
        <p:spPr>
          <a:xfrm>
            <a:off x="4550028" y="228600"/>
            <a:ext cx="3792983" cy="46634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Lưu trữ vào MongoDB</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Lưu trang web, tài liệu và đồ thị liên kết.</a:t>
            </a:r>
            <a:endParaRPr lang="vi-VN"/>
          </a:p>
          <a:p>
            <a:pPr marL="0" lvl="0" indent="0" algn="l" rtl="0">
              <a:spcBef>
                <a:spcPts val="0"/>
              </a:spcBef>
              <a:spcAft>
                <a:spcPts val="0"/>
              </a:spcAft>
              <a:buNone/>
            </a:pPr>
            <a:r>
              <a:rPr lang="vi-VN"/>
              <a:t>Văn bản giới thiệu của một trang gom từ các câu trang khác dùng để dẫn tới nó.</a:t>
            </a:r>
            <a:endParaRPr lang="vi-VN"/>
          </a:p>
          <a:p>
            <a:pPr marL="0" lvl="0" indent="0" algn="l" rtl="0">
              <a:spcBef>
                <a:spcPts val="0"/>
              </a:spcBef>
              <a:spcAft>
                <a:spcPts val="0"/>
              </a:spcAft>
              <a:buNone/>
            </a:pPr>
            <a:r>
              <a:rPr lang="vi-VN"/>
              <a:t>Ảnh được tải sau khi thu thập xong.</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64" name="storage.png" descr="storage.png"/>
          <p:cNvPicPr>
            <a:picLocks noChangeAspect="1"/>
          </p:cNvPicPr>
          <p:nvPr/>
        </p:nvPicPr>
        <p:blipFill>
          <a:blip r:embed="rId1"/>
          <a:stretch>
            <a:fillRect/>
          </a:stretch>
        </p:blipFill>
        <p:spPr>
          <a:xfrm>
            <a:off x="4497083" y="228600"/>
            <a:ext cx="3898872" cy="4663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Lược đồ dữ liệu và xuất dữ liệu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8" name="luoc-do-mongo.png" descr="luoc-do-mongo.png"/>
          <p:cNvPicPr>
            <a:picLocks noChangeAspect="1"/>
          </p:cNvPicPr>
          <p:nvPr/>
        </p:nvPicPr>
        <p:blipFill>
          <a:blip r:embed="rId1"/>
          <a:stretch>
            <a:fillRect/>
          </a:stretch>
        </p:blipFill>
        <p:spPr>
          <a:xfrm>
            <a:off x="2275425" y="1097280"/>
            <a:ext cx="4593148" cy="38404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03</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 và tìm kiếm trên kho dữ liệu</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Tìm kiếm Lucene</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Kiến trúc tìm kiếm</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65" name="kien-truc-lucene.png" descr="kien-truc-lucene.png"/>
          <p:cNvPicPr>
            <a:picLocks noChangeAspect="1"/>
          </p:cNvPicPr>
          <p:nvPr/>
        </p:nvPicPr>
        <p:blipFill>
          <a:blip r:embed="rId1"/>
          <a:stretch>
            <a:fillRect/>
          </a:stretch>
        </p:blipFill>
        <p:spPr>
          <a:xfrm>
            <a:off x="600000" y="1825594"/>
            <a:ext cx="7944000" cy="234881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Tiền xử lý văn bản tiếng Việt</a:t>
            </a:r>
            <a:endParaRPr lang="vi-VN"/>
          </a:p>
        </p:txBody>
      </p:sp>
      <p:pic>
        <p:nvPicPr>
          <p:cNvPr id="9066" name="tien-xu-ly.png" descr="tien-xu-ly.png"/>
          <p:cNvPicPr>
            <a:picLocks noChangeAspect="1"/>
          </p:cNvPicPr>
          <p:nvPr/>
        </p:nvPicPr>
        <p:blipFill>
          <a:blip r:embed="rId1"/>
          <a:stretch>
            <a:fillRect/>
          </a:stretch>
        </p:blipFill>
        <p:spPr>
          <a:xfrm>
            <a:off x="4650000" y="1766202"/>
            <a:ext cx="4150000" cy="2567596"/>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Tài liệu và truy vấn đi qua cùng một chuỗi bước.</a:t>
            </a:r>
            <a:endParaRPr lang="vi-VN"/>
          </a:p>
          <a:p>
            <a:pPr marL="0" lvl="0" indent="0" algn="l" rtl="0">
              <a:spcBef>
                <a:spcPts val="0"/>
              </a:spcBef>
              <a:spcAft>
                <a:spcPts val="900"/>
              </a:spcAft>
              <a:buNone/>
            </a:pPr>
            <a:r>
              <a:rPr lang="vi-VN"/>
              <a:t>VnCoreNLP gộp âm tiết thành từ; văn bản dài được cắt theo dòng trước khi tách.</a:t>
            </a:r>
            <a:endParaRPr lang="vi-VN"/>
          </a:p>
          <a:p>
            <a:pPr marL="0" lvl="0" indent="0" algn="l" rtl="0">
              <a:spcBef>
                <a:spcPts val="0"/>
              </a:spcBef>
              <a:spcAft>
                <a:spcPts val="900"/>
              </a:spcAft>
              <a:buNone/>
            </a:pPr>
            <a:r>
              <a:rPr lang="vi-VN"/>
              <a:t>Bỏ dấu, nên gõ không dấu vẫn tìm được.</a:t>
            </a:r>
            <a:endParaRPr lang="vi-VN"/>
          </a:p>
          <a:p>
            <a:pPr marL="0" lvl="0" indent="0" algn="l" rtl="0">
              <a:spcBef>
                <a:spcPts val="0"/>
              </a:spcBef>
              <a:spcAft>
                <a:spcPts val="900"/>
              </a:spcAft>
              <a:buNone/>
            </a:pPr>
            <a:r>
              <a:rPr lang="vi-VN"/>
              <a:t>Giữ từ ghép và thêm từng âm tiết, để khớp theo cụm khi cách tách từ lệch nhau.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a:t>
            </a:r>
            <a:endParaRPr lang="vi-VN"/>
          </a:p>
        </p:txBody>
      </p:sp>
      <p:pic>
        <p:nvPicPr>
          <p:cNvPr id="9067" name="lap-chi-muc.png" descr="lap-chi-muc.png"/>
          <p:cNvPicPr>
            <a:picLocks noChangeAspect="1"/>
          </p:cNvPicPr>
          <p:nvPr/>
        </p:nvPicPr>
        <p:blipFill>
          <a:blip r:embed="rId1"/>
          <a:stretch>
            <a:fillRect/>
          </a:stretch>
        </p:blipFill>
        <p:spPr>
          <a:xfrm>
            <a:off x="4650000" y="1613205"/>
            <a:ext cx="4150000" cy="2873590"/>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Mỗi trang, mỗi tệp là một tài liệu, khoá là URL; trang trùng nội dung bị bỏ.</a:t>
            </a:r>
            <a:endParaRPr lang="vi-VN"/>
          </a:p>
          <a:p>
            <a:pPr marL="0" lvl="0" indent="0" algn="l" rtl="0">
              <a:spcBef>
                <a:spcPts val="0"/>
              </a:spcBef>
              <a:spcAft>
                <a:spcPts val="900"/>
              </a:spcAft>
              <a:buNone/>
            </a:pPr>
            <a:r>
              <a:rPr lang="vi-VN"/>
              <a:t>Tệp PDF được gắn văn bản của các liên kết trỏ tới nó.</a:t>
            </a:r>
            <a:endParaRPr lang="vi-VN"/>
          </a:p>
          <a:p>
            <a:pPr marL="0" lvl="0" indent="0" algn="l" rtl="0">
              <a:spcBef>
                <a:spcPts val="0"/>
              </a:spcBef>
              <a:spcAft>
                <a:spcPts val="900"/>
              </a:spcAft>
              <a:buNone/>
            </a:pPr>
            <a:r>
              <a:rPr lang="vi-VN"/>
              <a:t>Đồng bộ chỉ đọc bản ghi vừa đổi: thêm, ghi đè hoặc xoá.</a:t>
            </a:r>
            <a:endParaRPr lang="vi-VN"/>
          </a:p>
          <a:p>
            <a:pPr marL="0" lvl="0" indent="0" algn="l" rtl="0">
              <a:spcBef>
                <a:spcPts val="0"/>
              </a:spcBef>
              <a:spcAft>
                <a:spcPts val="900"/>
              </a:spcAft>
              <a:buNone/>
            </a:pPr>
            <a:r>
              <a:rPr lang="vi-VN"/>
              <a:t>PageRank tính trên liên kết giữa các site khác nhau.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Tìm kiếm và xếp hạng</a:t>
            </a:r>
            <a:endParaRPr lang="vi-VN"/>
          </a:p>
        </p:txBody>
      </p:sp>
      <p:pic>
        <p:nvPicPr>
          <p:cNvPr id="9068" name="tim-kiem.png" descr="tim-kiem.png"/>
          <p:cNvPicPr>
            <a:picLocks noChangeAspect="1"/>
          </p:cNvPicPr>
          <p:nvPr/>
        </p:nvPicPr>
        <p:blipFill>
          <a:blip r:embed="rId1"/>
          <a:stretch>
            <a:fillRect/>
          </a:stretch>
        </p:blipFill>
        <p:spPr>
          <a:xfrm>
            <a:off x="4650000" y="1307586"/>
            <a:ext cx="4150000" cy="3484828"/>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Truy vấn trơn là một cụm: âm tiết đứng liền nhau là chính, từ ghép là phụ.</a:t>
            </a:r>
            <a:endParaRPr lang="vi-VN"/>
          </a:p>
          <a:p>
            <a:pPr marL="0" lvl="0" indent="0" algn="l" rtl="0">
              <a:spcBef>
                <a:spcPts val="0"/>
              </a:spcBef>
              <a:spcAft>
                <a:spcPts val="900"/>
              </a:spcAft>
              <a:buNone/>
            </a:pPr>
            <a:r>
              <a:rPr lang="vi-VN"/>
              <a:t>Tiêu đề nặng gấp ba nội dung.</a:t>
            </a:r>
            <a:endParaRPr lang="vi-VN"/>
          </a:p>
          <a:p>
            <a:pPr marL="0" lvl="0" indent="0" algn="l" rtl="0">
              <a:spcBef>
                <a:spcPts val="0"/>
              </a:spcBef>
              <a:spcAft>
                <a:spcPts val="900"/>
              </a:spcAft>
              <a:buNone/>
            </a:pPr>
            <a:r>
              <a:rPr lang="vi-VN"/>
              <a:t>Thêm viết tắt của trường, như ktx thành ký túc xá.</a:t>
            </a:r>
            <a:endParaRPr lang="vi-VN"/>
          </a:p>
          <a:p>
            <a:pPr marL="0" lvl="0" indent="0" algn="l" rtl="0">
              <a:spcBef>
                <a:spcPts val="0"/>
              </a:spcBef>
              <a:spcAft>
                <a:spcPts val="900"/>
              </a:spcAft>
              <a:buNone/>
            </a:pPr>
            <a:r>
              <a:rPr lang="vi-VN"/>
              <a:t>BM25 nhân thêm theo PageRank; ẩn kết quả gần trùng; gợi ý chính tả khi ít kết quả.</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04</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Bộ dữ liệu thu được và kết quả tìm kiếm</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Kết quả</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915" name="Shape 1915"/>
        <p:cNvGrpSpPr/>
        <p:nvPr/>
      </p:nvGrpSpPr>
      <p:grpSpPr>
        <a:xfrm>
          <a:off x="0" y="0"/>
          <a:ext cx="0" cy="0"/>
          <a:chOff x="0" y="0"/>
          <a:chExt cx="0" cy="0"/>
        </a:xfrm>
      </p:grpSpPr>
      <p:sp>
        <p:nvSpPr>
          <p:cNvPr id="1916" name="Google Shape;1916;p48"/>
          <p:cNvSpPr txBox="1"/>
          <p:nvPr>
            <p:ph type="title"/>
          </p:nvPr>
        </p:nvSpPr>
        <p:spPr>
          <a:xfrm>
            <a:off x="2358450" y="664988"/>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141.353 trang</a:t>
            </a:r>
            <a:endParaRPr lang="vi-VN"/>
          </a:p>
        </p:txBody>
      </p:sp>
      <p:sp>
        <p:nvSpPr>
          <p:cNvPr id="1917" name="Google Shape;1917;p48"/>
          <p:cNvSpPr txBox="1"/>
          <p:nvPr>
            <p:ph type="subTitle" idx="1"/>
          </p:nvPr>
        </p:nvSpPr>
        <p:spPr>
          <a:xfrm>
            <a:off x="2358450" y="1282313"/>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từ 80 website, kèm 5.860 tệp tài liệu</a:t>
            </a:r>
            <a:endParaRPr lang="vi-VN"/>
          </a:p>
        </p:txBody>
      </p:sp>
      <p:sp>
        <p:nvSpPr>
          <p:cNvPr id="1918" name="Google Shape;1918;p48"/>
          <p:cNvSpPr txBox="1"/>
          <p:nvPr>
            <p:ph type="title" idx="2"/>
          </p:nvPr>
        </p:nvSpPr>
        <p:spPr>
          <a:xfrm>
            <a:off x="2358450" y="2027244"/>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114.476 ảnh</a:t>
            </a:r>
            <a:endParaRPr lang="vi-VN"/>
          </a:p>
        </p:txBody>
      </p:sp>
      <p:sp>
        <p:nvSpPr>
          <p:cNvPr id="1919" name="Google Shape;1919;p48"/>
          <p:cNvSpPr txBox="1"/>
          <p:nvPr>
            <p:ph type="subTitle" idx="3"/>
          </p:nvPr>
        </p:nvSpPr>
        <p:spPr>
          <a:xfrm>
            <a:off x="2358450" y="2645558"/>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98.274 ảnh tải được, đạt 85,8%</a:t>
            </a:r>
            <a:endParaRPr lang="vi-VN"/>
          </a:p>
        </p:txBody>
      </p:sp>
      <p:sp>
        <p:nvSpPr>
          <p:cNvPr id="1920" name="Google Shape;1920;p48"/>
          <p:cNvSpPr txBox="1"/>
          <p:nvPr>
            <p:ph type="title" idx="4"/>
          </p:nvPr>
        </p:nvSpPr>
        <p:spPr>
          <a:xfrm>
            <a:off x="2358450" y="3390475"/>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8,25 triệu</a:t>
            </a:r>
            <a:endParaRPr lang="vi-VN"/>
          </a:p>
        </p:txBody>
      </p:sp>
      <p:sp>
        <p:nvSpPr>
          <p:cNvPr id="1921" name="Google Shape;1921;p48"/>
          <p:cNvSpPr txBox="1"/>
          <p:nvPr>
            <p:ph type="subTitle" idx="5"/>
          </p:nvPr>
        </p:nvSpPr>
        <p:spPr>
          <a:xfrm>
            <a:off x="2358450" y="4009779"/>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liên kết giữa các trang trong đồ thị</a:t>
            </a:r>
            <a:endParaRPr lang="vi-VN"/>
          </a:p>
        </p:txBody>
      </p:sp>
      <p:grpSp>
        <p:nvGrpSpPr>
          <p:cNvPr id="1922" name="Google Shape;1922;p48"/>
          <p:cNvGrpSpPr/>
          <p:nvPr/>
        </p:nvGrpSpPr>
        <p:grpSpPr>
          <a:xfrm>
            <a:off x="7143188" y="-2762276"/>
            <a:ext cx="4028179" cy="6346320"/>
            <a:chOff x="6914588" y="-2762276"/>
            <a:chExt cx="4028179" cy="6346320"/>
          </a:xfrm>
        </p:grpSpPr>
        <p:sp>
          <p:nvSpPr>
            <p:cNvPr id="1923" name="Google Shape;1923;p48"/>
            <p:cNvSpPr/>
            <p:nvPr/>
          </p:nvSpPr>
          <p:spPr>
            <a:xfrm>
              <a:off x="6914588" y="-276227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4" name="Google Shape;1924;p48"/>
            <p:cNvSpPr/>
            <p:nvPr/>
          </p:nvSpPr>
          <p:spPr>
            <a:xfrm>
              <a:off x="7191305" y="-124437"/>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5" name="Google Shape;1925;p48"/>
            <p:cNvSpPr/>
            <p:nvPr/>
          </p:nvSpPr>
          <p:spPr>
            <a:xfrm>
              <a:off x="7867013" y="75068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6" name="Google Shape;1926;p48"/>
            <p:cNvSpPr/>
            <p:nvPr/>
          </p:nvSpPr>
          <p:spPr>
            <a:xfrm>
              <a:off x="7789451" y="-2619788"/>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27" name="Google Shape;1927;p48"/>
          <p:cNvGrpSpPr/>
          <p:nvPr/>
        </p:nvGrpSpPr>
        <p:grpSpPr>
          <a:xfrm rot="-5400000">
            <a:off x="8884618" y="480749"/>
            <a:ext cx="88142" cy="1137387"/>
            <a:chOff x="3054755" y="4367024"/>
            <a:chExt cx="88142" cy="1137387"/>
          </a:xfrm>
        </p:grpSpPr>
        <p:sp>
          <p:nvSpPr>
            <p:cNvPr id="1928" name="Google Shape;1928;p48"/>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9" name="Google Shape;1929;p48"/>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30" name="Google Shape;1930;p48"/>
          <p:cNvGrpSpPr/>
          <p:nvPr/>
        </p:nvGrpSpPr>
        <p:grpSpPr>
          <a:xfrm>
            <a:off x="-1402325" y="1246899"/>
            <a:ext cx="2992224" cy="3549051"/>
            <a:chOff x="-1325700" y="1246899"/>
            <a:chExt cx="2992224" cy="3549051"/>
          </a:xfrm>
        </p:grpSpPr>
        <p:pic>
          <p:nvPicPr>
            <p:cNvPr id="1931" name="Google Shape;1931;p48"/>
            <p:cNvPicPr preferRelativeResize="0"/>
            <p:nvPr/>
          </p:nvPicPr>
          <p:blipFill rotWithShape="1">
            <a:blip r:embed="rId1"/>
            <a:srcRect l="16960" t="24719" r="7121" b="26177"/>
            <a:stretch>
              <a:fillRect/>
            </a:stretch>
          </p:blipFill>
          <p:spPr>
            <a:xfrm rot="-5400000">
              <a:off x="-1604113" y="1525312"/>
              <a:ext cx="3549051" cy="2992224"/>
            </a:xfrm>
            <a:prstGeom prst="rect">
              <a:avLst/>
            </a:prstGeom>
            <a:noFill/>
            <a:ln>
              <a:noFill/>
            </a:ln>
          </p:spPr>
        </p:pic>
        <p:grpSp>
          <p:nvGrpSpPr>
            <p:cNvPr id="1932" name="Google Shape;1932;p48"/>
            <p:cNvGrpSpPr/>
            <p:nvPr/>
          </p:nvGrpSpPr>
          <p:grpSpPr>
            <a:xfrm>
              <a:off x="-369917" y="2704683"/>
              <a:ext cx="906953" cy="1517787"/>
              <a:chOff x="79748" y="2808602"/>
              <a:chExt cx="906953" cy="1517787"/>
            </a:xfrm>
          </p:grpSpPr>
          <p:sp>
            <p:nvSpPr>
              <p:cNvPr id="1933" name="Google Shape;1933;p48"/>
              <p:cNvSpPr/>
              <p:nvPr/>
            </p:nvSpPr>
            <p:spPr>
              <a:xfrm rot="5400000">
                <a:off x="357831" y="282094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4" name="Google Shape;1934;p48"/>
              <p:cNvSpPr/>
              <p:nvPr/>
            </p:nvSpPr>
            <p:spPr>
              <a:xfrm rot="5400000">
                <a:off x="537866" y="3393994"/>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5" name="Google Shape;1935;p48"/>
              <p:cNvSpPr/>
              <p:nvPr/>
            </p:nvSpPr>
            <p:spPr>
              <a:xfrm rot="5400000">
                <a:off x="67406" y="3278257"/>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6" name="Google Shape;1936;p48"/>
              <p:cNvSpPr/>
              <p:nvPr/>
            </p:nvSpPr>
            <p:spPr>
              <a:xfrm rot="5400000">
                <a:off x="417006" y="375669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937" name="Google Shape;1937;p48"/>
          <p:cNvGrpSpPr/>
          <p:nvPr/>
        </p:nvGrpSpPr>
        <p:grpSpPr>
          <a:xfrm rot="10800000">
            <a:off x="-181052" y="1778576"/>
            <a:ext cx="1421047" cy="2833357"/>
            <a:chOff x="334358" y="2186737"/>
            <a:chExt cx="1421047" cy="2833357"/>
          </a:xfrm>
        </p:grpSpPr>
        <p:sp>
          <p:nvSpPr>
            <p:cNvPr id="1938" name="Google Shape;1938;p48"/>
            <p:cNvSpPr/>
            <p:nvPr/>
          </p:nvSpPr>
          <p:spPr>
            <a:xfrm rot="10800000">
              <a:off x="334358" y="218673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939" name="Google Shape;1939;p48"/>
            <p:cNvGrpSpPr/>
            <p:nvPr/>
          </p:nvGrpSpPr>
          <p:grpSpPr>
            <a:xfrm rot="5400000">
              <a:off x="1046250" y="3181856"/>
              <a:ext cx="161977" cy="161940"/>
              <a:chOff x="1101075" y="2142375"/>
              <a:chExt cx="439200" cy="439100"/>
            </a:xfrm>
          </p:grpSpPr>
          <p:sp>
            <p:nvSpPr>
              <p:cNvPr id="1940" name="Google Shape;1940;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1" name="Google Shape;1941;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42" name="Google Shape;1942;p48"/>
            <p:cNvGrpSpPr/>
            <p:nvPr/>
          </p:nvGrpSpPr>
          <p:grpSpPr>
            <a:xfrm rot="-5400000">
              <a:off x="628029" y="4564272"/>
              <a:ext cx="161977" cy="161940"/>
              <a:chOff x="1101075" y="2142375"/>
              <a:chExt cx="439200" cy="439100"/>
            </a:xfrm>
          </p:grpSpPr>
          <p:sp>
            <p:nvSpPr>
              <p:cNvPr id="1943" name="Google Shape;1943;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4" name="Google Shape;1944;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Kết quả tìm kiếm</a:t>
            </a:r>
            <a:endParaRPr lang="vi-VN"/>
          </a:p>
        </p:txBody>
      </p:sp>
      <p:pic>
        <p:nvPicPr>
          <p:cNvPr id="9069" name="ket-qua-tim-kiem.png" descr="ket-qua-tim-kiem.png"/>
          <p:cNvPicPr>
            <a:picLocks noChangeAspect="1"/>
          </p:cNvPicPr>
          <p:nvPr/>
        </p:nvPicPr>
        <p:blipFill>
          <a:blip r:embed="rId1"/>
          <a:stretch>
            <a:fillRect/>
          </a:stretch>
        </p:blipFill>
        <p:spPr>
          <a:xfrm>
            <a:off x="4650000" y="1224570"/>
            <a:ext cx="4150000" cy="3650859"/>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116.132 tài liệu, chỉ mục 398 MB, lập trong 635 giây.</a:t>
            </a:r>
            <a:endParaRPr lang="vi-VN"/>
          </a:p>
          <a:p>
            <a:pPr marL="0" lvl="0" indent="0" algn="l" rtl="0">
              <a:spcBef>
                <a:spcPts val="0"/>
              </a:spcBef>
              <a:spcAft>
                <a:spcPts val="900"/>
              </a:spcAft>
              <a:buNone/>
            </a:pPr>
            <a:r>
              <a:rPr lang="vi-VN"/>
              <a:t>Khoảng 0,13 giây mỗi truy vấn.</a:t>
            </a:r>
            <a:endParaRPr lang="vi-VN"/>
          </a:p>
          <a:p>
            <a:pPr marL="0" lvl="0" indent="0" algn="l" rtl="0">
              <a:spcBef>
                <a:spcPts val="0"/>
              </a:spcBef>
              <a:spcAft>
                <a:spcPts val="900"/>
              </a:spcAft>
              <a:buNone/>
            </a:pPr>
            <a:r>
              <a:rPr lang="vi-VN"/>
              <a:t>Đồng bộ một đợt 161 bản ghi trong 1,1 giây.</a:t>
            </a:r>
            <a:endParaRPr lang="vi-VN"/>
          </a:p>
          <a:p>
            <a:pPr marL="0" lvl="0" indent="0" algn="l" rtl="0">
              <a:spcBef>
                <a:spcPts val="0"/>
              </a:spcBef>
              <a:spcAft>
                <a:spcPts val="900"/>
              </a:spcAft>
              <a:buNone/>
            </a:pP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2410" name="Shape 2410"/>
        <p:cNvGrpSpPr/>
        <p:nvPr/>
      </p:nvGrpSpPr>
      <p:grpSpPr>
        <a:xfrm>
          <a:off x="0" y="0"/>
          <a:ext cx="0" cy="0"/>
          <a:chOff x="0" y="0"/>
          <a:chExt cx="0" cy="0"/>
        </a:xfrm>
      </p:grpSpPr>
      <p:sp>
        <p:nvSpPr>
          <p:cNvPr id="2412" name="Google Shape;2412;p64"/>
          <p:cNvSpPr txBox="1"/>
          <p:nvPr>
            <p:ph type="title"/>
          </p:nvPr>
        </p:nvSpPr>
        <p:spPr>
          <a:xfrm>
            <a:off x="1157302" y="1783080"/>
            <a:ext cx="5126700" cy="1058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Cảm ơn!</a:t>
            </a:r>
            <a:endParaRPr lang="vi-VN"/>
          </a:p>
        </p:txBody>
      </p:sp>
      <p:grpSp>
        <p:nvGrpSpPr>
          <p:cNvPr id="2431" name="Google Shape;2431;p64"/>
          <p:cNvGrpSpPr/>
          <p:nvPr/>
        </p:nvGrpSpPr>
        <p:grpSpPr>
          <a:xfrm rot="10800000" flipH="1">
            <a:off x="6773992" y="-1205456"/>
            <a:ext cx="4151819" cy="5527900"/>
            <a:chOff x="6309526" y="836950"/>
            <a:chExt cx="3920509" cy="5219925"/>
          </a:xfrm>
        </p:grpSpPr>
        <p:pic>
          <p:nvPicPr>
            <p:cNvPr id="2432" name="Google Shape;2432;p64"/>
            <p:cNvPicPr preferRelativeResize="0"/>
            <p:nvPr/>
          </p:nvPicPr>
          <p:blipFill rotWithShape="1">
            <a:blip r:embed="rId1"/>
            <a:srcRect l="16960" t="24719" r="7121" b="26177"/>
            <a:stretch>
              <a:fillRect/>
            </a:stretch>
          </p:blipFill>
          <p:spPr>
            <a:xfrm>
              <a:off x="6309535" y="3064650"/>
              <a:ext cx="3920501" cy="2992224"/>
            </a:xfrm>
            <a:prstGeom prst="rect">
              <a:avLst/>
            </a:prstGeom>
            <a:noFill/>
            <a:ln>
              <a:noFill/>
            </a:ln>
          </p:spPr>
        </p:pic>
        <p:sp>
          <p:nvSpPr>
            <p:cNvPr id="2433" name="Google Shape;2433;p64"/>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4" name="Google Shape;2434;p64"/>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5" name="Google Shape;2435;p64"/>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436" name="Google Shape;2436;p64"/>
            <p:cNvGrpSpPr/>
            <p:nvPr/>
          </p:nvGrpSpPr>
          <p:grpSpPr>
            <a:xfrm>
              <a:off x="7280400" y="3719575"/>
              <a:ext cx="582050" cy="582425"/>
              <a:chOff x="959750" y="3039275"/>
              <a:chExt cx="582050" cy="582425"/>
            </a:xfrm>
          </p:grpSpPr>
          <p:sp>
            <p:nvSpPr>
              <p:cNvPr id="2437" name="Google Shape;2437;p6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8" name="Google Shape;2438;p6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9" name="Google Shape;2439;p6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0" name="Google Shape;2440;p6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1" name="Google Shape;2441;p6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2" name="Google Shape;2442;p6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3" name="Google Shape;2443;p6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44" name="Google Shape;2444;p64"/>
            <p:cNvGrpSpPr/>
            <p:nvPr/>
          </p:nvGrpSpPr>
          <p:grpSpPr>
            <a:xfrm>
              <a:off x="7728436" y="3524084"/>
              <a:ext cx="134004" cy="134004"/>
              <a:chOff x="8356813" y="1074288"/>
              <a:chExt cx="351900" cy="351900"/>
            </a:xfrm>
          </p:grpSpPr>
          <p:sp>
            <p:nvSpPr>
              <p:cNvPr id="2445" name="Google Shape;2445;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6" name="Google Shape;2446;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47" name="Google Shape;2447;p64"/>
            <p:cNvGrpSpPr/>
            <p:nvPr/>
          </p:nvGrpSpPr>
          <p:grpSpPr>
            <a:xfrm>
              <a:off x="7344361" y="3150259"/>
              <a:ext cx="134004" cy="134004"/>
              <a:chOff x="8356813" y="1074288"/>
              <a:chExt cx="351900" cy="351900"/>
            </a:xfrm>
          </p:grpSpPr>
          <p:sp>
            <p:nvSpPr>
              <p:cNvPr id="2448" name="Google Shape;2448;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9" name="Google Shape;2449;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50" name="Google Shape;2450;p64"/>
            <p:cNvGrpSpPr/>
            <p:nvPr/>
          </p:nvGrpSpPr>
          <p:grpSpPr>
            <a:xfrm>
              <a:off x="8337811" y="2464059"/>
              <a:ext cx="134004" cy="134004"/>
              <a:chOff x="8356813" y="1074288"/>
              <a:chExt cx="351900" cy="351900"/>
            </a:xfrm>
          </p:grpSpPr>
          <p:sp>
            <p:nvSpPr>
              <p:cNvPr id="2451" name="Google Shape;2451;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2" name="Google Shape;2452;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453" name="Google Shape;2453;p64"/>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454" name="Google Shape;2454;p64"/>
            <p:cNvGrpSpPr/>
            <p:nvPr/>
          </p:nvGrpSpPr>
          <p:grpSpPr>
            <a:xfrm>
              <a:off x="8337812" y="3492483"/>
              <a:ext cx="699928" cy="1651024"/>
              <a:chOff x="8337812" y="3492483"/>
              <a:chExt cx="699928" cy="1651024"/>
            </a:xfrm>
          </p:grpSpPr>
          <p:sp>
            <p:nvSpPr>
              <p:cNvPr id="2455" name="Google Shape;2455;p6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6" name="Google Shape;2456;p6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7" name="Google Shape;2457;p6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58" name="Google Shape;2458;p64"/>
            <p:cNvGrpSpPr/>
            <p:nvPr/>
          </p:nvGrpSpPr>
          <p:grpSpPr>
            <a:xfrm>
              <a:off x="7945225" y="4302000"/>
              <a:ext cx="904666" cy="726121"/>
              <a:chOff x="7945225" y="4302000"/>
              <a:chExt cx="904666" cy="726121"/>
            </a:xfrm>
          </p:grpSpPr>
          <p:sp>
            <p:nvSpPr>
              <p:cNvPr id="2459" name="Google Shape;2459;p6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0" name="Google Shape;2460;p6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1" name="Google Shape;2461;p6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462" name="Google Shape;2462;p64"/>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63" name="Google Shape;2463;p64"/>
          <p:cNvGrpSpPr/>
          <p:nvPr/>
        </p:nvGrpSpPr>
        <p:grpSpPr>
          <a:xfrm>
            <a:off x="1234025" y="4151751"/>
            <a:ext cx="4558967" cy="134100"/>
            <a:chOff x="796100" y="3019701"/>
            <a:chExt cx="4558967" cy="134100"/>
          </a:xfrm>
        </p:grpSpPr>
        <p:sp>
          <p:nvSpPr>
            <p:cNvPr id="2464" name="Google Shape;2464;p6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65" name="Google Shape;2465;p6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66" name="Google Shape;2466;p6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theme/theme1.xml><?xml version="1.0" encoding="utf-8"?>
<a:theme xmlns:a="http://schemas.openxmlformats.org/drawingml/2006/main" name="Introduction to Coding Workshop by Slidesgo">
  <a:themeElements>
    <a:clrScheme name="Simple Light">
      <a:dk1>
        <a:srgbClr val="1D1D1D"/>
      </a:dk1>
      <a:lt1>
        <a:srgbClr val="F5F8FF"/>
      </a:lt1>
      <a:dk2>
        <a:srgbClr val="0C0A9E"/>
      </a:dk2>
      <a:lt2>
        <a:srgbClr val="EB9109"/>
      </a:lt2>
      <a:accent1>
        <a:srgbClr val="8208D5"/>
      </a:accent1>
      <a:accent2>
        <a:srgbClr val="BFBEF7"/>
      </a:accent2>
      <a:accent3>
        <a:srgbClr val="FFFFFF"/>
      </a:accent3>
      <a:accent4>
        <a:srgbClr val="FFFFFF"/>
      </a:accent4>
      <a:accent5>
        <a:srgbClr val="FFFFFF"/>
      </a:accent5>
      <a:accent6>
        <a:srgbClr val="FFFFFF"/>
      </a:accent6>
      <a:hlink>
        <a:srgbClr val="1D1D1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2706</Words>
  <Application>WPS Docs</Application>
  <PresentationFormat/>
  <Paragraphs>149</Paragraphs>
  <Slides>23</Slides>
  <Notes>0</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23</vt:i4>
      </vt:variant>
    </vt:vector>
  </HeadingPairs>
  <TitlesOfParts>
    <vt:vector size="39" baseType="lpstr">
      <vt:lpstr>Arial</vt:lpstr>
      <vt:lpstr>SimSun</vt:lpstr>
      <vt:lpstr>Wingdings</vt:lpstr>
      <vt:lpstr>Arial</vt:lpstr>
      <vt:lpstr>IBM Plex Mono</vt:lpstr>
      <vt:lpstr>Be Vietnam Pro</vt:lpstr>
      <vt:lpstr>Thonburi</vt:lpstr>
      <vt:lpstr>Roboto Condensed Light</vt:lpstr>
      <vt:lpstr>Open Sans</vt:lpstr>
      <vt:lpstr>Source Code Pro</vt:lpstr>
      <vt:lpstr>Microsoft YaHei</vt:lpstr>
      <vt:lpstr>汉仪旗黑</vt:lpstr>
      <vt:lpstr>宋体-简</vt:lpstr>
      <vt:lpstr>Arial Unicode MS</vt:lpstr>
      <vt:lpstr>Introduction to Coding Workshop by Slidesgo</vt:lpstr>
      <vt:lpstr>Slidesgo Final Pages</vt:lpstr>
      <vt:lpstr>Thu thập, bóc tách và tìm kiếm thông tin trên các website Đại học Bách khoa Hà Nội</vt:lpstr>
      <vt:lpstr>04</vt:lpstr>
      <vt:lpstr>Giới thiệu</vt:lpstr>
      <vt:lpstr>Đề bài yêu cầu bóc tách gì</vt:lpstr>
      <vt:lpstr>77 website</vt:lpstr>
      <vt:lpstr>Thu thập dữ liệu</vt:lpstr>
      <vt:lpstr>Công nghệ sử dụng</vt:lpstr>
      <vt:lpstr>Kiến trúc tổng thể</vt:lpstr>
      <vt:lpstr>Điều phối, tải và lập lịch</vt:lpstr>
      <vt:lpstr>Bóc tách trang web và tài liệu</vt:lpstr>
      <vt:lpstr>Tìm vùng nội dung chính</vt:lpstr>
      <vt:lpstr>Loại trùng và phát hiện thay đổi</vt:lpstr>
      <vt:lpstr>Lưu trữ vào MongoDB</vt:lpstr>
      <vt:lpstr>Lược đồ dữ liệu và xuất dữ liệu</vt:lpstr>
      <vt:lpstr>Tìm kiếm Lucene</vt:lpstr>
      <vt:lpstr>Kiến trúc tìm kiếm</vt:lpstr>
      <vt:lpstr>Tiền xử lý văn bản tiếng Việt</vt:lpstr>
      <vt:lpstr>Lập chỉ mục</vt:lpstr>
      <vt:lpstr>Tìm kiếm và xếp hạng</vt:lpstr>
      <vt:lpstr>Kết quả</vt:lpstr>
      <vt:lpstr>8,25 triệu</vt:lpstr>
      <vt:lpstr>Kết quả tìm kiếm</vt:lpstr>
      <vt:lpstr>Cảm ơn!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Thu thập, bóc tách và tìm kiếm thông tin trên các website Đại học Bách khoa Hà Nội</dc:title>
  <dc:creator/>
  <cp:lastModifiedBy>Bảo Trần</cp:lastModifiedBy>
  <cp:revision>5</cp:revision>
  <dcterms:created xsi:type="dcterms:W3CDTF">2026-10-29T14:41:06Z</dcterms:created>
  <dcterms:modified xsi:type="dcterms:W3CDTF">2026-10-29T14:41:06Z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5B09F73A8B6910984A5AE36A98B1DA27_42</vt:lpwstr>
  </property>
  <property fmtid="{D5CDD505-2E9C-101B-9397-08002B2CF9AE}" pid="3" name="KSOProductBuildVer">
    <vt:lpwstr>1033-12.1.28496.28496</vt:lpwstr>
  </property>
</Properties>
</file>