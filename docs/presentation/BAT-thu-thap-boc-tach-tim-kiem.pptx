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4.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14.xml"/>
  <Override ContentType="application/vnd.openxmlformats-officedocument.presentationml.notesSlide+xml" PartName="/ppt/notesSlides/notesSlide9.xml"/>
  <Override ContentType="application/vnd.openxmlformats-officedocument.presentationml.notesSlide+xml" PartName="/ppt/notesSlides/notesSlide12.xml"/>
  <Override ContentType="application/vnd.openxmlformats-officedocument.presentationml.notesSlide+xml" PartName="/ppt/notesSlides/notesSlide5.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32.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30.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12.xml"/>
  <Override ContentType="application/vnd.openxmlformats-officedocument.presentationml.slide+xml" PartName="/ppt/slides/slide1.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80" r:id="rId4"/>
    <p:sldMasterId id="2147483681" r:id="rId5"/>
  </p:sldMasterIdLst>
  <p:notesMasterIdLst>
    <p:notesMasterId r:id="rId6"/>
  </p:notesMasterIdLst>
  <p:sldIdLst>
    <p:sldId id="256" r:id="rId7"/>
    <p:sldId id="258" r:id="rId9"/>
    <p:sldId id="259" r:id="rId10"/>
    <p:sldId id="264" r:id="rId15"/>
    <p:sldId id="268" r:id="rId19"/>
    <p:sldId id="307" r:id="rId88"/>
    <p:sldId id="260" r:id="rId11"/>
    <p:sldId id="310" r:id="rId91"/>
    <p:sldId id="311" r:id="rId92"/>
    <p:sldId id="312" r:id="rId93"/>
    <p:sldId id="267" r:id="rId18"/>
    <p:sldId id="318" r:id="rId99"/>
    <p:sldId id="319" r:id="rId100"/>
    <p:sldId id="313" r:id="rId94"/>
    <p:sldId id="308" r:id="rId89"/>
    <p:sldId id="314" r:id="rId95"/>
    <p:sldId id="315" r:id="rId96"/>
    <p:sldId id="316" r:id="rId97"/>
    <p:sldId id="309" r:id="rId90"/>
    <p:sldId id="269" r:id="rId20"/>
    <p:sldId id="317" r:id="rId98"/>
    <p:sldId id="285" r:id="rId36"/>
  </p:sldIdLst>
  <p:sldSz cy="5143500" cx="9144000"/>
  <p:notesSz cx="6858000" cy="9144000"/>
  <p:embeddedFontLst>
    <p:embeddedFont>
      <p:font typeface="IBM Plex Mono Medium"/>
      <p:regular r:id="rId58"/>
      <p:bold r:id="rId59"/>
      <p:italic r:id="rId60"/>
      <p:boldItalic r:id="rId61"/>
    </p:embeddedFont>
    <p:embeddedFont>
      <p:font typeface="Roboto Medium"/>
      <p:regular r:id="rId66"/>
      <p:bold r:id="rId67"/>
      <p:italic r:id="rId68"/>
      <p:boldItalic r:id="rId69"/>
    </p:embeddedFont>
    <p:embeddedFont>
      <p:font typeface="Amatic SC"/>
      <p:regular r:id="rId70"/>
      <p:bold r:id="rId71"/>
    </p:embeddedFont>
    <p:embeddedFont>
      <p:font typeface="Source Code Pro"/>
      <p:regular r:id="rId76"/>
      <p:bold r:id="rId77"/>
      <p:italic r:id="rId78"/>
      <p:boldItalic r:id="rId79"/>
    </p:embeddedFont>
    <p:embeddedFont>
      <p:font typeface="IBM Plex Mono"/>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D878CF6-9ED4-40B7-9E80-8D88FA82EDE6}">
  <a:tblStyle styleId="{7D878CF6-9ED4-40B7-9E80-8D88FA82EDE6}"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Relationships xmlns="http://schemas.openxmlformats.org/package/2006/relationships"><Relationship Id="rId84" Type="http://schemas.openxmlformats.org/officeDocument/2006/relationships/font" Target="fonts/IBMPlexMono-regular.fntdata"/><Relationship Id="rId86" Type="http://schemas.openxmlformats.org/officeDocument/2006/relationships/font" Target="fonts/IBMPlexMono-italic.fntdata"/><Relationship Id="rId85" Type="http://schemas.openxmlformats.org/officeDocument/2006/relationships/font" Target="fonts/IBMPlexMono-bold.fntdata"/><Relationship Id="rId87" Type="http://schemas.openxmlformats.org/officeDocument/2006/relationships/font" Target="fonts/IBMPlexMono-boldItalic.fntdata"/><Relationship Id="rId1" Type="http://schemas.openxmlformats.org/officeDocument/2006/relationships/theme" Target="theme/theme3.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77" Type="http://schemas.openxmlformats.org/officeDocument/2006/relationships/font" Target="fonts/SourceCodePro-bold.fntdata"/><Relationship Id="rId76" Type="http://schemas.openxmlformats.org/officeDocument/2006/relationships/font" Target="fonts/SourceCodePro-regular.fntdata"/><Relationship Id="rId79" Type="http://schemas.openxmlformats.org/officeDocument/2006/relationships/font" Target="fonts/SourceCodePro-boldItalic.fntdata"/><Relationship Id="rId78" Type="http://schemas.openxmlformats.org/officeDocument/2006/relationships/font" Target="fonts/SourceCodePro-italic.fntdata"/><Relationship Id="rId71" Type="http://schemas.openxmlformats.org/officeDocument/2006/relationships/font" Target="fonts/AmaticSC-bold.fntdata"/><Relationship Id="rId70" Type="http://schemas.openxmlformats.org/officeDocument/2006/relationships/font" Target="fonts/AmaticSC-regular.fntdata"/><Relationship Id="rId36" Type="http://schemas.openxmlformats.org/officeDocument/2006/relationships/slide" Target="slides/slide30.xml"/><Relationship Id="rId61" Type="http://schemas.openxmlformats.org/officeDocument/2006/relationships/font" Target="fonts/IBMPlexMonoMedium-boldItalic.fntdata"/><Relationship Id="rId20" Type="http://schemas.openxmlformats.org/officeDocument/2006/relationships/slide" Target="slides/slide14.xml"/><Relationship Id="rId66" Type="http://schemas.openxmlformats.org/officeDocument/2006/relationships/font" Target="fonts/RobotoMedium-regular.fntdata"/><Relationship Id="rId68" Type="http://schemas.openxmlformats.org/officeDocument/2006/relationships/font" Target="fonts/RobotoMedium-italic.fntdata"/><Relationship Id="rId67" Type="http://schemas.openxmlformats.org/officeDocument/2006/relationships/font" Target="fonts/RobotoMedium-bold.fntdata"/><Relationship Id="rId60" Type="http://schemas.openxmlformats.org/officeDocument/2006/relationships/font" Target="fonts/IBMPlexMonoMedium-italic.fntdata"/><Relationship Id="rId69" Type="http://schemas.openxmlformats.org/officeDocument/2006/relationships/font" Target="fonts/RobotoMedium-boldItalic.fntdata"/><Relationship Id="rId11" Type="http://schemas.openxmlformats.org/officeDocument/2006/relationships/slide" Target="slides/slide5.xml"/><Relationship Id="rId10" Type="http://schemas.openxmlformats.org/officeDocument/2006/relationships/slide" Target="slides/slide4.xml"/><Relationship Id="rId15" Type="http://schemas.openxmlformats.org/officeDocument/2006/relationships/slide" Target="slides/slide9.xml"/><Relationship Id="rId59" Type="http://schemas.openxmlformats.org/officeDocument/2006/relationships/font" Target="fonts/IBMPlexMonoMedium-bold.fntdata"/><Relationship Id="rId58" Type="http://schemas.openxmlformats.org/officeDocument/2006/relationships/font" Target="fonts/IBMPlexMonoMedium-regular.fntdata"/><Relationship Id="rId19" Type="http://schemas.openxmlformats.org/officeDocument/2006/relationships/slide" Target="slides/slide13.xml"/><Relationship Id="rId18" Type="http://schemas.openxmlformats.org/officeDocument/2006/relationships/slide" Target="slides/slide12.xml"/>  <Relationship Id="rId88" Type="http://schemas.openxmlformats.org/officeDocument/2006/relationships/slide" Target="slides/slide52.xml"/>
  <Relationship Id="rId89" Type="http://schemas.openxmlformats.org/officeDocument/2006/relationships/slide" Target="slides/slide53.xml"/>
  <Relationship Id="rId90" Type="http://schemas.openxmlformats.org/officeDocument/2006/relationships/slide" Target="slides/slide54.xml"/>
  <Relationship Id="rId91" Type="http://schemas.openxmlformats.org/officeDocument/2006/relationships/slide" Target="slides/slide55.xml"/>
  <Relationship Id="rId92" Type="http://schemas.openxmlformats.org/officeDocument/2006/relationships/slide" Target="slides/slide56.xml"/>
  <Relationship Id="rId93" Type="http://schemas.openxmlformats.org/officeDocument/2006/relationships/slide" Target="slides/slide57.xml"/>
  <Relationship Id="rId94" Type="http://schemas.openxmlformats.org/officeDocument/2006/relationships/slide" Target="slides/slide58.xml"/>
  <Relationship Id="rId95" Type="http://schemas.openxmlformats.org/officeDocument/2006/relationships/slide" Target="slides/slide59.xml"/>
  <Relationship Id="rId96" Type="http://schemas.openxmlformats.org/officeDocument/2006/relationships/slide" Target="slides/slide60.xml"/>
  <Relationship Id="rId97" Type="http://schemas.openxmlformats.org/officeDocument/2006/relationships/slide" Target="slides/slide61.xml"/>
  <Relationship Id="rId98" Type="http://schemas.openxmlformats.org/officeDocument/2006/relationships/slide" Target="slides/slide62.xml"/>
  <Relationship Id="rId99" Type="http://schemas.openxmlformats.org/officeDocument/2006/relationships/slide" Target="slides/slide63.xml"/>
  <Relationship Id="rId100" Type="http://schemas.openxmlformats.org/officeDocument/2006/relationships/slide" Target="slides/slide64.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6" name="Shape 1426"/>
        <p:cNvGrpSpPr/>
        <p:nvPr/>
      </p:nvGrpSpPr>
      <p:grpSpPr>
        <a:xfrm>
          <a:off x="0" y="0"/>
          <a:ext cx="0" cy="0"/>
          <a:chOff x="0" y="0"/>
          <a:chExt cx="0" cy="0"/>
        </a:xfrm>
      </p:grpSpPr>
      <p:sp>
        <p:nvSpPr>
          <p:cNvPr id="1427" name="Google Shape;1427;gd1bf8d60a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28" name="Google Shape;1428;gd1bf8d60a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Chào thầy và các bạn. Nhóm BAT trình bày hệ thống thu thập, bóc tách dữ liệu từ các website của trường và tìm kiếm trên kho dữ liệu đó.</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2" name="Shape 1462"/>
        <p:cNvGrpSpPr/>
        <p:nvPr/>
      </p:nvGrpSpPr>
      <p:grpSpPr>
        <a:xfrm>
          <a:off x="0" y="0"/>
          <a:ext cx="0" cy="0"/>
          <a:chOff x="0" y="0"/>
          <a:chExt cx="0" cy="0"/>
        </a:xfrm>
      </p:grpSpPr>
      <p:sp>
        <p:nvSpPr>
          <p:cNvPr id="1463" name="Google Shape;1463;g24e5c2c9e45_0_1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64" name="Google Shape;1464;g24e5c2c9e45_0_1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9" name="Shape 1479"/>
        <p:cNvGrpSpPr/>
        <p:nvPr/>
      </p:nvGrpSpPr>
      <p:grpSpPr>
        <a:xfrm>
          <a:off x="0" y="0"/>
          <a:ext cx="0" cy="0"/>
          <a:chOff x="0" y="0"/>
          <a:chExt cx="0" cy="0"/>
        </a:xfrm>
      </p:grpSpPr>
      <p:sp>
        <p:nvSpPr>
          <p:cNvPr id="1480" name="Google Shape;1480;g24e6b4d5c31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1" name="Google Shape;1481;g24e6b4d5c31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6" name="Shape 1526"/>
        <p:cNvGrpSpPr/>
        <p:nvPr/>
      </p:nvGrpSpPr>
      <p:grpSpPr>
        <a:xfrm>
          <a:off x="0" y="0"/>
          <a:ext cx="0" cy="0"/>
          <a:chOff x="0" y="0"/>
          <a:chExt cx="0" cy="0"/>
        </a:xfrm>
      </p:grpSpPr>
      <p:sp>
        <p:nvSpPr>
          <p:cNvPr id="1527" name="Google Shape;1527;g24ed99bf1a4_0_7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28" name="Google Shape;1528;g24ed99bf1a4_0_7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Hệ thống viết bằng Python, mỗi dịch vụ chạy trong một container Docker. Downloader dùng Playwright mở trang cần JavaScript; Reader đọc PDF, Office và gửi PDF ảnh quét sang LlamaParse; dữ liệu lưu trong MongoDB.</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8" name="Shape 1728"/>
        <p:cNvGrpSpPr/>
        <p:nvPr/>
      </p:nvGrpSpPr>
      <p:grpSpPr>
        <a:xfrm>
          <a:off x="0" y="0"/>
          <a:ext cx="0" cy="0"/>
          <a:chOff x="0" y="0"/>
          <a:chExt cx="0" cy="0"/>
        </a:xfrm>
      </p:grpSpPr>
      <p:sp>
        <p:nvSpPr>
          <p:cNvPr id="1729" name="Google Shape;1729;g24ed99bf1a4_0_4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30" name="Google Shape;1730;g24ed99bf1a4_0_4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Đề bài chia dữ liệu thành bốn loại; mỗi loại lưu vào một collection MongoDB: html, other, picture, graph.</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7" name="Shape 1837"/>
        <p:cNvGrpSpPr/>
        <p:nvPr/>
      </p:nvGrpSpPr>
      <p:grpSpPr>
        <a:xfrm>
          <a:off x="0" y="0"/>
          <a:ext cx="0" cy="0"/>
          <a:chOff x="0" y="0"/>
          <a:chExt cx="0" cy="0"/>
        </a:xfrm>
      </p:grpSpPr>
      <p:sp>
        <p:nvSpPr>
          <p:cNvPr id="1838" name="Google Shape;1838;g24ed99bf1a4_0_9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39" name="Google Shape;1839;g24ed99bf1a4_0_9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Văn bản mô tả liên kết lấy nguyên câu chứa liên kết, đúng yêu cầu của slide.</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2" name="Shape 1852"/>
        <p:cNvGrpSpPr/>
        <p:nvPr/>
      </p:nvGrpSpPr>
      <p:grpSpPr>
        <a:xfrm>
          <a:off x="0" y="0"/>
          <a:ext cx="0" cy="0"/>
          <a:chOff x="0" y="0"/>
          <a:chExt cx="0" cy="0"/>
        </a:xfrm>
      </p:grpSpPr>
      <p:sp>
        <p:nvSpPr>
          <p:cNvPr id="1853" name="Google Shape;1853;g24ed99bf1a4_0_11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54" name="Google Shape;1854;g24ed99bf1a4_0_11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Nhiều tên miền của trường đã ngừng hoạt động, chỉ có trang đăng nhập hoặc chuyển hướng ra ngoài. Nhóm thăm dò cả 603 tên miền và giữ lại 77 website còn nội dung công khai.</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2" name="Shape 1912"/>
        <p:cNvGrpSpPr/>
        <p:nvPr/>
      </p:nvGrpSpPr>
      <p:grpSpPr>
        <a:xfrm>
          <a:off x="0" y="0"/>
          <a:ext cx="0" cy="0"/>
          <a:chOff x="0" y="0"/>
          <a:chExt cx="0" cy="0"/>
        </a:xfrm>
      </p:grpSpPr>
      <p:sp>
        <p:nvSpPr>
          <p:cNvPr id="1913" name="Google Shape;1913;g24ed99bf1a4_0_13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4" name="Google Shape;1914;g24ed99bf1a4_0_13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rPr lang="vi-VN"/>
              <a:t xml:space="preserve">Tiêu đề có ở 99,1% trang, văn bản giới thiệu 87,6%. Ảnh không tải được chủ yếu do dlib.hust.edu.vn yêu cầu đăng nhập.</a:t>
            </a: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7" name="Shape 2407"/>
        <p:cNvGrpSpPr/>
        <p:nvPr/>
      </p:nvGrpSpPr>
      <p:grpSpPr>
        <a:xfrm>
          <a:off x="0" y="0"/>
          <a:ext cx="0" cy="0"/>
          <a:chOff x="0" y="0"/>
          <a:chExt cx="0" cy="0"/>
        </a:xfrm>
      </p:grpSpPr>
      <p:sp>
        <p:nvSpPr>
          <p:cNvPr id="2408" name="Google Shape;2408;g24ef22aa1ac_0_174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9" name="Google Shape;2409;g24ef22aa1ac_0_174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openxmlformats.org/officeDocument/2006/relationships/hyperlink" Target="https://bit.ly/3A1uf1Q" TargetMode="External"/><Relationship Id="rId4" Type="http://schemas.openxmlformats.org/officeDocument/2006/relationships/hyperlink" Target="http://bit.ly/2TtBDfr" TargetMode="Externa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 name="Shape 8"/>
        <p:cNvGrpSpPr/>
        <p:nvPr/>
      </p:nvGrpSpPr>
      <p:grpSpPr>
        <a:xfrm>
          <a:off x="0" y="0"/>
          <a:ext cx="0" cy="0"/>
          <a:chOff x="0" y="0"/>
          <a:chExt cx="0" cy="0"/>
        </a:xfrm>
      </p:grpSpPr>
      <p:grpSp>
        <p:nvGrpSpPr>
          <p:cNvPr id="9" name="Google Shape;9;p2"/>
          <p:cNvGrpSpPr/>
          <p:nvPr/>
        </p:nvGrpSpPr>
        <p:grpSpPr>
          <a:xfrm>
            <a:off x="-3255180" y="-2900775"/>
            <a:ext cx="10039930" cy="6871129"/>
            <a:chOff x="-3102780" y="-2727750"/>
            <a:chExt cx="10039930" cy="6871129"/>
          </a:xfrm>
        </p:grpSpPr>
        <p:grpSp>
          <p:nvGrpSpPr>
            <p:cNvPr id="10" name="Google Shape;10;p2"/>
            <p:cNvGrpSpPr/>
            <p:nvPr/>
          </p:nvGrpSpPr>
          <p:grpSpPr>
            <a:xfrm rot="-7778255">
              <a:off x="-2414440" y="-1445047"/>
              <a:ext cx="5355679" cy="4305724"/>
              <a:chOff x="7103825" y="-713112"/>
              <a:chExt cx="3785226" cy="3043150"/>
            </a:xfrm>
          </p:grpSpPr>
          <p:sp>
            <p:nvSpPr>
              <p:cNvPr id="11" name="Google Shape;11;p2"/>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2" name="Google Shape;12;p2"/>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13" name="Google Shape;13;p2"/>
            <p:cNvSpPr/>
            <p:nvPr/>
          </p:nvSpPr>
          <p:spPr>
            <a:xfrm>
              <a:off x="-289323" y="-166742"/>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 name="Google Shape;14;p2"/>
            <p:cNvSpPr/>
            <p:nvPr/>
          </p:nvSpPr>
          <p:spPr>
            <a:xfrm rot="2700000">
              <a:off x="917817" y="-2200499"/>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 name="Google Shape;15;p2"/>
            <p:cNvSpPr/>
            <p:nvPr/>
          </p:nvSpPr>
          <p:spPr>
            <a:xfrm>
              <a:off x="-201475" y="-361175"/>
              <a:ext cx="7138625" cy="819350"/>
            </a:xfrm>
            <a:custGeom>
              <a:rect b="b" l="l" r="r" t="t"/>
              <a:pathLst>
                <a:path extrusionOk="0" h="32774" w="285545">
                  <a:moveTo>
                    <a:pt x="0" y="32774"/>
                  </a:moveTo>
                  <a:lnTo>
                    <a:pt x="188861" y="32774"/>
                  </a:lnTo>
                  <a:lnTo>
                    <a:pt x="221636" y="0"/>
                  </a:lnTo>
                  <a:lnTo>
                    <a:pt x="285545" y="0"/>
                  </a:lnTo>
                </a:path>
              </a:pathLst>
            </a:custGeom>
            <a:noFill/>
            <a:ln cap="flat" cmpd="sng" w="9525">
              <a:solidFill>
                <a:schemeClr val="dk2"/>
              </a:solidFill>
              <a:prstDash val="solid"/>
              <a:round/>
              <a:headEnd len="med" w="med" type="none"/>
              <a:tailEnd len="med" w="med" type="none"/>
            </a:ln>
          </p:spPr>
        </p:sp>
        <p:sp>
          <p:nvSpPr>
            <p:cNvPr id="16" name="Google Shape;16;p2"/>
            <p:cNvSpPr/>
            <p:nvPr/>
          </p:nvSpPr>
          <p:spPr>
            <a:xfrm rot="5400000">
              <a:off x="1110859" y="-1245788"/>
              <a:ext cx="577450" cy="3045475"/>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rot="5400000">
              <a:off x="654013" y="-781254"/>
              <a:ext cx="687411" cy="2731351"/>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 name="Google Shape;18;p2"/>
            <p:cNvGrpSpPr/>
            <p:nvPr/>
          </p:nvGrpSpPr>
          <p:grpSpPr>
            <a:xfrm flipH="1">
              <a:off x="4446909" y="391151"/>
              <a:ext cx="134044" cy="134013"/>
              <a:chOff x="1101075" y="2142375"/>
              <a:chExt cx="439200" cy="439100"/>
            </a:xfrm>
          </p:grpSpPr>
          <p:sp>
            <p:nvSpPr>
              <p:cNvPr id="19" name="Google Shape;19;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 name="Google Shape;21;p2"/>
            <p:cNvGrpSpPr/>
            <p:nvPr/>
          </p:nvGrpSpPr>
          <p:grpSpPr>
            <a:xfrm flipH="1">
              <a:off x="1373609" y="694563"/>
              <a:ext cx="134044" cy="134013"/>
              <a:chOff x="1101075" y="2142375"/>
              <a:chExt cx="439200" cy="439100"/>
            </a:xfrm>
          </p:grpSpPr>
          <p:sp>
            <p:nvSpPr>
              <p:cNvPr id="22" name="Google Shape;22;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 name="Google Shape;24;p2"/>
            <p:cNvGrpSpPr/>
            <p:nvPr/>
          </p:nvGrpSpPr>
          <p:grpSpPr>
            <a:xfrm flipH="1">
              <a:off x="1086834" y="957463"/>
              <a:ext cx="134044" cy="134013"/>
              <a:chOff x="1101075" y="2142375"/>
              <a:chExt cx="439200" cy="439100"/>
            </a:xfrm>
          </p:grpSpPr>
          <p:sp>
            <p:nvSpPr>
              <p:cNvPr id="25" name="Google Shape;25;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 name="Google Shape;27;p2"/>
            <p:cNvGrpSpPr/>
            <p:nvPr/>
          </p:nvGrpSpPr>
          <p:grpSpPr>
            <a:xfrm flipH="1">
              <a:off x="277709" y="957463"/>
              <a:ext cx="134044" cy="134013"/>
              <a:chOff x="1101075" y="2142375"/>
              <a:chExt cx="439200" cy="439100"/>
            </a:xfrm>
          </p:grpSpPr>
          <p:sp>
            <p:nvSpPr>
              <p:cNvPr id="28" name="Google Shape;28;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 name="Google Shape;30;p2"/>
            <p:cNvGrpSpPr/>
            <p:nvPr/>
          </p:nvGrpSpPr>
          <p:grpSpPr>
            <a:xfrm flipH="1">
              <a:off x="277709" y="640813"/>
              <a:ext cx="134044" cy="134013"/>
              <a:chOff x="1101075" y="2142375"/>
              <a:chExt cx="439200" cy="439100"/>
            </a:xfrm>
          </p:grpSpPr>
          <p:sp>
            <p:nvSpPr>
              <p:cNvPr id="31" name="Google Shape;31;p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 name="Google Shape;32;p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3" name="Google Shape;33;p2"/>
          <p:cNvGrpSpPr/>
          <p:nvPr/>
        </p:nvGrpSpPr>
        <p:grpSpPr>
          <a:xfrm>
            <a:off x="6385735" y="3039700"/>
            <a:ext cx="3920501" cy="3213899"/>
            <a:chOff x="6309535" y="2842975"/>
            <a:chExt cx="3920501" cy="3213899"/>
          </a:xfrm>
        </p:grpSpPr>
        <p:pic>
          <p:nvPicPr>
            <p:cNvPr id="34" name="Google Shape;34;p2"/>
            <p:cNvPicPr preferRelativeResize="0"/>
            <p:nvPr/>
          </p:nvPicPr>
          <p:blipFill rotWithShape="1">
            <a:blip r:embed="rId3">
              <a:alphaModFix/>
            </a:blip>
            <a:srcRect b="26177" l="16960" r="7121" t="24719"/>
            <a:stretch/>
          </p:blipFill>
          <p:spPr>
            <a:xfrm>
              <a:off x="6309535" y="3064650"/>
              <a:ext cx="3920501" cy="2992224"/>
            </a:xfrm>
            <a:prstGeom prst="rect">
              <a:avLst/>
            </a:prstGeom>
            <a:noFill/>
            <a:ln>
              <a:noFill/>
            </a:ln>
          </p:spPr>
        </p:pic>
        <p:sp>
          <p:nvSpPr>
            <p:cNvPr id="35" name="Google Shape;35;p2"/>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 name="Google Shape;36;p2"/>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 name="Google Shape;37;p2"/>
            <p:cNvGrpSpPr/>
            <p:nvPr/>
          </p:nvGrpSpPr>
          <p:grpSpPr>
            <a:xfrm>
              <a:off x="7280400" y="3719575"/>
              <a:ext cx="582050" cy="582425"/>
              <a:chOff x="959750" y="3039275"/>
              <a:chExt cx="582050" cy="582425"/>
            </a:xfrm>
          </p:grpSpPr>
          <p:sp>
            <p:nvSpPr>
              <p:cNvPr id="38" name="Google Shape;38;p2"/>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 name="Google Shape;39;p2"/>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 name="Google Shape;40;p2"/>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 name="Google Shape;42;p2"/>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 name="Google Shape;43;p2"/>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 name="Google Shape;44;p2"/>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5" name="Google Shape;45;p2"/>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6" name="Google Shape;46;p2"/>
            <p:cNvGrpSpPr/>
            <p:nvPr/>
          </p:nvGrpSpPr>
          <p:grpSpPr>
            <a:xfrm>
              <a:off x="8337812" y="3492483"/>
              <a:ext cx="699928" cy="1651024"/>
              <a:chOff x="8337812" y="3492483"/>
              <a:chExt cx="699928" cy="1651024"/>
            </a:xfrm>
          </p:grpSpPr>
          <p:sp>
            <p:nvSpPr>
              <p:cNvPr id="47" name="Google Shape;47;p2"/>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0" name="Google Shape;50;p2"/>
            <p:cNvGrpSpPr/>
            <p:nvPr/>
          </p:nvGrpSpPr>
          <p:grpSpPr>
            <a:xfrm>
              <a:off x="7945225" y="4302000"/>
              <a:ext cx="904666" cy="726121"/>
              <a:chOff x="7945225" y="4302000"/>
              <a:chExt cx="904666" cy="726121"/>
            </a:xfrm>
          </p:grpSpPr>
          <p:sp>
            <p:nvSpPr>
              <p:cNvPr id="51" name="Google Shape;51;p2"/>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 name="Google Shape;52;p2"/>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54" name="Google Shape;54;p2"/>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lvl1pPr lvl="0">
              <a:lnSpc>
                <a:spcPct val="115000"/>
              </a:lnSpc>
              <a:spcBef>
                <a:spcPts val="0"/>
              </a:spcBef>
              <a:spcAft>
                <a:spcPts val="0"/>
              </a:spcAft>
              <a:buClr>
                <a:srgbClr val="191919"/>
              </a:buClr>
              <a:buSzPts val="5200"/>
              <a:buNone/>
              <a:defRPr sz="45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p:txBody>
      </p:sp>
      <p:sp>
        <p:nvSpPr>
          <p:cNvPr id="55" name="Google Shape;55;p2"/>
          <p:cNvSpPr txBox="1"/>
          <p:nvPr>
            <p:ph idx="1" type="subTitle"/>
          </p:nvPr>
        </p:nvSpPr>
        <p:spPr>
          <a:xfrm>
            <a:off x="1096850" y="3456250"/>
            <a:ext cx="4882500" cy="475800"/>
          </a:xfrm>
          <a:prstGeom prst="rect">
            <a:avLst/>
          </a:prstGeom>
        </p:spPr>
        <p:txBody>
          <a:bodyPr anchorCtr="0" anchor="t" bIns="91425" lIns="91425" spcFirstLastPara="1" rIns="91425" wrap="square" tIns="91425">
            <a:noAutofit/>
          </a:bodyPr>
          <a:lstStyle>
            <a:lvl1pPr lvl="0">
              <a:spcBef>
                <a:spcPts val="0"/>
              </a:spcBef>
              <a:spcAft>
                <a:spcPts val="0"/>
              </a:spcAft>
              <a:buSzPts val="14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p:txBody>
      </p:sp>
      <p:grpSp>
        <p:nvGrpSpPr>
          <p:cNvPr id="56" name="Google Shape;56;p2"/>
          <p:cNvGrpSpPr/>
          <p:nvPr/>
        </p:nvGrpSpPr>
        <p:grpSpPr>
          <a:xfrm>
            <a:off x="-309885" y="3617406"/>
            <a:ext cx="1448824" cy="2238804"/>
            <a:chOff x="-309885" y="3617406"/>
            <a:chExt cx="1448824" cy="2238804"/>
          </a:xfrm>
        </p:grpSpPr>
        <p:grpSp>
          <p:nvGrpSpPr>
            <p:cNvPr id="57" name="Google Shape;57;p2"/>
            <p:cNvGrpSpPr/>
            <p:nvPr/>
          </p:nvGrpSpPr>
          <p:grpSpPr>
            <a:xfrm>
              <a:off x="-277007" y="3870159"/>
              <a:ext cx="981772" cy="1986051"/>
              <a:chOff x="-293545" y="3454371"/>
              <a:chExt cx="981772" cy="1986051"/>
            </a:xfrm>
          </p:grpSpPr>
          <p:sp>
            <p:nvSpPr>
              <p:cNvPr id="58" name="Google Shape;58;p2"/>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2"/>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 name="Google Shape;60;p2"/>
            <p:cNvGrpSpPr/>
            <p:nvPr/>
          </p:nvGrpSpPr>
          <p:grpSpPr>
            <a:xfrm>
              <a:off x="363249" y="4906873"/>
              <a:ext cx="699940" cy="478601"/>
              <a:chOff x="39722" y="4349021"/>
              <a:chExt cx="1061964" cy="726143"/>
            </a:xfrm>
          </p:grpSpPr>
          <p:grpSp>
            <p:nvGrpSpPr>
              <p:cNvPr id="61" name="Google Shape;61;p2"/>
              <p:cNvGrpSpPr/>
              <p:nvPr/>
            </p:nvGrpSpPr>
            <p:grpSpPr>
              <a:xfrm rot="2700000">
                <a:off x="140502" y="4460924"/>
                <a:ext cx="524584" cy="502337"/>
                <a:chOff x="1189791" y="-1767331"/>
                <a:chExt cx="904284" cy="865933"/>
              </a:xfrm>
            </p:grpSpPr>
            <p:sp>
              <p:nvSpPr>
                <p:cNvPr id="62" name="Google Shape;62;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 name="Google Shape;63;p2"/>
                <p:cNvGrpSpPr/>
                <p:nvPr/>
              </p:nvGrpSpPr>
              <p:grpSpPr>
                <a:xfrm>
                  <a:off x="1232795" y="-1740829"/>
                  <a:ext cx="717621" cy="717392"/>
                  <a:chOff x="1483457" y="3953671"/>
                  <a:chExt cx="717621" cy="717392"/>
                </a:xfrm>
              </p:grpSpPr>
              <p:sp>
                <p:nvSpPr>
                  <p:cNvPr id="64" name="Google Shape;64;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9" name="Google Shape;69;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0" name="Google Shape;70;p2"/>
            <p:cNvGrpSpPr/>
            <p:nvPr/>
          </p:nvGrpSpPr>
          <p:grpSpPr>
            <a:xfrm rot="-5400000">
              <a:off x="-461873" y="3769393"/>
              <a:ext cx="1351491" cy="1047516"/>
              <a:chOff x="-2460210" y="2758493"/>
              <a:chExt cx="1351491" cy="1047516"/>
            </a:xfrm>
          </p:grpSpPr>
          <p:sp>
            <p:nvSpPr>
              <p:cNvPr id="71" name="Google Shape;71;p2"/>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2"/>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2"/>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 name="Google Shape;75;p2"/>
            <p:cNvGrpSpPr/>
            <p:nvPr/>
          </p:nvGrpSpPr>
          <p:grpSpPr>
            <a:xfrm>
              <a:off x="438999" y="4567398"/>
              <a:ext cx="699940" cy="478601"/>
              <a:chOff x="39722" y="4349021"/>
              <a:chExt cx="1061964" cy="726143"/>
            </a:xfrm>
          </p:grpSpPr>
          <p:grpSp>
            <p:nvGrpSpPr>
              <p:cNvPr id="76" name="Google Shape;76;p2"/>
              <p:cNvGrpSpPr/>
              <p:nvPr/>
            </p:nvGrpSpPr>
            <p:grpSpPr>
              <a:xfrm rot="2700000">
                <a:off x="140502" y="4460924"/>
                <a:ext cx="524584" cy="502337"/>
                <a:chOff x="1189791" y="-1767331"/>
                <a:chExt cx="904284" cy="865933"/>
              </a:xfrm>
            </p:grpSpPr>
            <p:sp>
              <p:nvSpPr>
                <p:cNvPr id="77" name="Google Shape;7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8" name="Google Shape;78;p2"/>
                <p:cNvGrpSpPr/>
                <p:nvPr/>
              </p:nvGrpSpPr>
              <p:grpSpPr>
                <a:xfrm>
                  <a:off x="1232795" y="-1740829"/>
                  <a:ext cx="717621" cy="717392"/>
                  <a:chOff x="1483457" y="3953671"/>
                  <a:chExt cx="717621" cy="717392"/>
                </a:xfrm>
              </p:grpSpPr>
              <p:sp>
                <p:nvSpPr>
                  <p:cNvPr id="79" name="Google Shape;7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4" name="Google Shape;8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 name="Google Shape;85;p2"/>
            <p:cNvGrpSpPr/>
            <p:nvPr/>
          </p:nvGrpSpPr>
          <p:grpSpPr>
            <a:xfrm>
              <a:off x="-65076" y="4623886"/>
              <a:ext cx="699940" cy="478601"/>
              <a:chOff x="39722" y="4349021"/>
              <a:chExt cx="1061964" cy="726143"/>
            </a:xfrm>
          </p:grpSpPr>
          <p:grpSp>
            <p:nvGrpSpPr>
              <p:cNvPr id="86" name="Google Shape;86;p2"/>
              <p:cNvGrpSpPr/>
              <p:nvPr/>
            </p:nvGrpSpPr>
            <p:grpSpPr>
              <a:xfrm rot="2700000">
                <a:off x="140502" y="4460924"/>
                <a:ext cx="524584" cy="502337"/>
                <a:chOff x="1189791" y="-1767331"/>
                <a:chExt cx="904284" cy="865933"/>
              </a:xfrm>
            </p:grpSpPr>
            <p:sp>
              <p:nvSpPr>
                <p:cNvPr id="87" name="Google Shape;87;p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8" name="Google Shape;88;p2"/>
                <p:cNvGrpSpPr/>
                <p:nvPr/>
              </p:nvGrpSpPr>
              <p:grpSpPr>
                <a:xfrm>
                  <a:off x="1232795" y="-1740829"/>
                  <a:ext cx="717621" cy="717392"/>
                  <a:chOff x="1483457" y="3953671"/>
                  <a:chExt cx="717621" cy="717392"/>
                </a:xfrm>
              </p:grpSpPr>
              <p:sp>
                <p:nvSpPr>
                  <p:cNvPr id="89" name="Google Shape;89;p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 name="Google Shape;94;p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95" name="Shape 95"/>
        <p:cNvGrpSpPr/>
        <p:nvPr/>
      </p:nvGrpSpPr>
      <p:grpSpPr>
        <a:xfrm>
          <a:off x="0" y="0"/>
          <a:ext cx="0" cy="0"/>
          <a:chOff x="0" y="0"/>
          <a:chExt cx="0" cy="0"/>
        </a:xfrm>
      </p:grpSpPr>
      <p:sp>
        <p:nvSpPr>
          <p:cNvPr id="96" name="Google Shape;96;p3"/>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97" name="Google Shape;97;p3"/>
          <p:cNvSpPr txBox="1"/>
          <p:nvPr>
            <p:ph hasCustomPrompt="1" idx="2" type="title"/>
          </p:nvPr>
        </p:nvSpPr>
        <p:spPr>
          <a:xfrm>
            <a:off x="720000" y="1025725"/>
            <a:ext cx="1702500" cy="993600"/>
          </a:xfrm>
          <a:prstGeom prst="rect">
            <a:avLst/>
          </a:prstGeom>
        </p:spPr>
        <p:txBody>
          <a:bodyPr anchorCtr="0" anchor="ctr" bIns="91425" lIns="91425" spcFirstLastPara="1" rIns="91425" wrap="square" tIns="91425">
            <a:noAutofit/>
          </a:bodyPr>
          <a:lstStyle>
            <a:lvl1pPr lvl="0" rtl="0">
              <a:spcBef>
                <a:spcPts val="0"/>
              </a:spcBef>
              <a:spcAft>
                <a:spcPts val="0"/>
              </a:spcAft>
              <a:buSzPts val="6000"/>
              <a:buNone/>
              <a:defRPr sz="6200">
                <a:latin typeface="Be Vietnam Pro"/>
                <a:ea typeface="Be Vietnam Pro"/>
                <a:cs typeface="Be Vietnam Pro"/>
                <a:sym typeface="Be Vietnam Pro"/>
              </a:defRPr>
            </a:lvl1pPr>
            <a:lvl2pPr lvl="1" rtl="0" algn="ctr">
              <a:spcBef>
                <a:spcPts val="0"/>
              </a:spcBef>
              <a:spcAft>
                <a:spcPts val="0"/>
              </a:spcAft>
              <a:buSzPts val="6000"/>
              <a:buNone/>
              <a:defRPr sz="6000"/>
            </a:lvl2pPr>
            <a:lvl3pPr lvl="2" rtl="0" algn="ctr">
              <a:spcBef>
                <a:spcPts val="0"/>
              </a:spcBef>
              <a:spcAft>
                <a:spcPts val="0"/>
              </a:spcAft>
              <a:buSzPts val="6000"/>
              <a:buNone/>
              <a:defRPr sz="6000"/>
            </a:lvl3pPr>
            <a:lvl4pPr lvl="3" rtl="0" algn="ctr">
              <a:spcBef>
                <a:spcPts val="0"/>
              </a:spcBef>
              <a:spcAft>
                <a:spcPts val="0"/>
              </a:spcAft>
              <a:buSzPts val="6000"/>
              <a:buNone/>
              <a:defRPr sz="6000"/>
            </a:lvl4pPr>
            <a:lvl5pPr lvl="4" rtl="0" algn="ctr">
              <a:spcBef>
                <a:spcPts val="0"/>
              </a:spcBef>
              <a:spcAft>
                <a:spcPts val="0"/>
              </a:spcAft>
              <a:buSzPts val="6000"/>
              <a:buNone/>
              <a:defRPr sz="6000"/>
            </a:lvl5pPr>
            <a:lvl6pPr lvl="5" rtl="0" algn="ctr">
              <a:spcBef>
                <a:spcPts val="0"/>
              </a:spcBef>
              <a:spcAft>
                <a:spcPts val="0"/>
              </a:spcAft>
              <a:buSzPts val="6000"/>
              <a:buNone/>
              <a:defRPr sz="6000"/>
            </a:lvl6pPr>
            <a:lvl7pPr lvl="6" rtl="0" algn="ctr">
              <a:spcBef>
                <a:spcPts val="0"/>
              </a:spcBef>
              <a:spcAft>
                <a:spcPts val="0"/>
              </a:spcAft>
              <a:buSzPts val="6000"/>
              <a:buNone/>
              <a:defRPr sz="6000"/>
            </a:lvl7pPr>
            <a:lvl8pPr lvl="7" rtl="0" algn="ctr">
              <a:spcBef>
                <a:spcPts val="0"/>
              </a:spcBef>
              <a:spcAft>
                <a:spcPts val="0"/>
              </a:spcAft>
              <a:buSzPts val="6000"/>
              <a:buNone/>
              <a:defRPr sz="6000"/>
            </a:lvl8pPr>
            <a:lvl9pPr lvl="8" rtl="0" algn="ctr">
              <a:spcBef>
                <a:spcPts val="0"/>
              </a:spcBef>
              <a:spcAft>
                <a:spcPts val="0"/>
              </a:spcAft>
              <a:buSzPts val="6000"/>
              <a:buNone/>
              <a:defRPr sz="6000"/>
            </a:lvl9pPr>
          </a:lstStyle>
          <a:p>
            <a:r>
              <a:t>xx%</a:t>
            </a:r>
          </a:p>
        </p:txBody>
      </p:sp>
      <p:sp>
        <p:nvSpPr>
          <p:cNvPr id="98" name="Google Shape;98;p3"/>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99" name="Google Shape;99;p3"/>
          <p:cNvGrpSpPr/>
          <p:nvPr/>
        </p:nvGrpSpPr>
        <p:grpSpPr>
          <a:xfrm>
            <a:off x="-539206" y="-1717975"/>
            <a:ext cx="4397193" cy="4171657"/>
            <a:chOff x="-494406" y="-1584825"/>
            <a:chExt cx="4397193" cy="4171657"/>
          </a:xfrm>
        </p:grpSpPr>
        <p:grpSp>
          <p:nvGrpSpPr>
            <p:cNvPr id="100" name="Google Shape;100;p3"/>
            <p:cNvGrpSpPr/>
            <p:nvPr/>
          </p:nvGrpSpPr>
          <p:grpSpPr>
            <a:xfrm>
              <a:off x="-494406" y="-252396"/>
              <a:ext cx="1741563" cy="1288563"/>
              <a:chOff x="-494406" y="-252396"/>
              <a:chExt cx="1741563" cy="1288563"/>
            </a:xfrm>
          </p:grpSpPr>
          <p:sp>
            <p:nvSpPr>
              <p:cNvPr id="101" name="Google Shape;101;p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 name="Google Shape;103;p3"/>
            <p:cNvGrpSpPr/>
            <p:nvPr/>
          </p:nvGrpSpPr>
          <p:grpSpPr>
            <a:xfrm>
              <a:off x="245875" y="-51824"/>
              <a:ext cx="208200" cy="1824700"/>
              <a:chOff x="1040050" y="3812126"/>
              <a:chExt cx="208200" cy="1824700"/>
            </a:xfrm>
          </p:grpSpPr>
          <p:sp>
            <p:nvSpPr>
              <p:cNvPr id="104" name="Google Shape;104;p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5" name="Google Shape;105;p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6" name="Google Shape;106;p3"/>
            <p:cNvGrpSpPr/>
            <p:nvPr/>
          </p:nvGrpSpPr>
          <p:grpSpPr>
            <a:xfrm>
              <a:off x="441574" y="-36652"/>
              <a:ext cx="699940" cy="478601"/>
              <a:chOff x="39722" y="4349021"/>
              <a:chExt cx="1061964" cy="726143"/>
            </a:xfrm>
          </p:grpSpPr>
          <p:grpSp>
            <p:nvGrpSpPr>
              <p:cNvPr id="107" name="Google Shape;107;p3"/>
              <p:cNvGrpSpPr/>
              <p:nvPr/>
            </p:nvGrpSpPr>
            <p:grpSpPr>
              <a:xfrm rot="2700000">
                <a:off x="140502" y="4460924"/>
                <a:ext cx="524584" cy="502337"/>
                <a:chOff x="1189791" y="-1767331"/>
                <a:chExt cx="904284" cy="865933"/>
              </a:xfrm>
            </p:grpSpPr>
            <p:sp>
              <p:nvSpPr>
                <p:cNvPr id="108" name="Google Shape;10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 name="Google Shape;109;p3"/>
                <p:cNvGrpSpPr/>
                <p:nvPr/>
              </p:nvGrpSpPr>
              <p:grpSpPr>
                <a:xfrm>
                  <a:off x="1232795" y="-1740829"/>
                  <a:ext cx="717621" cy="717392"/>
                  <a:chOff x="1483457" y="3953671"/>
                  <a:chExt cx="717621" cy="717392"/>
                </a:xfrm>
              </p:grpSpPr>
              <p:sp>
                <p:nvSpPr>
                  <p:cNvPr id="110" name="Google Shape;11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 name="Google Shape;11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5" name="Google Shape;11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 name="Google Shape;116;p3"/>
            <p:cNvGrpSpPr/>
            <p:nvPr/>
          </p:nvGrpSpPr>
          <p:grpSpPr>
            <a:xfrm>
              <a:off x="955673" y="11"/>
              <a:ext cx="592576" cy="405260"/>
              <a:chOff x="39722" y="4349021"/>
              <a:chExt cx="1061964" cy="726143"/>
            </a:xfrm>
          </p:grpSpPr>
          <p:grpSp>
            <p:nvGrpSpPr>
              <p:cNvPr id="117" name="Google Shape;117;p3"/>
              <p:cNvGrpSpPr/>
              <p:nvPr/>
            </p:nvGrpSpPr>
            <p:grpSpPr>
              <a:xfrm rot="2700000">
                <a:off x="140502" y="4460924"/>
                <a:ext cx="524584" cy="502337"/>
                <a:chOff x="1189791" y="-1767331"/>
                <a:chExt cx="904284" cy="865933"/>
              </a:xfrm>
            </p:grpSpPr>
            <p:sp>
              <p:nvSpPr>
                <p:cNvPr id="118" name="Google Shape;11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9" name="Google Shape;119;p3"/>
                <p:cNvGrpSpPr/>
                <p:nvPr/>
              </p:nvGrpSpPr>
              <p:grpSpPr>
                <a:xfrm>
                  <a:off x="1232795" y="-1740829"/>
                  <a:ext cx="717621" cy="717392"/>
                  <a:chOff x="1483457" y="3953671"/>
                  <a:chExt cx="717621" cy="717392"/>
                </a:xfrm>
              </p:grpSpPr>
              <p:sp>
                <p:nvSpPr>
                  <p:cNvPr id="120" name="Google Shape;12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5" name="Google Shape;12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6" name="Google Shape;126;p3"/>
            <p:cNvGrpSpPr/>
            <p:nvPr/>
          </p:nvGrpSpPr>
          <p:grpSpPr>
            <a:xfrm>
              <a:off x="-1" y="621223"/>
              <a:ext cx="699940" cy="478601"/>
              <a:chOff x="39722" y="4349021"/>
              <a:chExt cx="1061964" cy="726143"/>
            </a:xfrm>
          </p:grpSpPr>
          <p:grpSp>
            <p:nvGrpSpPr>
              <p:cNvPr id="127" name="Google Shape;127;p3"/>
              <p:cNvGrpSpPr/>
              <p:nvPr/>
            </p:nvGrpSpPr>
            <p:grpSpPr>
              <a:xfrm rot="2700000">
                <a:off x="140502" y="4460924"/>
                <a:ext cx="524584" cy="502337"/>
                <a:chOff x="1189791" y="-1767331"/>
                <a:chExt cx="904284" cy="865933"/>
              </a:xfrm>
            </p:grpSpPr>
            <p:sp>
              <p:nvSpPr>
                <p:cNvPr id="128" name="Google Shape;128;p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 name="Google Shape;129;p3"/>
                <p:cNvGrpSpPr/>
                <p:nvPr/>
              </p:nvGrpSpPr>
              <p:grpSpPr>
                <a:xfrm>
                  <a:off x="1232795" y="-1740829"/>
                  <a:ext cx="717621" cy="717392"/>
                  <a:chOff x="1483457" y="3953671"/>
                  <a:chExt cx="717621" cy="717392"/>
                </a:xfrm>
              </p:grpSpPr>
              <p:sp>
                <p:nvSpPr>
                  <p:cNvPr id="130" name="Google Shape;130;p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 name="Google Shape;135;p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 name="Google Shape;136;p3"/>
            <p:cNvGrpSpPr/>
            <p:nvPr/>
          </p:nvGrpSpPr>
          <p:grpSpPr>
            <a:xfrm rot="-8100000">
              <a:off x="540898" y="-1172741"/>
              <a:ext cx="2552124" cy="3347490"/>
              <a:chOff x="2976325" y="908175"/>
              <a:chExt cx="4028179" cy="5283555"/>
            </a:xfrm>
          </p:grpSpPr>
          <p:sp>
            <p:nvSpPr>
              <p:cNvPr id="137" name="Google Shape;137;p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 name="Google Shape;138;p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40" name="Shape 140"/>
        <p:cNvGrpSpPr/>
        <p:nvPr/>
      </p:nvGrpSpPr>
      <p:grpSpPr>
        <a:xfrm>
          <a:off x="0" y="0"/>
          <a:ext cx="0" cy="0"/>
          <a:chOff x="0" y="0"/>
          <a:chExt cx="0" cy="0"/>
        </a:xfrm>
      </p:grpSpPr>
      <p:sp>
        <p:nvSpPr>
          <p:cNvPr id="141" name="Google Shape;141;p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42" name="Google Shape;142;p4"/>
          <p:cNvSpPr txBox="1"/>
          <p:nvPr>
            <p:ph idx="1" type="body"/>
          </p:nvPr>
        </p:nvSpPr>
        <p:spPr>
          <a:xfrm>
            <a:off x="720000" y="1139551"/>
            <a:ext cx="7704000" cy="411300"/>
          </a:xfrm>
          <a:prstGeom prst="rect">
            <a:avLst/>
          </a:prstGeom>
        </p:spPr>
        <p:txBody>
          <a:bodyPr anchorCtr="0" anchor="t" bIns="91425" lIns="91425" spcFirstLastPara="1" rIns="91425" wrap="square" tIns="91425">
            <a:noAutofit/>
          </a:bodyPr>
          <a:lstStyle>
            <a:lvl1pPr indent="-317500" lvl="0" marL="457200" rtl="0">
              <a:lnSpc>
                <a:spcPct val="100000"/>
              </a:lnSpc>
              <a:spcBef>
                <a:spcPts val="0"/>
              </a:spcBef>
              <a:spcAft>
                <a:spcPts val="0"/>
              </a:spcAft>
              <a:buClr>
                <a:srgbClr val="434343"/>
              </a:buClr>
              <a:buSzPts val="1400"/>
              <a:buAutoNum type="arabicPeriod"/>
              <a:defRPr>
                <a:solidFill>
                  <a:srgbClr val="191919"/>
                </a:solidFill>
              </a:defRPr>
            </a:lvl1pPr>
            <a:lvl2pPr indent="-317500" lvl="1" marL="914400" rtl="0">
              <a:lnSpc>
                <a:spcPct val="115000"/>
              </a:lnSpc>
              <a:spcBef>
                <a:spcPts val="0"/>
              </a:spcBef>
              <a:spcAft>
                <a:spcPts val="0"/>
              </a:spcAft>
              <a:buClr>
                <a:srgbClr val="434343"/>
              </a:buClr>
              <a:buSzPts val="1400"/>
              <a:buFont typeface="Roboto Condensed Light"/>
              <a:buAutoNum type="alphaLcPeriod"/>
              <a:defRPr>
                <a:solidFill>
                  <a:srgbClr val="434343"/>
                </a:solidFill>
              </a:defRPr>
            </a:lvl2pPr>
            <a:lvl3pPr indent="-317500" lvl="2" marL="1371600" rtl="0">
              <a:lnSpc>
                <a:spcPct val="115000"/>
              </a:lnSpc>
              <a:spcBef>
                <a:spcPts val="0"/>
              </a:spcBef>
              <a:spcAft>
                <a:spcPts val="0"/>
              </a:spcAft>
              <a:buClr>
                <a:srgbClr val="434343"/>
              </a:buClr>
              <a:buSzPts val="1400"/>
              <a:buFont typeface="Roboto Condensed Light"/>
              <a:buAutoNum type="romanLcPeriod"/>
              <a:defRPr>
                <a:solidFill>
                  <a:srgbClr val="434343"/>
                </a:solidFill>
              </a:defRPr>
            </a:lvl3pPr>
            <a:lvl4pPr indent="-317500" lvl="3" marL="1828800" rtl="0">
              <a:lnSpc>
                <a:spcPct val="115000"/>
              </a:lnSpc>
              <a:spcBef>
                <a:spcPts val="0"/>
              </a:spcBef>
              <a:spcAft>
                <a:spcPts val="0"/>
              </a:spcAft>
              <a:buClr>
                <a:srgbClr val="434343"/>
              </a:buClr>
              <a:buSzPts val="1400"/>
              <a:buFont typeface="Roboto Condensed Light"/>
              <a:buAutoNum type="arabicPeriod"/>
              <a:defRPr>
                <a:solidFill>
                  <a:srgbClr val="434343"/>
                </a:solidFill>
              </a:defRPr>
            </a:lvl4pPr>
            <a:lvl5pPr indent="-317500" lvl="4" marL="2286000" rtl="0">
              <a:lnSpc>
                <a:spcPct val="115000"/>
              </a:lnSpc>
              <a:spcBef>
                <a:spcPts val="0"/>
              </a:spcBef>
              <a:spcAft>
                <a:spcPts val="0"/>
              </a:spcAft>
              <a:buClr>
                <a:srgbClr val="434343"/>
              </a:buClr>
              <a:buSzPts val="1400"/>
              <a:buFont typeface="Roboto Condensed Light"/>
              <a:buAutoNum type="alphaLcPeriod"/>
              <a:defRPr>
                <a:solidFill>
                  <a:srgbClr val="434343"/>
                </a:solidFill>
              </a:defRPr>
            </a:lvl5pPr>
            <a:lvl6pPr indent="-317500" lvl="5" marL="2743200" rtl="0">
              <a:lnSpc>
                <a:spcPct val="115000"/>
              </a:lnSpc>
              <a:spcBef>
                <a:spcPts val="0"/>
              </a:spcBef>
              <a:spcAft>
                <a:spcPts val="0"/>
              </a:spcAft>
              <a:buClr>
                <a:srgbClr val="434343"/>
              </a:buClr>
              <a:buSzPts val="1400"/>
              <a:buFont typeface="Roboto Condensed Light"/>
              <a:buAutoNum type="romanLcPeriod"/>
              <a:defRPr>
                <a:solidFill>
                  <a:srgbClr val="434343"/>
                </a:solidFill>
              </a:defRPr>
            </a:lvl6pPr>
            <a:lvl7pPr indent="-317500" lvl="6" marL="3200400" rtl="0">
              <a:lnSpc>
                <a:spcPct val="115000"/>
              </a:lnSpc>
              <a:spcBef>
                <a:spcPts val="0"/>
              </a:spcBef>
              <a:spcAft>
                <a:spcPts val="0"/>
              </a:spcAft>
              <a:buClr>
                <a:srgbClr val="434343"/>
              </a:buClr>
              <a:buSzPts val="1400"/>
              <a:buFont typeface="Roboto Condensed Light"/>
              <a:buAutoNum type="arabicPeriod"/>
              <a:defRPr>
                <a:solidFill>
                  <a:srgbClr val="434343"/>
                </a:solidFill>
              </a:defRPr>
            </a:lvl7pPr>
            <a:lvl8pPr indent="-317500" lvl="7" marL="3657600" rtl="0">
              <a:lnSpc>
                <a:spcPct val="115000"/>
              </a:lnSpc>
              <a:spcBef>
                <a:spcPts val="0"/>
              </a:spcBef>
              <a:spcAft>
                <a:spcPts val="0"/>
              </a:spcAft>
              <a:buClr>
                <a:srgbClr val="434343"/>
              </a:buClr>
              <a:buSzPts val="1400"/>
              <a:buFont typeface="Roboto Condensed Light"/>
              <a:buAutoNum type="alphaLcPeriod"/>
              <a:defRPr>
                <a:solidFill>
                  <a:srgbClr val="434343"/>
                </a:solidFill>
              </a:defRPr>
            </a:lvl8pPr>
            <a:lvl9pPr indent="-317500" lvl="8" marL="4114800" rtl="0">
              <a:lnSpc>
                <a:spcPct val="115000"/>
              </a:lnSpc>
              <a:spcBef>
                <a:spcPts val="0"/>
              </a:spcBef>
              <a:spcAft>
                <a:spcPts val="0"/>
              </a:spcAft>
              <a:buClr>
                <a:srgbClr val="434343"/>
              </a:buClr>
              <a:buSzPts val="1400"/>
              <a:buFont typeface="Roboto Condensed Light"/>
              <a:buAutoNum type="romanLcPeriod"/>
              <a:defRPr>
                <a:solidFill>
                  <a:srgbClr val="434343"/>
                </a:solidFill>
              </a:defRPr>
            </a:lvl9pPr>
          </a:lstStyle>
          <a:p/>
        </p:txBody>
      </p:sp>
      <p:grpSp>
        <p:nvGrpSpPr>
          <p:cNvPr id="143" name="Google Shape;143;p4"/>
          <p:cNvGrpSpPr/>
          <p:nvPr/>
        </p:nvGrpSpPr>
        <p:grpSpPr>
          <a:xfrm>
            <a:off x="7365150" y="-1147799"/>
            <a:ext cx="3733124" cy="6537004"/>
            <a:chOff x="7212750" y="-1147799"/>
            <a:chExt cx="3733124" cy="6537004"/>
          </a:xfrm>
        </p:grpSpPr>
        <p:pic>
          <p:nvPicPr>
            <p:cNvPr id="144" name="Google Shape;144;p4"/>
            <p:cNvPicPr preferRelativeResize="0"/>
            <p:nvPr/>
          </p:nvPicPr>
          <p:blipFill rotWithShape="1">
            <a:blip r:embed="rId2">
              <a:alphaModFix/>
            </a:blip>
            <a:srcRect b="26177" l="16960" r="7121" t="24719"/>
            <a:stretch/>
          </p:blipFill>
          <p:spPr>
            <a:xfrm>
              <a:off x="7212750" y="-1147799"/>
              <a:ext cx="3733124" cy="2849200"/>
            </a:xfrm>
            <a:prstGeom prst="rect">
              <a:avLst/>
            </a:prstGeom>
            <a:noFill/>
            <a:ln>
              <a:noFill/>
            </a:ln>
          </p:spPr>
        </p:pic>
        <p:grpSp>
          <p:nvGrpSpPr>
            <p:cNvPr id="145" name="Google Shape;145;p4"/>
            <p:cNvGrpSpPr/>
            <p:nvPr/>
          </p:nvGrpSpPr>
          <p:grpSpPr>
            <a:xfrm>
              <a:off x="7392021" y="539499"/>
              <a:ext cx="1518472" cy="3030657"/>
              <a:chOff x="7785196" y="342199"/>
              <a:chExt cx="1518472" cy="3030657"/>
            </a:xfrm>
          </p:grpSpPr>
          <p:sp>
            <p:nvSpPr>
              <p:cNvPr id="146" name="Google Shape;146;p4"/>
              <p:cNvSpPr/>
              <p:nvPr/>
            </p:nvSpPr>
            <p:spPr>
              <a:xfrm rot="10800000">
                <a:off x="7882621" y="5394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4"/>
              <p:cNvSpPr/>
              <p:nvPr/>
            </p:nvSpPr>
            <p:spPr>
              <a:xfrm rot="10800000">
                <a:off x="7785196" y="3421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4"/>
            <p:cNvSpPr/>
            <p:nvPr/>
          </p:nvSpPr>
          <p:spPr>
            <a:xfrm rot="5400000">
              <a:off x="8098189" y="-87718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9" name="Google Shape;149;p4"/>
            <p:cNvGrpSpPr/>
            <p:nvPr/>
          </p:nvGrpSpPr>
          <p:grpSpPr>
            <a:xfrm>
              <a:off x="7740801" y="270000"/>
              <a:ext cx="3153315" cy="5119205"/>
              <a:chOff x="7740801" y="270000"/>
              <a:chExt cx="3153315" cy="5119205"/>
            </a:xfrm>
          </p:grpSpPr>
          <p:sp>
            <p:nvSpPr>
              <p:cNvPr id="150" name="Google Shape;150;p4"/>
              <p:cNvSpPr/>
              <p:nvPr/>
            </p:nvSpPr>
            <p:spPr>
              <a:xfrm>
                <a:off x="7740801" y="27000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51" name="Google Shape;151;p4"/>
              <p:cNvGrpSpPr/>
              <p:nvPr/>
            </p:nvGrpSpPr>
            <p:grpSpPr>
              <a:xfrm>
                <a:off x="8192886" y="4736397"/>
                <a:ext cx="134004" cy="134004"/>
                <a:chOff x="8356813" y="1074288"/>
                <a:chExt cx="351900" cy="351900"/>
              </a:xfrm>
            </p:grpSpPr>
            <p:sp>
              <p:nvSpPr>
                <p:cNvPr id="152" name="Google Shape;152;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4" name="Google Shape;154;p4"/>
              <p:cNvGrpSpPr/>
              <p:nvPr/>
            </p:nvGrpSpPr>
            <p:grpSpPr>
              <a:xfrm>
                <a:off x="8788211" y="3794722"/>
                <a:ext cx="134004" cy="134004"/>
                <a:chOff x="8356813" y="1074288"/>
                <a:chExt cx="351900" cy="351900"/>
              </a:xfrm>
            </p:grpSpPr>
            <p:sp>
              <p:nvSpPr>
                <p:cNvPr id="155" name="Google Shape;155;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7" name="Google Shape;157;p4"/>
              <p:cNvGrpSpPr/>
              <p:nvPr/>
            </p:nvGrpSpPr>
            <p:grpSpPr>
              <a:xfrm>
                <a:off x="8654186" y="2424672"/>
                <a:ext cx="134004" cy="134004"/>
                <a:chOff x="8356813" y="1074288"/>
                <a:chExt cx="351900" cy="351900"/>
              </a:xfrm>
            </p:grpSpPr>
            <p:sp>
              <p:nvSpPr>
                <p:cNvPr id="158" name="Google Shape;158;p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60" name="Google Shape;160;p4"/>
          <p:cNvGrpSpPr/>
          <p:nvPr/>
        </p:nvGrpSpPr>
        <p:grpSpPr>
          <a:xfrm rot="-2529045">
            <a:off x="105741" y="3680210"/>
            <a:ext cx="591691" cy="2260270"/>
            <a:chOff x="-132364" y="1829399"/>
            <a:chExt cx="591677" cy="2260214"/>
          </a:xfrm>
        </p:grpSpPr>
        <p:sp>
          <p:nvSpPr>
            <p:cNvPr id="161" name="Google Shape;161;p4"/>
            <p:cNvSpPr/>
            <p:nvPr/>
          </p:nvSpPr>
          <p:spPr>
            <a:xfrm rot="10800000">
              <a:off x="62461"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4"/>
            <p:cNvSpPr/>
            <p:nvPr/>
          </p:nvSpPr>
          <p:spPr>
            <a:xfrm rot="10800000">
              <a:off x="-132364" y="1829399"/>
              <a:ext cx="396852" cy="2260214"/>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63" name="Google Shape;163;p4"/>
          <p:cNvGrpSpPr/>
          <p:nvPr/>
        </p:nvGrpSpPr>
        <p:grpSpPr>
          <a:xfrm>
            <a:off x="-520148" y="-573164"/>
            <a:ext cx="1502291" cy="2806842"/>
            <a:chOff x="-367748" y="-573164"/>
            <a:chExt cx="1502291" cy="2806842"/>
          </a:xfrm>
        </p:grpSpPr>
        <p:grpSp>
          <p:nvGrpSpPr>
            <p:cNvPr id="164" name="Google Shape;164;p4"/>
            <p:cNvGrpSpPr/>
            <p:nvPr/>
          </p:nvGrpSpPr>
          <p:grpSpPr>
            <a:xfrm rot="10800000">
              <a:off x="-191449" y="1507557"/>
              <a:ext cx="904666" cy="726121"/>
              <a:chOff x="7945225" y="4302000"/>
              <a:chExt cx="904666" cy="726121"/>
            </a:xfrm>
          </p:grpSpPr>
          <p:sp>
            <p:nvSpPr>
              <p:cNvPr id="165" name="Google Shape;165;p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68" name="Google Shape;168;p4"/>
            <p:cNvSpPr/>
            <p:nvPr/>
          </p:nvSpPr>
          <p:spPr>
            <a:xfrm>
              <a:off x="152767" y="-5725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4"/>
            <p:cNvSpPr/>
            <p:nvPr/>
          </p:nvSpPr>
          <p:spPr>
            <a:xfrm>
              <a:off x="-6579" y="-57316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70" name="Google Shape;170;p4"/>
            <p:cNvGrpSpPr/>
            <p:nvPr/>
          </p:nvGrpSpPr>
          <p:grpSpPr>
            <a:xfrm rot="10800000">
              <a:off x="-367748" y="-467133"/>
              <a:ext cx="699928" cy="1651024"/>
              <a:chOff x="8337812" y="3492483"/>
              <a:chExt cx="699928" cy="1651024"/>
            </a:xfrm>
          </p:grpSpPr>
          <p:sp>
            <p:nvSpPr>
              <p:cNvPr id="171" name="Google Shape;171;p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2" name="Google Shape;172;p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4" name="Shape 174"/>
        <p:cNvGrpSpPr/>
        <p:nvPr/>
      </p:nvGrpSpPr>
      <p:grpSpPr>
        <a:xfrm>
          <a:off x="0" y="0"/>
          <a:ext cx="0" cy="0"/>
          <a:chOff x="0" y="0"/>
          <a:chExt cx="0" cy="0"/>
        </a:xfrm>
      </p:grpSpPr>
      <p:sp>
        <p:nvSpPr>
          <p:cNvPr id="175" name="Google Shape;175;p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76" name="Google Shape;176;p5"/>
          <p:cNvSpPr txBox="1"/>
          <p:nvPr>
            <p:ph idx="1" type="subTitle"/>
          </p:nvPr>
        </p:nvSpPr>
        <p:spPr>
          <a:xfrm>
            <a:off x="4999903"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7" name="Google Shape;177;p5"/>
          <p:cNvSpPr txBox="1"/>
          <p:nvPr>
            <p:ph idx="2" type="subTitle"/>
          </p:nvPr>
        </p:nvSpPr>
        <p:spPr>
          <a:xfrm>
            <a:off x="1803800" y="2372500"/>
            <a:ext cx="2340300" cy="1320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78" name="Google Shape;178;p5"/>
          <p:cNvSpPr txBox="1"/>
          <p:nvPr>
            <p:ph idx="3" type="subTitle"/>
          </p:nvPr>
        </p:nvSpPr>
        <p:spPr>
          <a:xfrm>
            <a:off x="4999908"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79" name="Google Shape;179;p5"/>
          <p:cNvSpPr txBox="1"/>
          <p:nvPr>
            <p:ph idx="4" type="subTitle"/>
          </p:nvPr>
        </p:nvSpPr>
        <p:spPr>
          <a:xfrm>
            <a:off x="1803800" y="2048488"/>
            <a:ext cx="23403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80" name="Google Shape;180;p5"/>
          <p:cNvGrpSpPr/>
          <p:nvPr/>
        </p:nvGrpSpPr>
        <p:grpSpPr>
          <a:xfrm>
            <a:off x="7579113" y="-890399"/>
            <a:ext cx="2898275" cy="3032950"/>
            <a:chOff x="7198113" y="-890399"/>
            <a:chExt cx="2898275" cy="3032950"/>
          </a:xfrm>
        </p:grpSpPr>
        <p:pic>
          <p:nvPicPr>
            <p:cNvPr id="181" name="Google Shape;181;p5"/>
            <p:cNvPicPr preferRelativeResize="0"/>
            <p:nvPr/>
          </p:nvPicPr>
          <p:blipFill rotWithShape="1">
            <a:blip r:embed="rId2">
              <a:alphaModFix/>
            </a:blip>
            <a:srcRect b="26177" l="16960" r="7121" t="24719"/>
            <a:stretch/>
          </p:blipFill>
          <p:spPr>
            <a:xfrm rot="-5400000">
              <a:off x="7130775" y="-823062"/>
              <a:ext cx="3032950" cy="2898275"/>
            </a:xfrm>
            <a:prstGeom prst="rect">
              <a:avLst/>
            </a:prstGeom>
            <a:noFill/>
            <a:ln>
              <a:noFill/>
            </a:ln>
          </p:spPr>
        </p:pic>
        <p:grpSp>
          <p:nvGrpSpPr>
            <p:cNvPr id="182" name="Google Shape;182;p5"/>
            <p:cNvGrpSpPr/>
            <p:nvPr/>
          </p:nvGrpSpPr>
          <p:grpSpPr>
            <a:xfrm>
              <a:off x="8319318" y="-249682"/>
              <a:ext cx="1460040" cy="1171886"/>
              <a:chOff x="7945225" y="4302000"/>
              <a:chExt cx="904666" cy="726121"/>
            </a:xfrm>
          </p:grpSpPr>
          <p:sp>
            <p:nvSpPr>
              <p:cNvPr id="183" name="Google Shape;183;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86" name="Google Shape;186;p5"/>
          <p:cNvGrpSpPr/>
          <p:nvPr/>
        </p:nvGrpSpPr>
        <p:grpSpPr>
          <a:xfrm>
            <a:off x="-613920" y="3693606"/>
            <a:ext cx="2048057" cy="2238804"/>
            <a:chOff x="-461520" y="3617406"/>
            <a:chExt cx="2048057" cy="2238804"/>
          </a:xfrm>
        </p:grpSpPr>
        <p:grpSp>
          <p:nvGrpSpPr>
            <p:cNvPr id="187" name="Google Shape;187;p5"/>
            <p:cNvGrpSpPr/>
            <p:nvPr/>
          </p:nvGrpSpPr>
          <p:grpSpPr>
            <a:xfrm>
              <a:off x="-461520" y="3617406"/>
              <a:ext cx="1916534" cy="2238804"/>
              <a:chOff x="-461520" y="3617406"/>
              <a:chExt cx="1916534" cy="2238804"/>
            </a:xfrm>
          </p:grpSpPr>
          <p:grpSp>
            <p:nvGrpSpPr>
              <p:cNvPr id="188" name="Google Shape;188;p5"/>
              <p:cNvGrpSpPr/>
              <p:nvPr/>
            </p:nvGrpSpPr>
            <p:grpSpPr>
              <a:xfrm flipH="1">
                <a:off x="-461520" y="4010132"/>
                <a:ext cx="1916534" cy="1538287"/>
                <a:chOff x="7945225" y="4302000"/>
                <a:chExt cx="904666" cy="726121"/>
              </a:xfrm>
            </p:grpSpPr>
            <p:sp>
              <p:nvSpPr>
                <p:cNvPr id="189" name="Google Shape;189;p5"/>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5"/>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5"/>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 name="Google Shape;192;p5"/>
              <p:cNvGrpSpPr/>
              <p:nvPr/>
            </p:nvGrpSpPr>
            <p:grpSpPr>
              <a:xfrm>
                <a:off x="-309885" y="3617406"/>
                <a:ext cx="1448824" cy="2238804"/>
                <a:chOff x="-309885" y="3617406"/>
                <a:chExt cx="1448824" cy="2238804"/>
              </a:xfrm>
            </p:grpSpPr>
            <p:grpSp>
              <p:nvGrpSpPr>
                <p:cNvPr id="193" name="Google Shape;193;p5"/>
                <p:cNvGrpSpPr/>
                <p:nvPr/>
              </p:nvGrpSpPr>
              <p:grpSpPr>
                <a:xfrm>
                  <a:off x="-277007" y="3870159"/>
                  <a:ext cx="981772" cy="1986051"/>
                  <a:chOff x="-293545" y="3454371"/>
                  <a:chExt cx="981772" cy="1986051"/>
                </a:xfrm>
              </p:grpSpPr>
              <p:sp>
                <p:nvSpPr>
                  <p:cNvPr id="194" name="Google Shape;194;p5"/>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5"/>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6" name="Google Shape;196;p5"/>
                <p:cNvGrpSpPr/>
                <p:nvPr/>
              </p:nvGrpSpPr>
              <p:grpSpPr>
                <a:xfrm>
                  <a:off x="363249" y="4906873"/>
                  <a:ext cx="699940" cy="478601"/>
                  <a:chOff x="39722" y="4349021"/>
                  <a:chExt cx="1061964" cy="726143"/>
                </a:xfrm>
              </p:grpSpPr>
              <p:grpSp>
                <p:nvGrpSpPr>
                  <p:cNvPr id="197" name="Google Shape;197;p5"/>
                  <p:cNvGrpSpPr/>
                  <p:nvPr/>
                </p:nvGrpSpPr>
                <p:grpSpPr>
                  <a:xfrm rot="2700000">
                    <a:off x="140502" y="4460924"/>
                    <a:ext cx="524584" cy="502337"/>
                    <a:chOff x="1189791" y="-1767331"/>
                    <a:chExt cx="904284" cy="865933"/>
                  </a:xfrm>
                </p:grpSpPr>
                <p:sp>
                  <p:nvSpPr>
                    <p:cNvPr id="198" name="Google Shape;198;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9" name="Google Shape;199;p5"/>
                    <p:cNvGrpSpPr/>
                    <p:nvPr/>
                  </p:nvGrpSpPr>
                  <p:grpSpPr>
                    <a:xfrm>
                      <a:off x="1232795" y="-1740829"/>
                      <a:ext cx="717621" cy="717392"/>
                      <a:chOff x="1483457" y="3953671"/>
                      <a:chExt cx="717621" cy="717392"/>
                    </a:xfrm>
                  </p:grpSpPr>
                  <p:sp>
                    <p:nvSpPr>
                      <p:cNvPr id="200" name="Google Shape;200;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2" name="Google Shape;202;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05" name="Google Shape;205;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06" name="Google Shape;206;p5"/>
                <p:cNvGrpSpPr/>
                <p:nvPr/>
              </p:nvGrpSpPr>
              <p:grpSpPr>
                <a:xfrm rot="-5400000">
                  <a:off x="-461873" y="3769393"/>
                  <a:ext cx="1351491" cy="1047516"/>
                  <a:chOff x="-2460210" y="2758493"/>
                  <a:chExt cx="1351491" cy="1047516"/>
                </a:xfrm>
              </p:grpSpPr>
              <p:sp>
                <p:nvSpPr>
                  <p:cNvPr id="207" name="Google Shape;207;p5"/>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5"/>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5"/>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0" name="Google Shape;210;p5"/>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rgbClr val="9900FF">
                          <a:alpha val="46667"/>
                          <a:alpha val="46820"/>
                        </a:srgbClr>
                      </a:gs>
                      <a:gs pos="100000">
                        <a:srgbClr val="FFFFFF">
                          <a:alpha val="0"/>
                          <a:alpha val="4682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11" name="Google Shape;211;p5"/>
                <p:cNvGrpSpPr/>
                <p:nvPr/>
              </p:nvGrpSpPr>
              <p:grpSpPr>
                <a:xfrm>
                  <a:off x="438999" y="4567398"/>
                  <a:ext cx="699940" cy="478601"/>
                  <a:chOff x="39722" y="4349021"/>
                  <a:chExt cx="1061964" cy="726143"/>
                </a:xfrm>
              </p:grpSpPr>
              <p:grpSp>
                <p:nvGrpSpPr>
                  <p:cNvPr id="212" name="Google Shape;212;p5"/>
                  <p:cNvGrpSpPr/>
                  <p:nvPr/>
                </p:nvGrpSpPr>
                <p:grpSpPr>
                  <a:xfrm rot="2700000">
                    <a:off x="140502" y="4460924"/>
                    <a:ext cx="524584" cy="502337"/>
                    <a:chOff x="1189791" y="-1767331"/>
                    <a:chExt cx="904284" cy="865933"/>
                  </a:xfrm>
                </p:grpSpPr>
                <p:sp>
                  <p:nvSpPr>
                    <p:cNvPr id="213" name="Google Shape;21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14" name="Google Shape;214;p5"/>
                    <p:cNvGrpSpPr/>
                    <p:nvPr/>
                  </p:nvGrpSpPr>
                  <p:grpSpPr>
                    <a:xfrm>
                      <a:off x="1232795" y="-1740829"/>
                      <a:ext cx="717621" cy="717392"/>
                      <a:chOff x="1483457" y="3953671"/>
                      <a:chExt cx="717621" cy="717392"/>
                    </a:xfrm>
                  </p:grpSpPr>
                  <p:sp>
                    <p:nvSpPr>
                      <p:cNvPr id="215" name="Google Shape;21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20" name="Google Shape;22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21" name="Google Shape;221;p5"/>
                <p:cNvGrpSpPr/>
                <p:nvPr/>
              </p:nvGrpSpPr>
              <p:grpSpPr>
                <a:xfrm>
                  <a:off x="-65076" y="4623886"/>
                  <a:ext cx="699940" cy="478601"/>
                  <a:chOff x="39722" y="4349021"/>
                  <a:chExt cx="1061964" cy="726143"/>
                </a:xfrm>
              </p:grpSpPr>
              <p:grpSp>
                <p:nvGrpSpPr>
                  <p:cNvPr id="222" name="Google Shape;222;p5"/>
                  <p:cNvGrpSpPr/>
                  <p:nvPr/>
                </p:nvGrpSpPr>
                <p:grpSpPr>
                  <a:xfrm rot="2700000">
                    <a:off x="140502" y="4460924"/>
                    <a:ext cx="524584" cy="502337"/>
                    <a:chOff x="1189791" y="-1767331"/>
                    <a:chExt cx="904284" cy="865933"/>
                  </a:xfrm>
                </p:grpSpPr>
                <p:sp>
                  <p:nvSpPr>
                    <p:cNvPr id="223" name="Google Shape;223;p5"/>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24" name="Google Shape;224;p5"/>
                    <p:cNvGrpSpPr/>
                    <p:nvPr/>
                  </p:nvGrpSpPr>
                  <p:grpSpPr>
                    <a:xfrm>
                      <a:off x="1232795" y="-1740829"/>
                      <a:ext cx="717621" cy="717392"/>
                      <a:chOff x="1483457" y="3953671"/>
                      <a:chExt cx="717621" cy="717392"/>
                    </a:xfrm>
                  </p:grpSpPr>
                  <p:sp>
                    <p:nvSpPr>
                      <p:cNvPr id="225" name="Google Shape;225;p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30" name="Google Shape;230;p5"/>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231" name="Google Shape;231;p5"/>
            <p:cNvGrpSpPr/>
            <p:nvPr/>
          </p:nvGrpSpPr>
          <p:grpSpPr>
            <a:xfrm rot="5400000">
              <a:off x="1147388" y="4839000"/>
              <a:ext cx="439200" cy="439100"/>
              <a:chOff x="1101075" y="2142375"/>
              <a:chExt cx="439200" cy="439100"/>
            </a:xfrm>
          </p:grpSpPr>
          <p:sp>
            <p:nvSpPr>
              <p:cNvPr id="232" name="Google Shape;232;p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34" name="Google Shape;234;p5"/>
          <p:cNvGrpSpPr/>
          <p:nvPr/>
        </p:nvGrpSpPr>
        <p:grpSpPr>
          <a:xfrm>
            <a:off x="-2352525" y="-402069"/>
            <a:ext cx="5307515" cy="2438355"/>
            <a:chOff x="-2276325" y="-249669"/>
            <a:chExt cx="5307515" cy="2438355"/>
          </a:xfrm>
        </p:grpSpPr>
        <p:grpSp>
          <p:nvGrpSpPr>
            <p:cNvPr id="235" name="Google Shape;235;p5"/>
            <p:cNvGrpSpPr/>
            <p:nvPr/>
          </p:nvGrpSpPr>
          <p:grpSpPr>
            <a:xfrm rot="10800000">
              <a:off x="-1297788" y="-249669"/>
              <a:ext cx="2601921" cy="2438355"/>
              <a:chOff x="7340128" y="2866613"/>
              <a:chExt cx="2439225" cy="2438355"/>
            </a:xfrm>
          </p:grpSpPr>
          <p:sp>
            <p:nvSpPr>
              <p:cNvPr id="236" name="Google Shape;236;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38" name="Google Shape;238;p5"/>
            <p:cNvSpPr/>
            <p:nvPr/>
          </p:nvSpPr>
          <p:spPr>
            <a:xfrm rot="-5400000">
              <a:off x="1755111"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39" name="Google Shape;239;p5"/>
            <p:cNvGrpSpPr/>
            <p:nvPr/>
          </p:nvGrpSpPr>
          <p:grpSpPr>
            <a:xfrm>
              <a:off x="-2276325" y="245976"/>
              <a:ext cx="4558967" cy="134100"/>
              <a:chOff x="796100" y="3019701"/>
              <a:chExt cx="4558967" cy="134100"/>
            </a:xfrm>
          </p:grpSpPr>
          <p:sp>
            <p:nvSpPr>
              <p:cNvPr id="240" name="Google Shape;240;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1" name="Google Shape;241;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2" name="Google Shape;242;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43" name="Google Shape;243;p5"/>
          <p:cNvGrpSpPr/>
          <p:nvPr/>
        </p:nvGrpSpPr>
        <p:grpSpPr>
          <a:xfrm>
            <a:off x="6795100" y="3095213"/>
            <a:ext cx="4558967" cy="2438355"/>
            <a:chOff x="6490300" y="2866613"/>
            <a:chExt cx="4558967" cy="2438355"/>
          </a:xfrm>
        </p:grpSpPr>
        <p:grpSp>
          <p:nvGrpSpPr>
            <p:cNvPr id="244" name="Google Shape;244;p5"/>
            <p:cNvGrpSpPr/>
            <p:nvPr/>
          </p:nvGrpSpPr>
          <p:grpSpPr>
            <a:xfrm>
              <a:off x="7340128" y="2866613"/>
              <a:ext cx="2439225" cy="2438355"/>
              <a:chOff x="7340128" y="2866613"/>
              <a:chExt cx="2439225" cy="2438355"/>
            </a:xfrm>
          </p:grpSpPr>
          <p:sp>
            <p:nvSpPr>
              <p:cNvPr id="245" name="Google Shape;245;p5"/>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5"/>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7" name="Google Shape;247;p5"/>
            <p:cNvGrpSpPr/>
            <p:nvPr/>
          </p:nvGrpSpPr>
          <p:grpSpPr>
            <a:xfrm rot="10800000">
              <a:off x="6490300" y="4774026"/>
              <a:ext cx="4558967" cy="134100"/>
              <a:chOff x="796100" y="3019701"/>
              <a:chExt cx="4558967" cy="134100"/>
            </a:xfrm>
          </p:grpSpPr>
          <p:sp>
            <p:nvSpPr>
              <p:cNvPr id="248" name="Google Shape;248;p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9" name="Google Shape;249;p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50" name="Google Shape;250;p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1" name="Shape 251"/>
        <p:cNvGrpSpPr/>
        <p:nvPr/>
      </p:nvGrpSpPr>
      <p:grpSpPr>
        <a:xfrm>
          <a:off x="0" y="0"/>
          <a:ext cx="0" cy="0"/>
          <a:chOff x="0" y="0"/>
          <a:chExt cx="0" cy="0"/>
        </a:xfrm>
      </p:grpSpPr>
      <p:grpSp>
        <p:nvGrpSpPr>
          <p:cNvPr id="252" name="Google Shape;252;p6"/>
          <p:cNvGrpSpPr/>
          <p:nvPr/>
        </p:nvGrpSpPr>
        <p:grpSpPr>
          <a:xfrm rot="-8100000">
            <a:off x="-1629951" y="-1138306"/>
            <a:ext cx="3785189" cy="3043121"/>
            <a:chOff x="7103825" y="-713112"/>
            <a:chExt cx="3785226" cy="3043150"/>
          </a:xfrm>
        </p:grpSpPr>
        <p:sp>
          <p:nvSpPr>
            <p:cNvPr id="253" name="Google Shape;253;p6"/>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254" name="Google Shape;254;p6"/>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255" name="Google Shape;255;p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256" name="Google Shape;256;p6"/>
          <p:cNvGrpSpPr/>
          <p:nvPr/>
        </p:nvGrpSpPr>
        <p:grpSpPr>
          <a:xfrm>
            <a:off x="8106279" y="-844413"/>
            <a:ext cx="1791132" cy="2767833"/>
            <a:chOff x="8030079" y="-844413"/>
            <a:chExt cx="1791132" cy="2767833"/>
          </a:xfrm>
        </p:grpSpPr>
        <p:grpSp>
          <p:nvGrpSpPr>
            <p:cNvPr id="257" name="Google Shape;257;p6"/>
            <p:cNvGrpSpPr/>
            <p:nvPr/>
          </p:nvGrpSpPr>
          <p:grpSpPr>
            <a:xfrm rot="10800000">
              <a:off x="8566799" y="-844413"/>
              <a:ext cx="1213764" cy="2455355"/>
              <a:chOff x="-293545" y="3454371"/>
              <a:chExt cx="981772" cy="1986051"/>
            </a:xfrm>
          </p:grpSpPr>
          <p:sp>
            <p:nvSpPr>
              <p:cNvPr id="258" name="Google Shape;258;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60" name="Google Shape;260;p6"/>
            <p:cNvGrpSpPr/>
            <p:nvPr/>
          </p:nvGrpSpPr>
          <p:grpSpPr>
            <a:xfrm rot="10800000">
              <a:off x="8123728" y="-262212"/>
              <a:ext cx="865288" cy="591661"/>
              <a:chOff x="39722" y="4349021"/>
              <a:chExt cx="1061964" cy="726143"/>
            </a:xfrm>
          </p:grpSpPr>
          <p:grpSp>
            <p:nvGrpSpPr>
              <p:cNvPr id="261" name="Google Shape;261;p6"/>
              <p:cNvGrpSpPr/>
              <p:nvPr/>
            </p:nvGrpSpPr>
            <p:grpSpPr>
              <a:xfrm rot="2700000">
                <a:off x="140502" y="4460924"/>
                <a:ext cx="524584" cy="502337"/>
                <a:chOff x="1189791" y="-1767331"/>
                <a:chExt cx="904284" cy="865933"/>
              </a:xfrm>
            </p:grpSpPr>
            <p:sp>
              <p:nvSpPr>
                <p:cNvPr id="262" name="Google Shape;262;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63" name="Google Shape;263;p6"/>
                <p:cNvGrpSpPr/>
                <p:nvPr/>
              </p:nvGrpSpPr>
              <p:grpSpPr>
                <a:xfrm>
                  <a:off x="1232795" y="-1740829"/>
                  <a:ext cx="717621" cy="717392"/>
                  <a:chOff x="1483457" y="3953671"/>
                  <a:chExt cx="717621" cy="717392"/>
                </a:xfrm>
              </p:grpSpPr>
              <p:sp>
                <p:nvSpPr>
                  <p:cNvPr id="264" name="Google Shape;264;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69" name="Google Shape;269;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0" name="Google Shape;270;p6"/>
            <p:cNvGrpSpPr/>
            <p:nvPr/>
          </p:nvGrpSpPr>
          <p:grpSpPr>
            <a:xfrm rot="5400000">
              <a:off x="8338264" y="440474"/>
              <a:ext cx="1670849" cy="1295044"/>
              <a:chOff x="-2460210" y="2758493"/>
              <a:chExt cx="1351491" cy="1047516"/>
            </a:xfrm>
          </p:grpSpPr>
          <p:sp>
            <p:nvSpPr>
              <p:cNvPr id="271" name="Google Shape;271;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75" name="Google Shape;275;p6"/>
            <p:cNvGrpSpPr/>
            <p:nvPr/>
          </p:nvGrpSpPr>
          <p:grpSpPr>
            <a:xfrm rot="10800000">
              <a:off x="8030079" y="157481"/>
              <a:ext cx="865288" cy="591661"/>
              <a:chOff x="39722" y="4349021"/>
              <a:chExt cx="1061964" cy="726143"/>
            </a:xfrm>
          </p:grpSpPr>
          <p:grpSp>
            <p:nvGrpSpPr>
              <p:cNvPr id="276" name="Google Shape;276;p6"/>
              <p:cNvGrpSpPr/>
              <p:nvPr/>
            </p:nvGrpSpPr>
            <p:grpSpPr>
              <a:xfrm rot="2700000">
                <a:off x="140502" y="4460924"/>
                <a:ext cx="524584" cy="502337"/>
                <a:chOff x="1189791" y="-1767331"/>
                <a:chExt cx="904284" cy="865933"/>
              </a:xfrm>
            </p:grpSpPr>
            <p:sp>
              <p:nvSpPr>
                <p:cNvPr id="277" name="Google Shape;27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78" name="Google Shape;278;p6"/>
                <p:cNvGrpSpPr/>
                <p:nvPr/>
              </p:nvGrpSpPr>
              <p:grpSpPr>
                <a:xfrm>
                  <a:off x="1232795" y="-1740829"/>
                  <a:ext cx="717621" cy="717392"/>
                  <a:chOff x="1483457" y="3953671"/>
                  <a:chExt cx="717621" cy="717392"/>
                </a:xfrm>
              </p:grpSpPr>
              <p:sp>
                <p:nvSpPr>
                  <p:cNvPr id="279" name="Google Shape;27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84" name="Google Shape;28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85" name="Google Shape;285;p6"/>
            <p:cNvGrpSpPr/>
            <p:nvPr/>
          </p:nvGrpSpPr>
          <p:grpSpPr>
            <a:xfrm rot="10800000">
              <a:off x="8653266" y="87645"/>
              <a:ext cx="865288" cy="591661"/>
              <a:chOff x="39722" y="4349021"/>
              <a:chExt cx="1061964" cy="726143"/>
            </a:xfrm>
          </p:grpSpPr>
          <p:grpSp>
            <p:nvGrpSpPr>
              <p:cNvPr id="286" name="Google Shape;286;p6"/>
              <p:cNvGrpSpPr/>
              <p:nvPr/>
            </p:nvGrpSpPr>
            <p:grpSpPr>
              <a:xfrm rot="2700000">
                <a:off x="140502" y="4460924"/>
                <a:ext cx="524584" cy="502337"/>
                <a:chOff x="1189791" y="-1767331"/>
                <a:chExt cx="904284" cy="865933"/>
              </a:xfrm>
            </p:grpSpPr>
            <p:sp>
              <p:nvSpPr>
                <p:cNvPr id="287" name="Google Shape;287;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88" name="Google Shape;288;p6"/>
                <p:cNvGrpSpPr/>
                <p:nvPr/>
              </p:nvGrpSpPr>
              <p:grpSpPr>
                <a:xfrm>
                  <a:off x="1232795" y="-1740829"/>
                  <a:ext cx="717621" cy="717392"/>
                  <a:chOff x="1483457" y="3953671"/>
                  <a:chExt cx="717621" cy="717392"/>
                </a:xfrm>
              </p:grpSpPr>
              <p:sp>
                <p:nvSpPr>
                  <p:cNvPr id="289" name="Google Shape;289;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294" name="Google Shape;294;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295" name="Google Shape;295;p6"/>
          <p:cNvGrpSpPr/>
          <p:nvPr/>
        </p:nvGrpSpPr>
        <p:grpSpPr>
          <a:xfrm>
            <a:off x="-1499000" y="3182553"/>
            <a:ext cx="4558967" cy="3356863"/>
            <a:chOff x="-1422800" y="3106353"/>
            <a:chExt cx="4558967" cy="3356863"/>
          </a:xfrm>
        </p:grpSpPr>
        <p:grpSp>
          <p:nvGrpSpPr>
            <p:cNvPr id="296" name="Google Shape;296;p6"/>
            <p:cNvGrpSpPr/>
            <p:nvPr/>
          </p:nvGrpSpPr>
          <p:grpSpPr>
            <a:xfrm>
              <a:off x="-474664" y="3485331"/>
              <a:ext cx="1472068" cy="2977885"/>
              <a:chOff x="-293545" y="3454371"/>
              <a:chExt cx="981772" cy="1986051"/>
            </a:xfrm>
          </p:grpSpPr>
          <p:sp>
            <p:nvSpPr>
              <p:cNvPr id="297" name="Google Shape;297;p6"/>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6"/>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99" name="Google Shape;299;p6"/>
            <p:cNvGrpSpPr/>
            <p:nvPr/>
          </p:nvGrpSpPr>
          <p:grpSpPr>
            <a:xfrm>
              <a:off x="485337" y="5039978"/>
              <a:ext cx="1049539" cy="717647"/>
              <a:chOff x="39722" y="4349021"/>
              <a:chExt cx="1061964" cy="726143"/>
            </a:xfrm>
          </p:grpSpPr>
          <p:grpSp>
            <p:nvGrpSpPr>
              <p:cNvPr id="300" name="Google Shape;300;p6"/>
              <p:cNvGrpSpPr/>
              <p:nvPr/>
            </p:nvGrpSpPr>
            <p:grpSpPr>
              <a:xfrm rot="2700000">
                <a:off x="140502" y="4460924"/>
                <a:ext cx="524584" cy="502337"/>
                <a:chOff x="1189791" y="-1767331"/>
                <a:chExt cx="904284" cy="865933"/>
              </a:xfrm>
            </p:grpSpPr>
            <p:sp>
              <p:nvSpPr>
                <p:cNvPr id="301" name="Google Shape;301;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02" name="Google Shape;302;p6"/>
                <p:cNvGrpSpPr/>
                <p:nvPr/>
              </p:nvGrpSpPr>
              <p:grpSpPr>
                <a:xfrm>
                  <a:off x="1232795" y="-1740829"/>
                  <a:ext cx="717621" cy="717392"/>
                  <a:chOff x="1483457" y="3953671"/>
                  <a:chExt cx="717621" cy="717392"/>
                </a:xfrm>
              </p:grpSpPr>
              <p:sp>
                <p:nvSpPr>
                  <p:cNvPr id="303" name="Google Shape;303;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5" name="Google Shape;305;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6" name="Google Shape;306;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08" name="Google Shape;308;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09" name="Google Shape;309;p6"/>
            <p:cNvGrpSpPr/>
            <p:nvPr/>
          </p:nvGrpSpPr>
          <p:grpSpPr>
            <a:xfrm rot="5400000">
              <a:off x="-645364" y="3334243"/>
              <a:ext cx="2026426" cy="1570646"/>
              <a:chOff x="-2460210" y="2758493"/>
              <a:chExt cx="1351491" cy="1047516"/>
            </a:xfrm>
          </p:grpSpPr>
          <p:sp>
            <p:nvSpPr>
              <p:cNvPr id="310" name="Google Shape;310;p6"/>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1" name="Google Shape;311;p6"/>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6"/>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3" name="Google Shape;313;p6"/>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14" name="Google Shape;314;p6"/>
            <p:cNvGrpSpPr/>
            <p:nvPr/>
          </p:nvGrpSpPr>
          <p:grpSpPr>
            <a:xfrm>
              <a:off x="598917" y="4530969"/>
              <a:ext cx="1049539" cy="717647"/>
              <a:chOff x="39722" y="4349021"/>
              <a:chExt cx="1061964" cy="726143"/>
            </a:xfrm>
          </p:grpSpPr>
          <p:grpSp>
            <p:nvGrpSpPr>
              <p:cNvPr id="315" name="Google Shape;315;p6"/>
              <p:cNvGrpSpPr/>
              <p:nvPr/>
            </p:nvGrpSpPr>
            <p:grpSpPr>
              <a:xfrm rot="2700000">
                <a:off x="140502" y="4460924"/>
                <a:ext cx="524584" cy="502337"/>
                <a:chOff x="1189791" y="-1767331"/>
                <a:chExt cx="904284" cy="865933"/>
              </a:xfrm>
            </p:grpSpPr>
            <p:sp>
              <p:nvSpPr>
                <p:cNvPr id="316" name="Google Shape;31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6"/>
                <p:cNvGrpSpPr/>
                <p:nvPr/>
              </p:nvGrpSpPr>
              <p:grpSpPr>
                <a:xfrm>
                  <a:off x="1232795" y="-1740829"/>
                  <a:ext cx="717621" cy="717392"/>
                  <a:chOff x="1483457" y="3953671"/>
                  <a:chExt cx="717621" cy="717392"/>
                </a:xfrm>
              </p:grpSpPr>
              <p:sp>
                <p:nvSpPr>
                  <p:cNvPr id="318" name="Google Shape;31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0" name="Google Shape;32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23" name="Google Shape;32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24" name="Google Shape;324;p6"/>
            <p:cNvGrpSpPr/>
            <p:nvPr/>
          </p:nvGrpSpPr>
          <p:grpSpPr>
            <a:xfrm>
              <a:off x="-156893" y="4615667"/>
              <a:ext cx="1049539" cy="717647"/>
              <a:chOff x="39722" y="4349021"/>
              <a:chExt cx="1061964" cy="726143"/>
            </a:xfrm>
          </p:grpSpPr>
          <p:grpSp>
            <p:nvGrpSpPr>
              <p:cNvPr id="325" name="Google Shape;325;p6"/>
              <p:cNvGrpSpPr/>
              <p:nvPr/>
            </p:nvGrpSpPr>
            <p:grpSpPr>
              <a:xfrm rot="2700000">
                <a:off x="140502" y="4460924"/>
                <a:ext cx="524584" cy="502337"/>
                <a:chOff x="1189791" y="-1767331"/>
                <a:chExt cx="904284" cy="865933"/>
              </a:xfrm>
            </p:grpSpPr>
            <p:sp>
              <p:nvSpPr>
                <p:cNvPr id="326" name="Google Shape;326;p6"/>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27" name="Google Shape;327;p6"/>
                <p:cNvGrpSpPr/>
                <p:nvPr/>
              </p:nvGrpSpPr>
              <p:grpSpPr>
                <a:xfrm>
                  <a:off x="1232795" y="-1740829"/>
                  <a:ext cx="717621" cy="717392"/>
                  <a:chOff x="1483457" y="3953671"/>
                  <a:chExt cx="717621" cy="717392"/>
                </a:xfrm>
              </p:grpSpPr>
              <p:sp>
                <p:nvSpPr>
                  <p:cNvPr id="328" name="Google Shape;328;p6"/>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9" name="Google Shape;329;p6"/>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p6"/>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6"/>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2" name="Google Shape;332;p6"/>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333" name="Google Shape;333;p6"/>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34" name="Google Shape;334;p6"/>
            <p:cNvGrpSpPr/>
            <p:nvPr/>
          </p:nvGrpSpPr>
          <p:grpSpPr>
            <a:xfrm>
              <a:off x="-1422800" y="4822751"/>
              <a:ext cx="4558967" cy="134100"/>
              <a:chOff x="796100" y="3019701"/>
              <a:chExt cx="4558967" cy="134100"/>
            </a:xfrm>
          </p:grpSpPr>
          <p:sp>
            <p:nvSpPr>
              <p:cNvPr id="335" name="Google Shape;335;p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36" name="Google Shape;336;p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37" name="Google Shape;337;p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38" name="Shape 338"/>
        <p:cNvGrpSpPr/>
        <p:nvPr/>
      </p:nvGrpSpPr>
      <p:grpSpPr>
        <a:xfrm>
          <a:off x="0" y="0"/>
          <a:ext cx="0" cy="0"/>
          <a:chOff x="0" y="0"/>
          <a:chExt cx="0" cy="0"/>
        </a:xfrm>
      </p:grpSpPr>
      <p:sp>
        <p:nvSpPr>
          <p:cNvPr id="339" name="Google Shape;339;p7"/>
          <p:cNvSpPr txBox="1"/>
          <p:nvPr>
            <p:ph idx="1" type="subTitle"/>
          </p:nvPr>
        </p:nvSpPr>
        <p:spPr>
          <a:xfrm>
            <a:off x="713225" y="1160775"/>
            <a:ext cx="7710900" cy="3455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AutoNum type="arabicPeriod"/>
              <a:defRPr sz="1400"/>
            </a:lvl1pPr>
            <a:lvl2pPr lvl="1" rtl="0">
              <a:lnSpc>
                <a:spcPct val="100000"/>
              </a:lnSpc>
              <a:spcBef>
                <a:spcPts val="0"/>
              </a:spcBef>
              <a:spcAft>
                <a:spcPts val="0"/>
              </a:spcAft>
              <a:buClr>
                <a:srgbClr val="999999"/>
              </a:buClr>
              <a:buSzPts val="800"/>
              <a:buFont typeface="Open Sans"/>
              <a:buAutoNum type="alphaLcPeriod"/>
              <a:defRPr/>
            </a:lvl2pPr>
            <a:lvl3pPr lvl="2" rtl="0">
              <a:lnSpc>
                <a:spcPct val="100000"/>
              </a:lnSpc>
              <a:spcBef>
                <a:spcPts val="0"/>
              </a:spcBef>
              <a:spcAft>
                <a:spcPts val="0"/>
              </a:spcAft>
              <a:buClr>
                <a:srgbClr val="999999"/>
              </a:buClr>
              <a:buSzPts val="800"/>
              <a:buFont typeface="Open Sans"/>
              <a:buAutoNum type="romanLcPeriod"/>
              <a:defRPr/>
            </a:lvl3pPr>
            <a:lvl4pPr lvl="3" rtl="0">
              <a:lnSpc>
                <a:spcPct val="100000"/>
              </a:lnSpc>
              <a:spcBef>
                <a:spcPts val="0"/>
              </a:spcBef>
              <a:spcAft>
                <a:spcPts val="0"/>
              </a:spcAft>
              <a:buClr>
                <a:srgbClr val="999999"/>
              </a:buClr>
              <a:buSzPts val="800"/>
              <a:buFont typeface="Open Sans"/>
              <a:buAutoNum type="arabicPeriod"/>
              <a:defRPr/>
            </a:lvl4pPr>
            <a:lvl5pPr lvl="4" rtl="0">
              <a:lnSpc>
                <a:spcPct val="100000"/>
              </a:lnSpc>
              <a:spcBef>
                <a:spcPts val="0"/>
              </a:spcBef>
              <a:spcAft>
                <a:spcPts val="0"/>
              </a:spcAft>
              <a:buClr>
                <a:srgbClr val="999999"/>
              </a:buClr>
              <a:buSzPts val="1200"/>
              <a:buFont typeface="Open Sans"/>
              <a:buAutoNum type="alphaLcPeriod"/>
              <a:defRPr/>
            </a:lvl5pPr>
            <a:lvl6pPr lvl="5" rtl="0">
              <a:lnSpc>
                <a:spcPct val="100000"/>
              </a:lnSpc>
              <a:spcBef>
                <a:spcPts val="0"/>
              </a:spcBef>
              <a:spcAft>
                <a:spcPts val="0"/>
              </a:spcAft>
              <a:buClr>
                <a:srgbClr val="999999"/>
              </a:buClr>
              <a:buSzPts val="1200"/>
              <a:buFont typeface="Open Sans"/>
              <a:buAutoNum type="romanLcPeriod"/>
              <a:defRPr/>
            </a:lvl6pPr>
            <a:lvl7pPr lvl="6" rtl="0">
              <a:lnSpc>
                <a:spcPct val="100000"/>
              </a:lnSpc>
              <a:spcBef>
                <a:spcPts val="0"/>
              </a:spcBef>
              <a:spcAft>
                <a:spcPts val="0"/>
              </a:spcAft>
              <a:buClr>
                <a:srgbClr val="999999"/>
              </a:buClr>
              <a:buSzPts val="700"/>
              <a:buFont typeface="Open Sans"/>
              <a:buAutoNum type="arabicPeriod"/>
              <a:defRPr/>
            </a:lvl7pPr>
            <a:lvl8pPr lvl="7" rtl="0">
              <a:lnSpc>
                <a:spcPct val="100000"/>
              </a:lnSpc>
              <a:spcBef>
                <a:spcPts val="0"/>
              </a:spcBef>
              <a:spcAft>
                <a:spcPts val="0"/>
              </a:spcAft>
              <a:buClr>
                <a:srgbClr val="999999"/>
              </a:buClr>
              <a:buSzPts val="700"/>
              <a:buFont typeface="Open Sans"/>
              <a:buAutoNum type="alphaLcPeriod"/>
              <a:defRPr/>
            </a:lvl8pPr>
            <a:lvl9pPr lvl="8" rtl="0">
              <a:lnSpc>
                <a:spcPct val="100000"/>
              </a:lnSpc>
              <a:spcBef>
                <a:spcPts val="0"/>
              </a:spcBef>
              <a:spcAft>
                <a:spcPts val="0"/>
              </a:spcAft>
              <a:buClr>
                <a:srgbClr val="999999"/>
              </a:buClr>
              <a:buSzPts val="600"/>
              <a:buFont typeface="Open Sans"/>
              <a:buAutoNum type="romanLcPeriod"/>
              <a:defRPr/>
            </a:lvl9pPr>
          </a:lstStyle>
          <a:p/>
        </p:txBody>
      </p:sp>
      <p:sp>
        <p:nvSpPr>
          <p:cNvPr id="340" name="Google Shape;340;p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341" name="Google Shape;341;p7"/>
          <p:cNvGrpSpPr/>
          <p:nvPr/>
        </p:nvGrpSpPr>
        <p:grpSpPr>
          <a:xfrm>
            <a:off x="8934675" y="3943438"/>
            <a:ext cx="439200" cy="439100"/>
            <a:chOff x="1101075" y="2142375"/>
            <a:chExt cx="439200" cy="439100"/>
          </a:xfrm>
        </p:grpSpPr>
        <p:sp>
          <p:nvSpPr>
            <p:cNvPr id="342" name="Google Shape;34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44" name="Google Shape;344;p7"/>
          <p:cNvGrpSpPr/>
          <p:nvPr/>
        </p:nvGrpSpPr>
        <p:grpSpPr>
          <a:xfrm>
            <a:off x="5481594" y="-3117615"/>
            <a:ext cx="5954334" cy="6142759"/>
            <a:chOff x="5329194" y="-2965215"/>
            <a:chExt cx="5954334" cy="6142759"/>
          </a:xfrm>
        </p:grpSpPr>
        <p:sp>
          <p:nvSpPr>
            <p:cNvPr id="345" name="Google Shape;345;p7"/>
            <p:cNvSpPr/>
            <p:nvPr/>
          </p:nvSpPr>
          <p:spPr>
            <a:xfrm rot="-2700000">
              <a:off x="6677338" y="-23069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7"/>
            <p:cNvSpPr/>
            <p:nvPr/>
          </p:nvSpPr>
          <p:spPr>
            <a:xfrm rot="-2700000">
              <a:off x="6782013" y="-2600033"/>
              <a:ext cx="3153371" cy="5119296"/>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47" name="Google Shape;347;p7"/>
            <p:cNvGrpSpPr/>
            <p:nvPr/>
          </p:nvGrpSpPr>
          <p:grpSpPr>
            <a:xfrm rot="10800000">
              <a:off x="5710125" y="185651"/>
              <a:ext cx="4558967" cy="134100"/>
              <a:chOff x="796100" y="3019701"/>
              <a:chExt cx="4558967" cy="134100"/>
            </a:xfrm>
          </p:grpSpPr>
          <p:sp>
            <p:nvSpPr>
              <p:cNvPr id="348" name="Google Shape;348;p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349" name="Google Shape;349;p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350" name="Google Shape;350;p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51" name="Google Shape;351;p7"/>
          <p:cNvGrpSpPr/>
          <p:nvPr/>
        </p:nvGrpSpPr>
        <p:grpSpPr>
          <a:xfrm flipH="1">
            <a:off x="-503516" y="3986929"/>
            <a:ext cx="5249359" cy="2992224"/>
            <a:chOff x="-258616" y="3430829"/>
            <a:chExt cx="5249359" cy="2992224"/>
          </a:xfrm>
        </p:grpSpPr>
        <p:pic>
          <p:nvPicPr>
            <p:cNvPr id="352" name="Google Shape;352;p7"/>
            <p:cNvPicPr preferRelativeResize="0"/>
            <p:nvPr/>
          </p:nvPicPr>
          <p:blipFill rotWithShape="1">
            <a:blip r:embed="rId2">
              <a:alphaModFix/>
            </a:blip>
            <a:srcRect b="26177" l="16960" r="7121" t="24719"/>
            <a:stretch/>
          </p:blipFill>
          <p:spPr>
            <a:xfrm>
              <a:off x="1070243" y="3430829"/>
              <a:ext cx="3920501" cy="2992224"/>
            </a:xfrm>
            <a:prstGeom prst="rect">
              <a:avLst/>
            </a:prstGeom>
            <a:noFill/>
            <a:ln>
              <a:noFill/>
            </a:ln>
          </p:spPr>
        </p:pic>
        <p:sp>
          <p:nvSpPr>
            <p:cNvPr id="353" name="Google Shape;353;p7"/>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7"/>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7"/>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6" name="Google Shape;356;p7"/>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7" name="Google Shape;357;p7"/>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58" name="Google Shape;358;p7"/>
            <p:cNvGrpSpPr/>
            <p:nvPr/>
          </p:nvGrpSpPr>
          <p:grpSpPr>
            <a:xfrm>
              <a:off x="736485" y="4387072"/>
              <a:ext cx="161977" cy="161940"/>
              <a:chOff x="1101075" y="2142375"/>
              <a:chExt cx="439200" cy="439100"/>
            </a:xfrm>
          </p:grpSpPr>
          <p:sp>
            <p:nvSpPr>
              <p:cNvPr id="359" name="Google Shape;359;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0" name="Google Shape;360;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61" name="Google Shape;361;p7"/>
            <p:cNvGrpSpPr/>
            <p:nvPr/>
          </p:nvGrpSpPr>
          <p:grpSpPr>
            <a:xfrm rot="10800000">
              <a:off x="2118901" y="4805293"/>
              <a:ext cx="161977" cy="161940"/>
              <a:chOff x="1101075" y="2142375"/>
              <a:chExt cx="439200" cy="439100"/>
            </a:xfrm>
          </p:grpSpPr>
          <p:sp>
            <p:nvSpPr>
              <p:cNvPr id="362" name="Google Shape;362;p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3" name="Google Shape;363;p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64" name="Shape 364"/>
        <p:cNvGrpSpPr/>
        <p:nvPr/>
      </p:nvGrpSpPr>
      <p:grpSpPr>
        <a:xfrm>
          <a:off x="0" y="0"/>
          <a:ext cx="0" cy="0"/>
          <a:chOff x="0" y="0"/>
          <a:chExt cx="0" cy="0"/>
        </a:xfrm>
      </p:grpSpPr>
      <p:sp>
        <p:nvSpPr>
          <p:cNvPr id="365" name="Google Shape;365;p8"/>
          <p:cNvSpPr txBox="1"/>
          <p:nvPr>
            <p:ph type="title"/>
          </p:nvPr>
        </p:nvSpPr>
        <p:spPr>
          <a:xfrm>
            <a:off x="713225" y="2122600"/>
            <a:ext cx="7297500" cy="910200"/>
          </a:xfrm>
          <a:prstGeom prst="rect">
            <a:avLst/>
          </a:prstGeom>
        </p:spPr>
        <p:txBody>
          <a:bodyPr anchorCtr="0" anchor="ctr" bIns="91425" lIns="91425" spcFirstLastPara="1" rIns="91425" wrap="square" tIns="91425">
            <a:noAutofit/>
          </a:bodyPr>
          <a:lstStyle>
            <a:lvl1pPr lvl="0">
              <a:lnSpc>
                <a:spcPct val="80000"/>
              </a:lnSpc>
              <a:spcBef>
                <a:spcPts val="0"/>
              </a:spcBef>
              <a:spcAft>
                <a:spcPts val="0"/>
              </a:spcAft>
              <a:buSzPts val="4800"/>
              <a:buNone/>
              <a:defRPr sz="60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grpSp>
        <p:nvGrpSpPr>
          <p:cNvPr id="366" name="Google Shape;366;p8"/>
          <p:cNvGrpSpPr/>
          <p:nvPr/>
        </p:nvGrpSpPr>
        <p:grpSpPr>
          <a:xfrm>
            <a:off x="6475811" y="-1541623"/>
            <a:ext cx="2583360" cy="2409685"/>
            <a:chOff x="6475811" y="-1541623"/>
            <a:chExt cx="2583360" cy="2409685"/>
          </a:xfrm>
        </p:grpSpPr>
        <p:grpSp>
          <p:nvGrpSpPr>
            <p:cNvPr id="367" name="Google Shape;367;p8"/>
            <p:cNvGrpSpPr/>
            <p:nvPr/>
          </p:nvGrpSpPr>
          <p:grpSpPr>
            <a:xfrm rot="-5400000">
              <a:off x="5879041" y="-944853"/>
              <a:ext cx="2133442" cy="939904"/>
              <a:chOff x="-149984" y="3754784"/>
              <a:chExt cx="2133442" cy="939904"/>
            </a:xfrm>
          </p:grpSpPr>
          <p:sp>
            <p:nvSpPr>
              <p:cNvPr id="368" name="Google Shape;368;p8"/>
              <p:cNvSpPr/>
              <p:nvPr/>
            </p:nvSpPr>
            <p:spPr>
              <a:xfrm rot="5400000">
                <a:off x="707379" y="3056155"/>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9" name="Google Shape;369;p8"/>
              <p:cNvSpPr/>
              <p:nvPr/>
            </p:nvSpPr>
            <p:spPr>
              <a:xfrm rot="5400000">
                <a:off x="391825" y="3465468"/>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70" name="Google Shape;370;p8"/>
            <p:cNvSpPr/>
            <p:nvPr/>
          </p:nvSpPr>
          <p:spPr>
            <a:xfrm rot="5400000">
              <a:off x="7783092" y="-77047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8"/>
            <p:cNvSpPr/>
            <p:nvPr/>
          </p:nvSpPr>
          <p:spPr>
            <a:xfrm rot="5400000">
              <a:off x="7617537" y="-361157"/>
              <a:ext cx="687411" cy="1771028"/>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72" name="Google Shape;372;p8"/>
            <p:cNvGrpSpPr/>
            <p:nvPr/>
          </p:nvGrpSpPr>
          <p:grpSpPr>
            <a:xfrm>
              <a:off x="7741638" y="-258450"/>
              <a:ext cx="439200" cy="439100"/>
              <a:chOff x="1101075" y="2142375"/>
              <a:chExt cx="439200" cy="439100"/>
            </a:xfrm>
          </p:grpSpPr>
          <p:sp>
            <p:nvSpPr>
              <p:cNvPr id="373" name="Google Shape;373;p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75" name="Shape 375"/>
        <p:cNvGrpSpPr/>
        <p:nvPr/>
      </p:nvGrpSpPr>
      <p:grpSpPr>
        <a:xfrm>
          <a:off x="0" y="0"/>
          <a:ext cx="0" cy="0"/>
          <a:chOff x="0" y="0"/>
          <a:chExt cx="0" cy="0"/>
        </a:xfrm>
      </p:grpSpPr>
      <p:sp>
        <p:nvSpPr>
          <p:cNvPr id="376" name="Google Shape;376;p9"/>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377" name="Google Shape;377;p9"/>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lvl1pPr lvl="0" rtl="0">
              <a:spcBef>
                <a:spcPts val="0"/>
              </a:spcBef>
              <a:spcAft>
                <a:spcPts val="0"/>
              </a:spcAft>
              <a:buSzPts val="800"/>
              <a:buFont typeface="Open Sans"/>
              <a:buChar char="●"/>
              <a:defRPr/>
            </a:lvl1pPr>
            <a:lvl2pPr lvl="1" rtl="0" algn="ctr">
              <a:lnSpc>
                <a:spcPct val="100000"/>
              </a:lnSpc>
              <a:spcBef>
                <a:spcPts val="0"/>
              </a:spcBef>
              <a:spcAft>
                <a:spcPts val="0"/>
              </a:spcAft>
              <a:buSzPts val="800"/>
              <a:buFont typeface="Open Sans"/>
              <a:buChar char="○"/>
              <a:defRPr/>
            </a:lvl2pPr>
            <a:lvl3pPr lvl="2" rtl="0" algn="ctr">
              <a:lnSpc>
                <a:spcPct val="100000"/>
              </a:lnSpc>
              <a:spcBef>
                <a:spcPts val="0"/>
              </a:spcBef>
              <a:spcAft>
                <a:spcPts val="0"/>
              </a:spcAft>
              <a:buSzPts val="800"/>
              <a:buFont typeface="Open Sans"/>
              <a:buChar char="■"/>
              <a:defRPr/>
            </a:lvl3pPr>
            <a:lvl4pPr lvl="3" rtl="0" algn="ctr">
              <a:lnSpc>
                <a:spcPct val="100000"/>
              </a:lnSpc>
              <a:spcBef>
                <a:spcPts val="0"/>
              </a:spcBef>
              <a:spcAft>
                <a:spcPts val="0"/>
              </a:spcAft>
              <a:buSzPts val="800"/>
              <a:buFont typeface="Open Sans"/>
              <a:buChar char="●"/>
              <a:defRPr/>
            </a:lvl4pPr>
            <a:lvl5pPr lvl="4" rtl="0" algn="ctr">
              <a:lnSpc>
                <a:spcPct val="100000"/>
              </a:lnSpc>
              <a:spcBef>
                <a:spcPts val="0"/>
              </a:spcBef>
              <a:spcAft>
                <a:spcPts val="0"/>
              </a:spcAft>
              <a:buSzPts val="1200"/>
              <a:buFont typeface="Open Sans"/>
              <a:buChar char="○"/>
              <a:defRPr/>
            </a:lvl5pPr>
            <a:lvl6pPr lvl="5" rtl="0" algn="ctr">
              <a:lnSpc>
                <a:spcPct val="100000"/>
              </a:lnSpc>
              <a:spcBef>
                <a:spcPts val="0"/>
              </a:spcBef>
              <a:spcAft>
                <a:spcPts val="0"/>
              </a:spcAft>
              <a:buSzPts val="1200"/>
              <a:buFont typeface="Open Sans"/>
              <a:buChar char="■"/>
              <a:defRPr/>
            </a:lvl6pPr>
            <a:lvl7pPr lvl="6" rtl="0" algn="ctr">
              <a:lnSpc>
                <a:spcPct val="100000"/>
              </a:lnSpc>
              <a:spcBef>
                <a:spcPts val="0"/>
              </a:spcBef>
              <a:spcAft>
                <a:spcPts val="0"/>
              </a:spcAft>
              <a:buSzPts val="700"/>
              <a:buFont typeface="Open Sans"/>
              <a:buChar char="●"/>
              <a:defRPr/>
            </a:lvl7pPr>
            <a:lvl8pPr lvl="7" rtl="0" algn="ctr">
              <a:lnSpc>
                <a:spcPct val="100000"/>
              </a:lnSpc>
              <a:spcBef>
                <a:spcPts val="0"/>
              </a:spcBef>
              <a:spcAft>
                <a:spcPts val="0"/>
              </a:spcAft>
              <a:buSzPts val="700"/>
              <a:buFont typeface="Open Sans"/>
              <a:buChar char="○"/>
              <a:defRPr/>
            </a:lvl8pPr>
            <a:lvl9pPr lvl="8" rtl="0" algn="ctr">
              <a:lnSpc>
                <a:spcPct val="100000"/>
              </a:lnSpc>
              <a:spcBef>
                <a:spcPts val="0"/>
              </a:spcBef>
              <a:spcAft>
                <a:spcPts val="0"/>
              </a:spcAft>
              <a:buSzPts val="600"/>
              <a:buFont typeface="Open Sans"/>
              <a:buChar char="■"/>
              <a:defRPr/>
            </a:lvl9pPr>
          </a:lstStyle>
          <a:p/>
        </p:txBody>
      </p:sp>
      <p:sp>
        <p:nvSpPr>
          <p:cNvPr id="378" name="Google Shape;378;p9"/>
          <p:cNvSpPr/>
          <p:nvPr>
            <p:ph idx="2" type="pic"/>
          </p:nvPr>
        </p:nvSpPr>
        <p:spPr>
          <a:xfrm>
            <a:off x="4135800" y="539500"/>
            <a:ext cx="4295100" cy="4069200"/>
          </a:xfrm>
          <a:prstGeom prst="snip1Rect">
            <a:avLst>
              <a:gd fmla="val 16667" name="adj"/>
            </a:avLst>
          </a:prstGeom>
          <a:noFill/>
          <a:ln>
            <a:noFill/>
          </a:ln>
        </p:spPr>
      </p:sp>
      <p:grpSp>
        <p:nvGrpSpPr>
          <p:cNvPr id="379" name="Google Shape;379;p9"/>
          <p:cNvGrpSpPr/>
          <p:nvPr/>
        </p:nvGrpSpPr>
        <p:grpSpPr>
          <a:xfrm>
            <a:off x="-2393465" y="-1635538"/>
            <a:ext cx="4710415" cy="5344655"/>
            <a:chOff x="-2317265" y="-1559338"/>
            <a:chExt cx="4710415" cy="5344655"/>
          </a:xfrm>
        </p:grpSpPr>
        <p:pic>
          <p:nvPicPr>
            <p:cNvPr id="380" name="Google Shape;380;p9"/>
            <p:cNvPicPr preferRelativeResize="0"/>
            <p:nvPr/>
          </p:nvPicPr>
          <p:blipFill rotWithShape="1">
            <a:blip r:embed="rId2">
              <a:alphaModFix/>
            </a:blip>
            <a:srcRect b="26177" l="16960" r="7121" t="24719"/>
            <a:stretch/>
          </p:blipFill>
          <p:spPr>
            <a:xfrm>
              <a:off x="-2317265" y="-1559338"/>
              <a:ext cx="3920501" cy="2992224"/>
            </a:xfrm>
            <a:prstGeom prst="rect">
              <a:avLst/>
            </a:prstGeom>
            <a:noFill/>
            <a:ln>
              <a:noFill/>
            </a:ln>
          </p:spPr>
        </p:pic>
        <p:grpSp>
          <p:nvGrpSpPr>
            <p:cNvPr id="381" name="Google Shape;381;p9"/>
            <p:cNvGrpSpPr/>
            <p:nvPr/>
          </p:nvGrpSpPr>
          <p:grpSpPr>
            <a:xfrm>
              <a:off x="-1322674" y="-1333888"/>
              <a:ext cx="3153315" cy="5119205"/>
              <a:chOff x="6643701" y="816087"/>
              <a:chExt cx="3153315" cy="5119205"/>
            </a:xfrm>
          </p:grpSpPr>
          <p:sp>
            <p:nvSpPr>
              <p:cNvPr id="382" name="Google Shape;382;p9"/>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83" name="Google Shape;383;p9"/>
              <p:cNvGrpSpPr/>
              <p:nvPr/>
            </p:nvGrpSpPr>
            <p:grpSpPr>
              <a:xfrm>
                <a:off x="8671986" y="2443197"/>
                <a:ext cx="134004" cy="134004"/>
                <a:chOff x="8356813" y="1074288"/>
                <a:chExt cx="351900" cy="351900"/>
              </a:xfrm>
            </p:grpSpPr>
            <p:sp>
              <p:nvSpPr>
                <p:cNvPr id="384" name="Google Shape;384;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6" name="Google Shape;386;p9"/>
              <p:cNvGrpSpPr/>
              <p:nvPr/>
            </p:nvGrpSpPr>
            <p:grpSpPr>
              <a:xfrm>
                <a:off x="7678536" y="3129397"/>
                <a:ext cx="134004" cy="134004"/>
                <a:chOff x="8356813" y="1074288"/>
                <a:chExt cx="351900" cy="351900"/>
              </a:xfrm>
            </p:grpSpPr>
            <p:sp>
              <p:nvSpPr>
                <p:cNvPr id="387" name="Google Shape;387;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89" name="Google Shape;389;p9"/>
              <p:cNvGrpSpPr/>
              <p:nvPr/>
            </p:nvGrpSpPr>
            <p:grpSpPr>
              <a:xfrm>
                <a:off x="8062611" y="3503222"/>
                <a:ext cx="134004" cy="134004"/>
                <a:chOff x="8356813" y="1074288"/>
                <a:chExt cx="351900" cy="351900"/>
              </a:xfrm>
            </p:grpSpPr>
            <p:sp>
              <p:nvSpPr>
                <p:cNvPr id="390" name="Google Shape;390;p9"/>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1" name="Google Shape;391;p9"/>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392" name="Google Shape;392;p9"/>
            <p:cNvGrpSpPr/>
            <p:nvPr/>
          </p:nvGrpSpPr>
          <p:grpSpPr>
            <a:xfrm>
              <a:off x="121568" y="-846844"/>
              <a:ext cx="88151" cy="2151709"/>
              <a:chOff x="3054755" y="4367024"/>
              <a:chExt cx="88142" cy="1137387"/>
            </a:xfrm>
          </p:grpSpPr>
          <p:sp>
            <p:nvSpPr>
              <p:cNvPr id="393" name="Google Shape;393;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4" name="Google Shape;394;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395" name="Google Shape;395;p9"/>
            <p:cNvGrpSpPr/>
            <p:nvPr/>
          </p:nvGrpSpPr>
          <p:grpSpPr>
            <a:xfrm>
              <a:off x="361243" y="-718832"/>
              <a:ext cx="88151" cy="2151709"/>
              <a:chOff x="3054755" y="4367024"/>
              <a:chExt cx="88142" cy="1137387"/>
            </a:xfrm>
          </p:grpSpPr>
          <p:sp>
            <p:nvSpPr>
              <p:cNvPr id="396" name="Google Shape;396;p9"/>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7" name="Google Shape;397;p9"/>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98" name="Google Shape;398;p9"/>
            <p:cNvSpPr/>
            <p:nvPr/>
          </p:nvSpPr>
          <p:spPr>
            <a:xfrm rot="5400000">
              <a:off x="501466" y="-1277128"/>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99" name="Google Shape;399;p9"/>
            <p:cNvGrpSpPr/>
            <p:nvPr/>
          </p:nvGrpSpPr>
          <p:grpSpPr>
            <a:xfrm>
              <a:off x="-175967" y="337269"/>
              <a:ext cx="480890" cy="481200"/>
              <a:chOff x="959750" y="3039275"/>
              <a:chExt cx="582050" cy="582425"/>
            </a:xfrm>
          </p:grpSpPr>
          <p:sp>
            <p:nvSpPr>
              <p:cNvPr id="400" name="Google Shape;400;p9"/>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9"/>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9"/>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9"/>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9"/>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9"/>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9"/>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07" name="Google Shape;407;p9"/>
          <p:cNvGrpSpPr/>
          <p:nvPr/>
        </p:nvGrpSpPr>
        <p:grpSpPr>
          <a:xfrm>
            <a:off x="6719910" y="2898312"/>
            <a:ext cx="3920501" cy="3213899"/>
            <a:chOff x="6643710" y="2822113"/>
            <a:chExt cx="3920501" cy="3213899"/>
          </a:xfrm>
        </p:grpSpPr>
        <p:sp>
          <p:nvSpPr>
            <p:cNvPr id="408" name="Google Shape;408;p9"/>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09" name="Google Shape;409;p9"/>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grpSp>
          <p:nvGrpSpPr>
            <p:cNvPr id="410" name="Google Shape;410;p9"/>
            <p:cNvGrpSpPr/>
            <p:nvPr/>
          </p:nvGrpSpPr>
          <p:grpSpPr>
            <a:xfrm>
              <a:off x="8671987" y="3471620"/>
              <a:ext cx="699928" cy="1651024"/>
              <a:chOff x="8337812" y="3492483"/>
              <a:chExt cx="699928" cy="1651024"/>
            </a:xfrm>
          </p:grpSpPr>
          <p:sp>
            <p:nvSpPr>
              <p:cNvPr id="411" name="Google Shape;411;p9"/>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9"/>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3" name="Google Shape;413;p9"/>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14" name="Google Shape;414;p9"/>
            <p:cNvGrpSpPr/>
            <p:nvPr/>
          </p:nvGrpSpPr>
          <p:grpSpPr>
            <a:xfrm>
              <a:off x="8279400" y="4281138"/>
              <a:ext cx="904666" cy="726121"/>
              <a:chOff x="7945225" y="4302000"/>
              <a:chExt cx="904666" cy="726121"/>
            </a:xfrm>
          </p:grpSpPr>
          <p:sp>
            <p:nvSpPr>
              <p:cNvPr id="415" name="Google Shape;415;p9"/>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6" name="Google Shape;416;p9"/>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7" name="Google Shape;417;p9"/>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18" name="Google Shape;418;p9"/>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9"/>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20" name="Google Shape;420;p9"/>
          <p:cNvGrpSpPr/>
          <p:nvPr/>
        </p:nvGrpSpPr>
        <p:grpSpPr>
          <a:xfrm>
            <a:off x="-1953175" y="4816451"/>
            <a:ext cx="4558967" cy="134100"/>
            <a:chOff x="796100" y="3019701"/>
            <a:chExt cx="4558967" cy="134100"/>
          </a:xfrm>
        </p:grpSpPr>
        <p:sp>
          <p:nvSpPr>
            <p:cNvPr id="421" name="Google Shape;421;p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422" name="Google Shape;422;p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423" name="Google Shape;423;p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24" name="Shape 424"/>
        <p:cNvGrpSpPr/>
        <p:nvPr/>
      </p:nvGrpSpPr>
      <p:grpSpPr>
        <a:xfrm>
          <a:off x="0" y="0"/>
          <a:ext cx="0" cy="0"/>
          <a:chOff x="0" y="0"/>
          <a:chExt cx="0" cy="0"/>
        </a:xfrm>
      </p:grpSpPr>
      <p:sp>
        <p:nvSpPr>
          <p:cNvPr id="425" name="Google Shape;425;p10"/>
          <p:cNvSpPr/>
          <p:nvPr>
            <p:ph idx="2" type="pic"/>
          </p:nvPr>
        </p:nvSpPr>
        <p:spPr>
          <a:xfrm>
            <a:off x="0" y="0"/>
            <a:ext cx="9144000" cy="5143500"/>
          </a:xfrm>
          <a:prstGeom prst="rect">
            <a:avLst/>
          </a:prstGeom>
          <a:noFill/>
          <a:ln>
            <a:noFill/>
          </a:ln>
        </p:spPr>
      </p:sp>
      <p:sp>
        <p:nvSpPr>
          <p:cNvPr id="426" name="Google Shape;426;p10"/>
          <p:cNvSpPr txBox="1"/>
          <p:nvPr>
            <p:ph type="title"/>
          </p:nvPr>
        </p:nvSpPr>
        <p:spPr>
          <a:xfrm>
            <a:off x="720000" y="539500"/>
            <a:ext cx="3672000" cy="932700"/>
          </a:xfrm>
          <a:prstGeom prst="rect">
            <a:avLst/>
          </a:prstGeom>
          <a:solidFill>
            <a:schemeClr val="lt1"/>
          </a:solidFill>
        </p:spPr>
        <p:txBody>
          <a:bodyPr anchorCtr="0" anchor="t" bIns="91425" lIns="91425" spcFirstLastPara="1" rIns="91425" wrap="square" tIns="91425">
            <a:noAutofit/>
          </a:bodyPr>
          <a:lstStyle>
            <a:lvl1pPr lvl="0" rtl="0" algn="ctr">
              <a:spcBef>
                <a:spcPts val="0"/>
              </a:spcBef>
              <a:spcAft>
                <a:spcPts val="0"/>
              </a:spcAft>
              <a:buSzPts val="3000"/>
              <a:buNone/>
              <a:defRPr sz="2500"/>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27" name="Shape 427"/>
        <p:cNvGrpSpPr/>
        <p:nvPr/>
      </p:nvGrpSpPr>
      <p:grpSpPr>
        <a:xfrm>
          <a:off x="0" y="0"/>
          <a:ext cx="0" cy="0"/>
          <a:chOff x="0" y="0"/>
          <a:chExt cx="0" cy="0"/>
        </a:xfrm>
      </p:grpSpPr>
      <p:sp>
        <p:nvSpPr>
          <p:cNvPr id="428" name="Google Shape;428;p11"/>
          <p:cNvSpPr txBox="1"/>
          <p:nvPr>
            <p:ph hasCustomPrompt="1" type="title"/>
          </p:nvPr>
        </p:nvSpPr>
        <p:spPr>
          <a:xfrm>
            <a:off x="713225" y="1766475"/>
            <a:ext cx="6576000" cy="1036200"/>
          </a:xfrm>
          <a:prstGeom prst="rect">
            <a:avLst/>
          </a:prstGeom>
        </p:spPr>
        <p:txBody>
          <a:bodyPr anchorCtr="0" anchor="b" bIns="91425" lIns="91425" spcFirstLastPara="1" rIns="91425" wrap="square" tIns="91425">
            <a:noAutofit/>
          </a:bodyPr>
          <a:lstStyle>
            <a:lvl1pPr lvl="0">
              <a:spcBef>
                <a:spcPts val="0"/>
              </a:spcBef>
              <a:spcAft>
                <a:spcPts val="0"/>
              </a:spcAft>
              <a:buSzPts val="9600"/>
              <a:buFont typeface="Be Vietnam Pro"/>
              <a:buNone/>
              <a:defRPr sz="6000">
                <a:latin typeface="Be Vietnam Pro"/>
                <a:ea typeface="Be Vietnam Pro"/>
                <a:cs typeface="Be Vietnam Pro"/>
                <a:sym typeface="Be Vietnam Pro"/>
              </a:defRPr>
            </a:lvl1pPr>
            <a:lvl2pPr lvl="1" algn="ctr">
              <a:spcBef>
                <a:spcPts val="0"/>
              </a:spcBef>
              <a:spcAft>
                <a:spcPts val="0"/>
              </a:spcAft>
              <a:buSzPts val="9600"/>
              <a:buFont typeface="Be Vietnam Pro"/>
              <a:buNone/>
              <a:defRPr sz="9600">
                <a:latin typeface="Be Vietnam Pro"/>
                <a:ea typeface="Be Vietnam Pro"/>
                <a:cs typeface="Be Vietnam Pro"/>
                <a:sym typeface="Be Vietnam Pro"/>
              </a:defRPr>
            </a:lvl2pPr>
            <a:lvl3pPr lvl="2" algn="ctr">
              <a:spcBef>
                <a:spcPts val="0"/>
              </a:spcBef>
              <a:spcAft>
                <a:spcPts val="0"/>
              </a:spcAft>
              <a:buSzPts val="9600"/>
              <a:buFont typeface="Be Vietnam Pro"/>
              <a:buNone/>
              <a:defRPr sz="9600">
                <a:latin typeface="Be Vietnam Pro"/>
                <a:ea typeface="Be Vietnam Pro"/>
                <a:cs typeface="Be Vietnam Pro"/>
                <a:sym typeface="Be Vietnam Pro"/>
              </a:defRPr>
            </a:lvl3pPr>
            <a:lvl4pPr lvl="3" algn="ctr">
              <a:spcBef>
                <a:spcPts val="0"/>
              </a:spcBef>
              <a:spcAft>
                <a:spcPts val="0"/>
              </a:spcAft>
              <a:buSzPts val="9600"/>
              <a:buFont typeface="Be Vietnam Pro"/>
              <a:buNone/>
              <a:defRPr sz="9600">
                <a:latin typeface="Be Vietnam Pro"/>
                <a:ea typeface="Be Vietnam Pro"/>
                <a:cs typeface="Be Vietnam Pro"/>
                <a:sym typeface="Be Vietnam Pro"/>
              </a:defRPr>
            </a:lvl4pPr>
            <a:lvl5pPr lvl="4" algn="ctr">
              <a:spcBef>
                <a:spcPts val="0"/>
              </a:spcBef>
              <a:spcAft>
                <a:spcPts val="0"/>
              </a:spcAft>
              <a:buSzPts val="9600"/>
              <a:buFont typeface="Be Vietnam Pro"/>
              <a:buNone/>
              <a:defRPr sz="9600">
                <a:latin typeface="Be Vietnam Pro"/>
                <a:ea typeface="Be Vietnam Pro"/>
                <a:cs typeface="Be Vietnam Pro"/>
                <a:sym typeface="Be Vietnam Pro"/>
              </a:defRPr>
            </a:lvl5pPr>
            <a:lvl6pPr lvl="5" algn="ctr">
              <a:spcBef>
                <a:spcPts val="0"/>
              </a:spcBef>
              <a:spcAft>
                <a:spcPts val="0"/>
              </a:spcAft>
              <a:buSzPts val="9600"/>
              <a:buFont typeface="Be Vietnam Pro"/>
              <a:buNone/>
              <a:defRPr sz="9600">
                <a:latin typeface="Be Vietnam Pro"/>
                <a:ea typeface="Be Vietnam Pro"/>
                <a:cs typeface="Be Vietnam Pro"/>
                <a:sym typeface="Be Vietnam Pro"/>
              </a:defRPr>
            </a:lvl6pPr>
            <a:lvl7pPr lvl="6" algn="ctr">
              <a:spcBef>
                <a:spcPts val="0"/>
              </a:spcBef>
              <a:spcAft>
                <a:spcPts val="0"/>
              </a:spcAft>
              <a:buSzPts val="9600"/>
              <a:buFont typeface="Be Vietnam Pro"/>
              <a:buNone/>
              <a:defRPr sz="9600">
                <a:latin typeface="Be Vietnam Pro"/>
                <a:ea typeface="Be Vietnam Pro"/>
                <a:cs typeface="Be Vietnam Pro"/>
                <a:sym typeface="Be Vietnam Pro"/>
              </a:defRPr>
            </a:lvl7pPr>
            <a:lvl8pPr lvl="7" algn="ctr">
              <a:spcBef>
                <a:spcPts val="0"/>
              </a:spcBef>
              <a:spcAft>
                <a:spcPts val="0"/>
              </a:spcAft>
              <a:buSzPts val="9600"/>
              <a:buFont typeface="Be Vietnam Pro"/>
              <a:buNone/>
              <a:defRPr sz="9600">
                <a:latin typeface="Be Vietnam Pro"/>
                <a:ea typeface="Be Vietnam Pro"/>
                <a:cs typeface="Be Vietnam Pro"/>
                <a:sym typeface="Be Vietnam Pro"/>
              </a:defRPr>
            </a:lvl8pPr>
            <a:lvl9pPr lvl="8" algn="ctr">
              <a:spcBef>
                <a:spcPts val="0"/>
              </a:spcBef>
              <a:spcAft>
                <a:spcPts val="0"/>
              </a:spcAft>
              <a:buSzPts val="9600"/>
              <a:buFont typeface="Be Vietnam Pro"/>
              <a:buNone/>
              <a:defRPr sz="9600">
                <a:latin typeface="Be Vietnam Pro"/>
                <a:ea typeface="Be Vietnam Pro"/>
                <a:cs typeface="Be Vietnam Pro"/>
                <a:sym typeface="Be Vietnam Pro"/>
              </a:defRPr>
            </a:lvl9pPr>
          </a:lstStyle>
          <a:p>
            <a:r>
              <a:t>xx%</a:t>
            </a:r>
          </a:p>
        </p:txBody>
      </p:sp>
      <p:sp>
        <p:nvSpPr>
          <p:cNvPr id="429" name="Google Shape;429;p11"/>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SzPts val="1600"/>
              <a:buNone/>
              <a:defRPr sz="1600"/>
            </a:lvl1pPr>
            <a:lvl2pPr lvl="1" rtl="0" algn="ctr">
              <a:lnSpc>
                <a:spcPct val="100000"/>
              </a:lnSpc>
              <a:spcBef>
                <a:spcPts val="0"/>
              </a:spcBef>
              <a:spcAft>
                <a:spcPts val="0"/>
              </a:spcAft>
              <a:buSzPts val="1600"/>
              <a:buNone/>
              <a:defRPr sz="1600"/>
            </a:lvl2pPr>
            <a:lvl3pPr lvl="2" rtl="0" algn="ctr">
              <a:lnSpc>
                <a:spcPct val="100000"/>
              </a:lnSpc>
              <a:spcBef>
                <a:spcPts val="0"/>
              </a:spcBef>
              <a:spcAft>
                <a:spcPts val="0"/>
              </a:spcAft>
              <a:buSzPts val="1600"/>
              <a:buNone/>
              <a:defRPr sz="1600"/>
            </a:lvl3pPr>
            <a:lvl4pPr lvl="3" rtl="0" algn="ctr">
              <a:lnSpc>
                <a:spcPct val="100000"/>
              </a:lnSpc>
              <a:spcBef>
                <a:spcPts val="0"/>
              </a:spcBef>
              <a:spcAft>
                <a:spcPts val="0"/>
              </a:spcAft>
              <a:buSzPts val="1600"/>
              <a:buNone/>
              <a:defRPr sz="1600"/>
            </a:lvl4pPr>
            <a:lvl5pPr lvl="4" rtl="0" algn="ctr">
              <a:lnSpc>
                <a:spcPct val="100000"/>
              </a:lnSpc>
              <a:spcBef>
                <a:spcPts val="0"/>
              </a:spcBef>
              <a:spcAft>
                <a:spcPts val="0"/>
              </a:spcAft>
              <a:buSzPts val="1600"/>
              <a:buNone/>
              <a:defRPr sz="1600"/>
            </a:lvl5pPr>
            <a:lvl6pPr lvl="5" rtl="0" algn="ctr">
              <a:lnSpc>
                <a:spcPct val="100000"/>
              </a:lnSpc>
              <a:spcBef>
                <a:spcPts val="0"/>
              </a:spcBef>
              <a:spcAft>
                <a:spcPts val="0"/>
              </a:spcAft>
              <a:buSzPts val="1600"/>
              <a:buNone/>
              <a:defRPr sz="1600"/>
            </a:lvl6pPr>
            <a:lvl7pPr lvl="6" rtl="0" algn="ctr">
              <a:lnSpc>
                <a:spcPct val="100000"/>
              </a:lnSpc>
              <a:spcBef>
                <a:spcPts val="0"/>
              </a:spcBef>
              <a:spcAft>
                <a:spcPts val="0"/>
              </a:spcAft>
              <a:buSzPts val="1600"/>
              <a:buNone/>
              <a:defRPr sz="1600"/>
            </a:lvl7pPr>
            <a:lvl8pPr lvl="7" rtl="0" algn="ctr">
              <a:lnSpc>
                <a:spcPct val="100000"/>
              </a:lnSpc>
              <a:spcBef>
                <a:spcPts val="0"/>
              </a:spcBef>
              <a:spcAft>
                <a:spcPts val="0"/>
              </a:spcAft>
              <a:buSzPts val="1600"/>
              <a:buNone/>
              <a:defRPr sz="1600"/>
            </a:lvl8pPr>
            <a:lvl9pPr lvl="8" rtl="0" algn="ctr">
              <a:lnSpc>
                <a:spcPct val="100000"/>
              </a:lnSpc>
              <a:spcBef>
                <a:spcPts val="0"/>
              </a:spcBef>
              <a:spcAft>
                <a:spcPts val="0"/>
              </a:spcAft>
              <a:buSzPts val="1600"/>
              <a:buNone/>
              <a:defRPr sz="1600"/>
            </a:lvl9pPr>
          </a:lstStyle>
          <a:p/>
        </p:txBody>
      </p:sp>
      <p:grpSp>
        <p:nvGrpSpPr>
          <p:cNvPr id="430" name="Google Shape;430;p11"/>
          <p:cNvGrpSpPr/>
          <p:nvPr/>
        </p:nvGrpSpPr>
        <p:grpSpPr>
          <a:xfrm>
            <a:off x="-889904" y="4083136"/>
            <a:ext cx="4477057" cy="2336436"/>
            <a:chOff x="-889904" y="4006936"/>
            <a:chExt cx="4477057" cy="2336436"/>
          </a:xfrm>
        </p:grpSpPr>
        <p:grpSp>
          <p:nvGrpSpPr>
            <p:cNvPr id="431" name="Google Shape;431;p11"/>
            <p:cNvGrpSpPr/>
            <p:nvPr/>
          </p:nvGrpSpPr>
          <p:grpSpPr>
            <a:xfrm>
              <a:off x="-889904" y="4006936"/>
              <a:ext cx="4477057" cy="2336436"/>
              <a:chOff x="-900729" y="3974486"/>
              <a:chExt cx="4477057" cy="2336436"/>
            </a:xfrm>
          </p:grpSpPr>
          <p:sp>
            <p:nvSpPr>
              <p:cNvPr id="432" name="Google Shape;432;p11"/>
              <p:cNvSpPr/>
              <p:nvPr/>
            </p:nvSpPr>
            <p:spPr>
              <a:xfrm rot="-3600048">
                <a:off x="-675925" y="4363903"/>
                <a:ext cx="1798609" cy="1557602"/>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1"/>
              <p:cNvSpPr/>
              <p:nvPr/>
            </p:nvSpPr>
            <p:spPr>
              <a:xfrm rot="-5400000">
                <a:off x="891329" y="3148090"/>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434" name="Google Shape;434;p11"/>
              <p:cNvGrpSpPr/>
              <p:nvPr/>
            </p:nvGrpSpPr>
            <p:grpSpPr>
              <a:xfrm>
                <a:off x="63440" y="4608566"/>
                <a:ext cx="496803" cy="497084"/>
                <a:chOff x="3678700" y="407275"/>
                <a:chExt cx="708100" cy="708500"/>
              </a:xfrm>
            </p:grpSpPr>
            <p:sp>
              <p:nvSpPr>
                <p:cNvPr id="435" name="Google Shape;435;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6" name="Google Shape;436;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42" name="Google Shape;442;p11"/>
              <p:cNvGrpSpPr/>
              <p:nvPr/>
            </p:nvGrpSpPr>
            <p:grpSpPr>
              <a:xfrm>
                <a:off x="464815" y="4608566"/>
                <a:ext cx="496803" cy="497084"/>
                <a:chOff x="3678700" y="407275"/>
                <a:chExt cx="708100" cy="708500"/>
              </a:xfrm>
            </p:grpSpPr>
            <p:sp>
              <p:nvSpPr>
                <p:cNvPr id="443" name="Google Shape;443;p1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1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1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1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8" name="Google Shape;448;p1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9" name="Google Shape;449;p1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0" name="Google Shape;450;p11"/>
            <p:cNvGrpSpPr/>
            <p:nvPr/>
          </p:nvGrpSpPr>
          <p:grpSpPr>
            <a:xfrm rot="5400000">
              <a:off x="1017275" y="4934200"/>
              <a:ext cx="439200" cy="439100"/>
              <a:chOff x="1101075" y="2142375"/>
              <a:chExt cx="439200" cy="439100"/>
            </a:xfrm>
          </p:grpSpPr>
          <p:sp>
            <p:nvSpPr>
              <p:cNvPr id="451" name="Google Shape;451;p1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1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53" name="Google Shape;453;p11"/>
          <p:cNvGrpSpPr/>
          <p:nvPr/>
        </p:nvGrpSpPr>
        <p:grpSpPr>
          <a:xfrm>
            <a:off x="-2613417" y="-2882410"/>
            <a:ext cx="8164418" cy="6343459"/>
            <a:chOff x="-2613417" y="-2806210"/>
            <a:chExt cx="8164418" cy="6343459"/>
          </a:xfrm>
        </p:grpSpPr>
        <p:grpSp>
          <p:nvGrpSpPr>
            <p:cNvPr id="454" name="Google Shape;454;p11"/>
            <p:cNvGrpSpPr/>
            <p:nvPr/>
          </p:nvGrpSpPr>
          <p:grpSpPr>
            <a:xfrm>
              <a:off x="-191059" y="95963"/>
              <a:ext cx="1538562" cy="971589"/>
              <a:chOff x="-191059" y="95963"/>
              <a:chExt cx="1538562" cy="971589"/>
            </a:xfrm>
          </p:grpSpPr>
          <p:grpSp>
            <p:nvGrpSpPr>
              <p:cNvPr id="455" name="Google Shape;455;p11"/>
              <p:cNvGrpSpPr/>
              <p:nvPr/>
            </p:nvGrpSpPr>
            <p:grpSpPr>
              <a:xfrm>
                <a:off x="-191059" y="201619"/>
                <a:ext cx="904284" cy="865933"/>
                <a:chOff x="2038491" y="-937756"/>
                <a:chExt cx="904284" cy="865933"/>
              </a:xfrm>
            </p:grpSpPr>
            <p:grpSp>
              <p:nvGrpSpPr>
                <p:cNvPr id="456" name="Google Shape;456;p11"/>
                <p:cNvGrpSpPr/>
                <p:nvPr/>
              </p:nvGrpSpPr>
              <p:grpSpPr>
                <a:xfrm>
                  <a:off x="2096570" y="-863491"/>
                  <a:ext cx="717621" cy="717392"/>
                  <a:chOff x="1483457" y="3953671"/>
                  <a:chExt cx="717621" cy="717392"/>
                </a:xfrm>
              </p:grpSpPr>
              <p:sp>
                <p:nvSpPr>
                  <p:cNvPr id="457" name="Google Shape;457;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9" name="Google Shape;459;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0" name="Google Shape;460;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1" name="Google Shape;461;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62" name="Google Shape;462;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63" name="Google Shape;463;p11"/>
              <p:cNvGrpSpPr/>
              <p:nvPr/>
            </p:nvGrpSpPr>
            <p:grpSpPr>
              <a:xfrm>
                <a:off x="584533" y="95963"/>
                <a:ext cx="473483" cy="453403"/>
                <a:chOff x="2038491" y="-937756"/>
                <a:chExt cx="904284" cy="865933"/>
              </a:xfrm>
            </p:grpSpPr>
            <p:grpSp>
              <p:nvGrpSpPr>
                <p:cNvPr id="464" name="Google Shape;464;p11"/>
                <p:cNvGrpSpPr/>
                <p:nvPr/>
              </p:nvGrpSpPr>
              <p:grpSpPr>
                <a:xfrm>
                  <a:off x="2096570" y="-863491"/>
                  <a:ext cx="717621" cy="717392"/>
                  <a:chOff x="1483457" y="3953671"/>
                  <a:chExt cx="717621" cy="717392"/>
                </a:xfrm>
              </p:grpSpPr>
              <p:sp>
                <p:nvSpPr>
                  <p:cNvPr id="465" name="Google Shape;465;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6" name="Google Shape;466;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9" name="Google Shape;469;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0" name="Google Shape;470;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1" name="Google Shape;471;p11"/>
              <p:cNvGrpSpPr/>
              <p:nvPr/>
            </p:nvGrpSpPr>
            <p:grpSpPr>
              <a:xfrm>
                <a:off x="530445" y="481913"/>
                <a:ext cx="473483" cy="453403"/>
                <a:chOff x="2038491" y="-937756"/>
                <a:chExt cx="904284" cy="865933"/>
              </a:xfrm>
            </p:grpSpPr>
            <p:grpSp>
              <p:nvGrpSpPr>
                <p:cNvPr id="472" name="Google Shape;472;p11"/>
                <p:cNvGrpSpPr/>
                <p:nvPr/>
              </p:nvGrpSpPr>
              <p:grpSpPr>
                <a:xfrm>
                  <a:off x="2096570" y="-863491"/>
                  <a:ext cx="717621" cy="717392"/>
                  <a:chOff x="1483457" y="3953671"/>
                  <a:chExt cx="717621" cy="717392"/>
                </a:xfrm>
              </p:grpSpPr>
              <p:sp>
                <p:nvSpPr>
                  <p:cNvPr id="473" name="Google Shape;473;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5" name="Google Shape;475;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78" name="Google Shape;478;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479" name="Google Shape;479;p11"/>
              <p:cNvGrpSpPr/>
              <p:nvPr/>
            </p:nvGrpSpPr>
            <p:grpSpPr>
              <a:xfrm>
                <a:off x="874020" y="312788"/>
                <a:ext cx="473483" cy="453403"/>
                <a:chOff x="2038491" y="-937756"/>
                <a:chExt cx="904284" cy="865933"/>
              </a:xfrm>
            </p:grpSpPr>
            <p:grpSp>
              <p:nvGrpSpPr>
                <p:cNvPr id="480" name="Google Shape;480;p11"/>
                <p:cNvGrpSpPr/>
                <p:nvPr/>
              </p:nvGrpSpPr>
              <p:grpSpPr>
                <a:xfrm>
                  <a:off x="2096570" y="-863491"/>
                  <a:ext cx="717621" cy="717392"/>
                  <a:chOff x="1483457" y="3953671"/>
                  <a:chExt cx="717621" cy="717392"/>
                </a:xfrm>
              </p:grpSpPr>
              <p:sp>
                <p:nvSpPr>
                  <p:cNvPr id="481" name="Google Shape;481;p11"/>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2" name="Google Shape;482;p11"/>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3" name="Google Shape;483;p11"/>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11"/>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5" name="Google Shape;485;p11"/>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486" name="Google Shape;486;p11"/>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487" name="Google Shape;487;p11"/>
            <p:cNvGrpSpPr/>
            <p:nvPr/>
          </p:nvGrpSpPr>
          <p:grpSpPr>
            <a:xfrm rot="-7479050">
              <a:off x="-2051246" y="-1642948"/>
              <a:ext cx="4889863" cy="3931229"/>
              <a:chOff x="7103825" y="-713112"/>
              <a:chExt cx="3785226" cy="3043150"/>
            </a:xfrm>
          </p:grpSpPr>
          <p:sp>
            <p:nvSpPr>
              <p:cNvPr id="488" name="Google Shape;488;p11"/>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489" name="Google Shape;489;p11"/>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490" name="Google Shape;490;p11"/>
            <p:cNvGrpSpPr/>
            <p:nvPr/>
          </p:nvGrpSpPr>
          <p:grpSpPr>
            <a:xfrm>
              <a:off x="-640220" y="-2653973"/>
              <a:ext cx="6191222" cy="6191222"/>
              <a:chOff x="-640220" y="-2502423"/>
              <a:chExt cx="6191222" cy="6191222"/>
            </a:xfrm>
          </p:grpSpPr>
          <p:sp>
            <p:nvSpPr>
              <p:cNvPr id="491" name="Google Shape;491;p11"/>
              <p:cNvSpPr/>
              <p:nvPr/>
            </p:nvSpPr>
            <p:spPr>
              <a:xfrm rot="-8100000">
                <a:off x="452224" y="-1781500"/>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11"/>
              <p:cNvSpPr/>
              <p:nvPr/>
            </p:nvSpPr>
            <p:spPr>
              <a:xfrm rot="-8100000">
                <a:off x="83608" y="-617740"/>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bg>
      <p:bgPr>
        <a:noFill/>
      </p:bgPr>
    </p:bg>
    <p:spTree>
      <p:nvGrpSpPr>
        <p:cNvPr id="493" name="Shape 493"/>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able of contents">
  <p:cSld name="BLANK_1_1_1_1_1_1">
    <p:spTree>
      <p:nvGrpSpPr>
        <p:cNvPr id="494" name="Shape 494"/>
        <p:cNvGrpSpPr/>
        <p:nvPr/>
      </p:nvGrpSpPr>
      <p:grpSpPr>
        <a:xfrm>
          <a:off x="0" y="0"/>
          <a:ext cx="0" cy="0"/>
          <a:chOff x="0" y="0"/>
          <a:chExt cx="0" cy="0"/>
        </a:xfrm>
      </p:grpSpPr>
      <p:sp>
        <p:nvSpPr>
          <p:cNvPr id="495" name="Google Shape;495;p1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496" name="Google Shape;496;p13"/>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7" name="Google Shape;497;p13"/>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8" name="Google Shape;498;p13"/>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499" name="Google Shape;499;p13"/>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500" name="Google Shape;500;p13"/>
          <p:cNvSpPr txBox="1"/>
          <p:nvPr>
            <p:ph hasCustomPrompt="1" idx="5" type="title"/>
          </p:nvPr>
        </p:nvSpPr>
        <p:spPr>
          <a:xfrm>
            <a:off x="720003"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1" name="Google Shape;501;p13"/>
          <p:cNvSpPr txBox="1"/>
          <p:nvPr>
            <p:ph hasCustomPrompt="1" idx="6" type="title"/>
          </p:nvPr>
        </p:nvSpPr>
        <p:spPr>
          <a:xfrm>
            <a:off x="720003"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2" name="Google Shape;502;p13"/>
          <p:cNvSpPr txBox="1"/>
          <p:nvPr>
            <p:ph hasCustomPrompt="1" idx="7" type="title"/>
          </p:nvPr>
        </p:nvSpPr>
        <p:spPr>
          <a:xfrm>
            <a:off x="4366698" y="1344775"/>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3" name="Google Shape;503;p13"/>
          <p:cNvSpPr txBox="1"/>
          <p:nvPr>
            <p:ph hasCustomPrompt="1" idx="8" type="title"/>
          </p:nvPr>
        </p:nvSpPr>
        <p:spPr>
          <a:xfrm>
            <a:off x="4366698" y="3040971"/>
            <a:ext cx="1057500" cy="640200"/>
          </a:xfrm>
          <a:prstGeom prst="rect">
            <a:avLst/>
          </a:prstGeom>
          <a:noFill/>
        </p:spPr>
        <p:txBody>
          <a:bodyPr anchorCtr="0" anchor="b" bIns="91425" lIns="91425" spcFirstLastPara="1" rIns="91425" wrap="square" tIns="91425">
            <a:noAutofit/>
          </a:bodyPr>
          <a:lstStyle>
            <a:lvl1pPr lvl="0" rtl="0">
              <a:lnSpc>
                <a:spcPct val="115000"/>
              </a:lnSpc>
              <a:spcBef>
                <a:spcPts val="0"/>
              </a:spcBef>
              <a:spcAft>
                <a:spcPts val="0"/>
              </a:spcAft>
              <a:buSzPts val="3000"/>
              <a:buNone/>
              <a:defRPr>
                <a:latin typeface="Be Vietnam Pro"/>
                <a:ea typeface="Be Vietnam Pro"/>
                <a:cs typeface="Be Vietnam Pro"/>
                <a:sym typeface="Be Vietnam Pro"/>
              </a:defRPr>
            </a:lvl1pPr>
            <a:lvl2pPr lvl="1" rtl="0">
              <a:spcBef>
                <a:spcPts val="0"/>
              </a:spcBef>
              <a:spcAft>
                <a:spcPts val="0"/>
              </a:spcAft>
              <a:buSzPts val="3000"/>
              <a:buFont typeface="IBM Plex Mono"/>
              <a:buNone/>
              <a:defRPr sz="3000">
                <a:latin typeface="IBM Plex Mono"/>
                <a:ea typeface="IBM Plex Mono"/>
                <a:cs typeface="IBM Plex Mono"/>
                <a:sym typeface="IBM Plex Mono"/>
              </a:defRPr>
            </a:lvl2pPr>
            <a:lvl3pPr lvl="2" rtl="0">
              <a:spcBef>
                <a:spcPts val="0"/>
              </a:spcBef>
              <a:spcAft>
                <a:spcPts val="0"/>
              </a:spcAft>
              <a:buSzPts val="3000"/>
              <a:buFont typeface="IBM Plex Mono"/>
              <a:buNone/>
              <a:defRPr sz="3000">
                <a:latin typeface="IBM Plex Mono"/>
                <a:ea typeface="IBM Plex Mono"/>
                <a:cs typeface="IBM Plex Mono"/>
                <a:sym typeface="IBM Plex Mono"/>
              </a:defRPr>
            </a:lvl3pPr>
            <a:lvl4pPr lvl="3" rtl="0">
              <a:spcBef>
                <a:spcPts val="0"/>
              </a:spcBef>
              <a:spcAft>
                <a:spcPts val="0"/>
              </a:spcAft>
              <a:buSzPts val="3000"/>
              <a:buFont typeface="IBM Plex Mono"/>
              <a:buNone/>
              <a:defRPr sz="3000">
                <a:latin typeface="IBM Plex Mono"/>
                <a:ea typeface="IBM Plex Mono"/>
                <a:cs typeface="IBM Plex Mono"/>
                <a:sym typeface="IBM Plex Mono"/>
              </a:defRPr>
            </a:lvl4pPr>
            <a:lvl5pPr lvl="4" rtl="0">
              <a:spcBef>
                <a:spcPts val="0"/>
              </a:spcBef>
              <a:spcAft>
                <a:spcPts val="0"/>
              </a:spcAft>
              <a:buSzPts val="3000"/>
              <a:buFont typeface="IBM Plex Mono"/>
              <a:buNone/>
              <a:defRPr sz="3000">
                <a:latin typeface="IBM Plex Mono"/>
                <a:ea typeface="IBM Plex Mono"/>
                <a:cs typeface="IBM Plex Mono"/>
                <a:sym typeface="IBM Plex Mono"/>
              </a:defRPr>
            </a:lvl5pPr>
            <a:lvl6pPr lvl="5" rtl="0">
              <a:spcBef>
                <a:spcPts val="0"/>
              </a:spcBef>
              <a:spcAft>
                <a:spcPts val="0"/>
              </a:spcAft>
              <a:buSzPts val="3000"/>
              <a:buFont typeface="IBM Plex Mono"/>
              <a:buNone/>
              <a:defRPr sz="3000">
                <a:latin typeface="IBM Plex Mono"/>
                <a:ea typeface="IBM Plex Mono"/>
                <a:cs typeface="IBM Plex Mono"/>
                <a:sym typeface="IBM Plex Mono"/>
              </a:defRPr>
            </a:lvl6pPr>
            <a:lvl7pPr lvl="6" rtl="0">
              <a:spcBef>
                <a:spcPts val="0"/>
              </a:spcBef>
              <a:spcAft>
                <a:spcPts val="0"/>
              </a:spcAft>
              <a:buSzPts val="3000"/>
              <a:buFont typeface="IBM Plex Mono"/>
              <a:buNone/>
              <a:defRPr sz="3000">
                <a:latin typeface="IBM Plex Mono"/>
                <a:ea typeface="IBM Plex Mono"/>
                <a:cs typeface="IBM Plex Mono"/>
                <a:sym typeface="IBM Plex Mono"/>
              </a:defRPr>
            </a:lvl7pPr>
            <a:lvl8pPr lvl="7" rtl="0">
              <a:spcBef>
                <a:spcPts val="0"/>
              </a:spcBef>
              <a:spcAft>
                <a:spcPts val="0"/>
              </a:spcAft>
              <a:buSzPts val="3000"/>
              <a:buFont typeface="IBM Plex Mono"/>
              <a:buNone/>
              <a:defRPr sz="3000">
                <a:latin typeface="IBM Plex Mono"/>
                <a:ea typeface="IBM Plex Mono"/>
                <a:cs typeface="IBM Plex Mono"/>
                <a:sym typeface="IBM Plex Mono"/>
              </a:defRPr>
            </a:lvl8pPr>
            <a:lvl9pPr lvl="8" rtl="0">
              <a:spcBef>
                <a:spcPts val="0"/>
              </a:spcBef>
              <a:spcAft>
                <a:spcPts val="0"/>
              </a:spcAft>
              <a:buSzPts val="3000"/>
              <a:buFont typeface="IBM Plex Mono"/>
              <a:buNone/>
              <a:defRPr sz="3000">
                <a:latin typeface="IBM Plex Mono"/>
                <a:ea typeface="IBM Plex Mono"/>
                <a:cs typeface="IBM Plex Mono"/>
                <a:sym typeface="IBM Plex Mono"/>
              </a:defRPr>
            </a:lvl9pPr>
          </a:lstStyle>
          <a:p>
            <a:r>
              <a:t>xx%</a:t>
            </a:r>
          </a:p>
        </p:txBody>
      </p:sp>
      <p:sp>
        <p:nvSpPr>
          <p:cNvPr id="504" name="Google Shape;504;p13"/>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5" name="Google Shape;505;p13"/>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Source Code Pr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2pPr>
            <a:lvl3pPr lvl="2"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3pPr>
            <a:lvl4pPr lvl="3"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4pPr>
            <a:lvl5pPr lvl="4"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5pPr>
            <a:lvl6pPr lvl="5"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6pPr>
            <a:lvl7pPr lvl="6"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7pPr>
            <a:lvl8pPr lvl="7"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8pPr>
            <a:lvl9pPr lvl="8" rtl="0" algn="ctr">
              <a:lnSpc>
                <a:spcPct val="100000"/>
              </a:lnSpc>
              <a:spcBef>
                <a:spcPts val="0"/>
              </a:spcBef>
              <a:spcAft>
                <a:spcPts val="0"/>
              </a:spcAft>
              <a:buSzPts val="2400"/>
              <a:buFont typeface="Source Code Pro"/>
              <a:buNone/>
              <a:defRPr b="1" sz="2400">
                <a:latin typeface="Source Code Pro"/>
                <a:ea typeface="Source Code Pro"/>
                <a:cs typeface="Source Code Pro"/>
                <a:sym typeface="Source Code Pro"/>
              </a:defRPr>
            </a:lvl9pPr>
          </a:lstStyle>
          <a:p/>
        </p:txBody>
      </p:sp>
      <p:sp>
        <p:nvSpPr>
          <p:cNvPr id="506" name="Google Shape;506;p13"/>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507" name="Google Shape;507;p13"/>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19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508" name="Google Shape;508;p13"/>
          <p:cNvGrpSpPr/>
          <p:nvPr/>
        </p:nvGrpSpPr>
        <p:grpSpPr>
          <a:xfrm>
            <a:off x="-808923" y="2711465"/>
            <a:ext cx="2097951" cy="3309497"/>
            <a:chOff x="-656523" y="2711465"/>
            <a:chExt cx="2097951" cy="3309497"/>
          </a:xfrm>
        </p:grpSpPr>
        <p:sp>
          <p:nvSpPr>
            <p:cNvPr id="509" name="Google Shape;509;p13"/>
            <p:cNvSpPr/>
            <p:nvPr/>
          </p:nvSpPr>
          <p:spPr>
            <a:xfrm flipH="1">
              <a:off x="-352474" y="4279466"/>
              <a:ext cx="1139424" cy="986746"/>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10" name="Google Shape;510;p13"/>
            <p:cNvGrpSpPr/>
            <p:nvPr/>
          </p:nvGrpSpPr>
          <p:grpSpPr>
            <a:xfrm>
              <a:off x="323479" y="4682324"/>
              <a:ext cx="328346" cy="328531"/>
              <a:chOff x="3678700" y="407275"/>
              <a:chExt cx="708100" cy="708500"/>
            </a:xfrm>
          </p:grpSpPr>
          <p:sp>
            <p:nvSpPr>
              <p:cNvPr id="511" name="Google Shape;511;p13"/>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2" name="Google Shape;512;p13"/>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3" name="Google Shape;513;p13"/>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4" name="Google Shape;514;p13"/>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5" name="Google Shape;515;p13"/>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6" name="Google Shape;516;p13"/>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17" name="Google Shape;517;p13"/>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18" name="Google Shape;518;p13"/>
            <p:cNvGrpSpPr/>
            <p:nvPr/>
          </p:nvGrpSpPr>
          <p:grpSpPr>
            <a:xfrm>
              <a:off x="-541317" y="2711465"/>
              <a:ext cx="1117945" cy="1598547"/>
              <a:chOff x="-541317" y="2711465"/>
              <a:chExt cx="1117945" cy="1598547"/>
            </a:xfrm>
          </p:grpSpPr>
          <p:sp>
            <p:nvSpPr>
              <p:cNvPr id="519" name="Google Shape;51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0" name="Google Shape;520;p13"/>
              <p:cNvGrpSpPr/>
              <p:nvPr/>
            </p:nvGrpSpPr>
            <p:grpSpPr>
              <a:xfrm>
                <a:off x="442584" y="4120912"/>
                <a:ext cx="134044" cy="134013"/>
                <a:chOff x="1101075" y="2142375"/>
                <a:chExt cx="439200" cy="439100"/>
              </a:xfrm>
            </p:grpSpPr>
            <p:sp>
              <p:nvSpPr>
                <p:cNvPr id="521" name="Google Shape;52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2" name="Google Shape;52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3" name="Google Shape;523;p13"/>
            <p:cNvGrpSpPr/>
            <p:nvPr/>
          </p:nvGrpSpPr>
          <p:grpSpPr>
            <a:xfrm rot="-9080766">
              <a:off x="-341725" y="3731687"/>
              <a:ext cx="1117904" cy="1598488"/>
              <a:chOff x="-541317" y="2711465"/>
              <a:chExt cx="1117945" cy="1598547"/>
            </a:xfrm>
          </p:grpSpPr>
          <p:sp>
            <p:nvSpPr>
              <p:cNvPr id="524" name="Google Shape;524;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25" name="Google Shape;525;p13"/>
              <p:cNvGrpSpPr/>
              <p:nvPr/>
            </p:nvGrpSpPr>
            <p:grpSpPr>
              <a:xfrm>
                <a:off x="442584" y="4120912"/>
                <a:ext cx="134044" cy="134013"/>
                <a:chOff x="1101075" y="2142375"/>
                <a:chExt cx="439200" cy="439100"/>
              </a:xfrm>
            </p:grpSpPr>
            <p:sp>
              <p:nvSpPr>
                <p:cNvPr id="526" name="Google Shape;526;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7" name="Google Shape;527;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528" name="Google Shape;528;p13"/>
            <p:cNvGrpSpPr/>
            <p:nvPr/>
          </p:nvGrpSpPr>
          <p:grpSpPr>
            <a:xfrm rot="10800000">
              <a:off x="323483" y="4422415"/>
              <a:ext cx="1117945" cy="1598547"/>
              <a:chOff x="-541317" y="2711465"/>
              <a:chExt cx="1117945" cy="1598547"/>
            </a:xfrm>
          </p:grpSpPr>
          <p:sp>
            <p:nvSpPr>
              <p:cNvPr id="529" name="Google Shape;529;p13"/>
              <p:cNvSpPr/>
              <p:nvPr/>
            </p:nvSpPr>
            <p:spPr>
              <a:xfrm rot="8999999">
                <a:off x="-132025" y="2659081"/>
                <a:ext cx="246869" cy="1703314"/>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rgbClr val="0C0A9E">
                  <a:alpha val="3136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30" name="Google Shape;530;p13"/>
              <p:cNvGrpSpPr/>
              <p:nvPr/>
            </p:nvGrpSpPr>
            <p:grpSpPr>
              <a:xfrm>
                <a:off x="442584" y="4120912"/>
                <a:ext cx="134044" cy="134013"/>
                <a:chOff x="1101075" y="2142375"/>
                <a:chExt cx="439200" cy="439100"/>
              </a:xfrm>
            </p:grpSpPr>
            <p:sp>
              <p:nvSpPr>
                <p:cNvPr id="531" name="Google Shape;531;p1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2" name="Google Shape;532;p1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37255"/>
                      </a:srgbClr>
                    </a:gs>
                    <a:gs pos="100000">
                      <a:srgbClr val="FFFFFF">
                        <a:alpha val="0"/>
                      </a:srgbClr>
                    </a:gs>
                  </a:gsLst>
                  <a:lin ang="13500032" scaled="0"/>
                </a:gradFill>
                <a:ln>
                  <a:noFill/>
                </a:ln>
                <a:effectLst>
                  <a:outerShdw blurRad="42863" rotWithShape="0" algn="bl" dir="2280000" dist="9525">
                    <a:schemeClr val="lt2"/>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533" name="Google Shape;533;p13"/>
          <p:cNvGrpSpPr/>
          <p:nvPr/>
        </p:nvGrpSpPr>
        <p:grpSpPr>
          <a:xfrm>
            <a:off x="6470875" y="-1735180"/>
            <a:ext cx="4257000" cy="4171657"/>
            <a:chOff x="6394675" y="-1658980"/>
            <a:chExt cx="4257000" cy="4171657"/>
          </a:xfrm>
        </p:grpSpPr>
        <p:grpSp>
          <p:nvGrpSpPr>
            <p:cNvPr id="534" name="Google Shape;534;p13"/>
            <p:cNvGrpSpPr/>
            <p:nvPr/>
          </p:nvGrpSpPr>
          <p:grpSpPr>
            <a:xfrm flipH="1" rot="-2700000">
              <a:off x="7289785" y="-1246897"/>
              <a:ext cx="2552124" cy="3347490"/>
              <a:chOff x="2976325" y="908175"/>
              <a:chExt cx="4028179" cy="5283555"/>
            </a:xfrm>
          </p:grpSpPr>
          <p:sp>
            <p:nvSpPr>
              <p:cNvPr id="535" name="Google Shape;535;p1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6" name="Google Shape;536;p1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38" name="Google Shape;538;p13"/>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9" name="Google Shape;539;p13"/>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40" name="Google Shape;540;p13"/>
          <p:cNvGrpSpPr/>
          <p:nvPr/>
        </p:nvGrpSpPr>
        <p:grpSpPr>
          <a:xfrm>
            <a:off x="-113888" y="229201"/>
            <a:ext cx="1891393" cy="134100"/>
            <a:chOff x="-113888" y="229201"/>
            <a:chExt cx="1891393" cy="134100"/>
          </a:xfrm>
        </p:grpSpPr>
        <p:sp>
          <p:nvSpPr>
            <p:cNvPr id="541" name="Google Shape;541;p13"/>
            <p:cNvSpPr/>
            <p:nvPr/>
          </p:nvSpPr>
          <p:spPr>
            <a:xfrm>
              <a:off x="1643404" y="2292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542" name="Google Shape;542;p13"/>
            <p:cNvCxnSpPr/>
            <p:nvPr/>
          </p:nvCxnSpPr>
          <p:spPr>
            <a:xfrm rot="10800000">
              <a:off x="783712" y="-601348"/>
              <a:ext cx="0" cy="1795200"/>
            </a:xfrm>
            <a:prstGeom prst="straightConnector1">
              <a:avLst/>
            </a:prstGeom>
            <a:noFill/>
            <a:ln cap="flat" cmpd="sng" w="9525">
              <a:solidFill>
                <a:schemeClr val="dk2"/>
              </a:solidFill>
              <a:prstDash val="solid"/>
              <a:round/>
              <a:headEnd len="med" w="med" type="none"/>
              <a:tailEnd len="med" w="med" type="none"/>
            </a:ln>
          </p:spPr>
        </p:cxnSp>
        <p:sp>
          <p:nvSpPr>
            <p:cNvPr id="543" name="Google Shape;543;p13"/>
            <p:cNvSpPr/>
            <p:nvPr/>
          </p:nvSpPr>
          <p:spPr>
            <a:xfrm>
              <a:off x="1673517" y="2593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BLANK_1_1">
    <p:spTree>
      <p:nvGrpSpPr>
        <p:cNvPr id="544" name="Shape 544"/>
        <p:cNvGrpSpPr/>
        <p:nvPr/>
      </p:nvGrpSpPr>
      <p:grpSpPr>
        <a:xfrm>
          <a:off x="0" y="0"/>
          <a:ext cx="0" cy="0"/>
          <a:chOff x="0" y="0"/>
          <a:chExt cx="0" cy="0"/>
        </a:xfrm>
      </p:grpSpPr>
      <p:sp>
        <p:nvSpPr>
          <p:cNvPr id="545" name="Google Shape;545;p14"/>
          <p:cNvSpPr txBox="1"/>
          <p:nvPr>
            <p:ph type="title"/>
          </p:nvPr>
        </p:nvSpPr>
        <p:spPr>
          <a:xfrm>
            <a:off x="713225" y="3349250"/>
            <a:ext cx="6691200" cy="531900"/>
          </a:xfrm>
          <a:prstGeom prst="rect">
            <a:avLst/>
          </a:prstGeom>
        </p:spPr>
        <p:txBody>
          <a:bodyPr anchorCtr="0" anchor="ctr" bIns="91425" lIns="91425" spcFirstLastPara="1" rIns="91425" wrap="square" tIns="91425">
            <a:noAutofit/>
          </a:bodyPr>
          <a:lstStyle>
            <a:lvl1pPr lvl="0" rtl="0">
              <a:lnSpc>
                <a:spcPct val="115000"/>
              </a:lnSpc>
              <a:spcBef>
                <a:spcPts val="0"/>
              </a:spcBef>
              <a:spcAft>
                <a:spcPts val="0"/>
              </a:spcAft>
              <a:buSzPts val="3000"/>
              <a:buNone/>
              <a:defRPr/>
            </a:lvl1pPr>
            <a:lvl2pPr lvl="1" rtl="0" algn="ctr">
              <a:spcBef>
                <a:spcPts val="0"/>
              </a:spcBef>
              <a:spcAft>
                <a:spcPts val="0"/>
              </a:spcAft>
              <a:buSzPts val="3000"/>
              <a:buNone/>
              <a:defRPr sz="3000"/>
            </a:lvl2pPr>
            <a:lvl3pPr lvl="2" rtl="0" algn="ctr">
              <a:spcBef>
                <a:spcPts val="0"/>
              </a:spcBef>
              <a:spcAft>
                <a:spcPts val="0"/>
              </a:spcAft>
              <a:buSzPts val="3000"/>
              <a:buNone/>
              <a:defRPr sz="3000"/>
            </a:lvl3pPr>
            <a:lvl4pPr lvl="3" rtl="0" algn="ctr">
              <a:spcBef>
                <a:spcPts val="0"/>
              </a:spcBef>
              <a:spcAft>
                <a:spcPts val="0"/>
              </a:spcAft>
              <a:buSzPts val="3000"/>
              <a:buNone/>
              <a:defRPr sz="3000"/>
            </a:lvl4pPr>
            <a:lvl5pPr lvl="4" rtl="0" algn="ctr">
              <a:spcBef>
                <a:spcPts val="0"/>
              </a:spcBef>
              <a:spcAft>
                <a:spcPts val="0"/>
              </a:spcAft>
              <a:buSzPts val="3000"/>
              <a:buNone/>
              <a:defRPr sz="3000"/>
            </a:lvl5pPr>
            <a:lvl6pPr lvl="5" rtl="0" algn="ctr">
              <a:spcBef>
                <a:spcPts val="0"/>
              </a:spcBef>
              <a:spcAft>
                <a:spcPts val="0"/>
              </a:spcAft>
              <a:buSzPts val="3000"/>
              <a:buNone/>
              <a:defRPr sz="3000"/>
            </a:lvl6pPr>
            <a:lvl7pPr lvl="6" rtl="0" algn="ctr">
              <a:spcBef>
                <a:spcPts val="0"/>
              </a:spcBef>
              <a:spcAft>
                <a:spcPts val="0"/>
              </a:spcAft>
              <a:buSzPts val="3000"/>
              <a:buNone/>
              <a:defRPr sz="3000"/>
            </a:lvl7pPr>
            <a:lvl8pPr lvl="7" rtl="0" algn="ctr">
              <a:spcBef>
                <a:spcPts val="0"/>
              </a:spcBef>
              <a:spcAft>
                <a:spcPts val="0"/>
              </a:spcAft>
              <a:buSzPts val="3000"/>
              <a:buNone/>
              <a:defRPr sz="3000"/>
            </a:lvl8pPr>
            <a:lvl9pPr lvl="8" rtl="0" algn="ctr">
              <a:spcBef>
                <a:spcPts val="0"/>
              </a:spcBef>
              <a:spcAft>
                <a:spcPts val="0"/>
              </a:spcAft>
              <a:buSzPts val="3000"/>
              <a:buNone/>
              <a:defRPr sz="3000"/>
            </a:lvl9pPr>
          </a:lstStyle>
          <a:p/>
        </p:txBody>
      </p:sp>
      <p:sp>
        <p:nvSpPr>
          <p:cNvPr id="546" name="Google Shape;546;p14"/>
          <p:cNvSpPr txBox="1"/>
          <p:nvPr>
            <p:ph idx="1" type="subTitle"/>
          </p:nvPr>
        </p:nvSpPr>
        <p:spPr>
          <a:xfrm>
            <a:off x="713225" y="1511313"/>
            <a:ext cx="6691200" cy="1478400"/>
          </a:xfrm>
          <a:prstGeom prst="rect">
            <a:avLst/>
          </a:prstGeom>
        </p:spPr>
        <p:txBody>
          <a:bodyPr anchorCtr="0" anchor="ctr" bIns="91425" lIns="91425" spcFirstLastPara="1" rIns="91425" wrap="square" tIns="91425">
            <a:noAutofit/>
          </a:bodyPr>
          <a:lstStyle>
            <a:lvl1pPr lvl="0" rtl="0">
              <a:spcBef>
                <a:spcPts val="0"/>
              </a:spcBef>
              <a:spcAft>
                <a:spcPts val="0"/>
              </a:spcAft>
              <a:buSzPts val="3000"/>
              <a:buNone/>
              <a:defRPr sz="2800"/>
            </a:lvl1pPr>
            <a:lvl2pPr lvl="1" rtl="0" algn="ctr">
              <a:lnSpc>
                <a:spcPct val="100000"/>
              </a:lnSpc>
              <a:spcBef>
                <a:spcPts val="0"/>
              </a:spcBef>
              <a:spcAft>
                <a:spcPts val="0"/>
              </a:spcAft>
              <a:buSzPts val="3000"/>
              <a:buNone/>
              <a:defRPr sz="3000"/>
            </a:lvl2pPr>
            <a:lvl3pPr lvl="2" rtl="0" algn="ctr">
              <a:lnSpc>
                <a:spcPct val="100000"/>
              </a:lnSpc>
              <a:spcBef>
                <a:spcPts val="0"/>
              </a:spcBef>
              <a:spcAft>
                <a:spcPts val="0"/>
              </a:spcAft>
              <a:buSzPts val="3000"/>
              <a:buNone/>
              <a:defRPr sz="3000"/>
            </a:lvl3pPr>
            <a:lvl4pPr lvl="3" rtl="0" algn="ctr">
              <a:lnSpc>
                <a:spcPct val="100000"/>
              </a:lnSpc>
              <a:spcBef>
                <a:spcPts val="0"/>
              </a:spcBef>
              <a:spcAft>
                <a:spcPts val="0"/>
              </a:spcAft>
              <a:buSzPts val="3000"/>
              <a:buNone/>
              <a:defRPr sz="3000"/>
            </a:lvl4pPr>
            <a:lvl5pPr lvl="4" rtl="0" algn="ctr">
              <a:lnSpc>
                <a:spcPct val="100000"/>
              </a:lnSpc>
              <a:spcBef>
                <a:spcPts val="0"/>
              </a:spcBef>
              <a:spcAft>
                <a:spcPts val="0"/>
              </a:spcAft>
              <a:buSzPts val="3000"/>
              <a:buNone/>
              <a:defRPr sz="3000"/>
            </a:lvl5pPr>
            <a:lvl6pPr lvl="5" rtl="0" algn="ctr">
              <a:lnSpc>
                <a:spcPct val="100000"/>
              </a:lnSpc>
              <a:spcBef>
                <a:spcPts val="0"/>
              </a:spcBef>
              <a:spcAft>
                <a:spcPts val="0"/>
              </a:spcAft>
              <a:buSzPts val="3000"/>
              <a:buNone/>
              <a:defRPr sz="3000"/>
            </a:lvl6pPr>
            <a:lvl7pPr lvl="6" rtl="0" algn="ctr">
              <a:lnSpc>
                <a:spcPct val="100000"/>
              </a:lnSpc>
              <a:spcBef>
                <a:spcPts val="0"/>
              </a:spcBef>
              <a:spcAft>
                <a:spcPts val="0"/>
              </a:spcAft>
              <a:buSzPts val="3000"/>
              <a:buNone/>
              <a:defRPr sz="3000"/>
            </a:lvl7pPr>
            <a:lvl8pPr lvl="7" rtl="0" algn="ctr">
              <a:lnSpc>
                <a:spcPct val="100000"/>
              </a:lnSpc>
              <a:spcBef>
                <a:spcPts val="0"/>
              </a:spcBef>
              <a:spcAft>
                <a:spcPts val="0"/>
              </a:spcAft>
              <a:buSzPts val="3000"/>
              <a:buNone/>
              <a:defRPr sz="3000"/>
            </a:lvl8pPr>
            <a:lvl9pPr lvl="8" rtl="0" algn="ctr">
              <a:lnSpc>
                <a:spcPct val="100000"/>
              </a:lnSpc>
              <a:spcBef>
                <a:spcPts val="0"/>
              </a:spcBef>
              <a:spcAft>
                <a:spcPts val="0"/>
              </a:spcAft>
              <a:buSzPts val="3000"/>
              <a:buNone/>
              <a:defRPr sz="3000"/>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CUSTOM_10">
    <p:spTree>
      <p:nvGrpSpPr>
        <p:cNvPr id="547" name="Shape 547"/>
        <p:cNvGrpSpPr/>
        <p:nvPr/>
      </p:nvGrpSpPr>
      <p:grpSpPr>
        <a:xfrm>
          <a:off x="0" y="0"/>
          <a:ext cx="0" cy="0"/>
          <a:chOff x="0" y="0"/>
          <a:chExt cx="0" cy="0"/>
        </a:xfrm>
      </p:grpSpPr>
      <p:sp>
        <p:nvSpPr>
          <p:cNvPr id="548" name="Google Shape;548;p1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549" name="Google Shape;549;p15"/>
          <p:cNvGrpSpPr/>
          <p:nvPr/>
        </p:nvGrpSpPr>
        <p:grpSpPr>
          <a:xfrm>
            <a:off x="4967675" y="4931713"/>
            <a:ext cx="439200" cy="439100"/>
            <a:chOff x="1101075" y="2142375"/>
            <a:chExt cx="439200" cy="439100"/>
          </a:xfrm>
        </p:grpSpPr>
        <p:sp>
          <p:nvSpPr>
            <p:cNvPr id="550" name="Google Shape;550;p1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1" name="Google Shape;551;p1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52" name="Google Shape;552;p15"/>
          <p:cNvGrpSpPr/>
          <p:nvPr/>
        </p:nvGrpSpPr>
        <p:grpSpPr>
          <a:xfrm>
            <a:off x="2176605" y="-3695660"/>
            <a:ext cx="7317722" cy="6983297"/>
            <a:chOff x="2100405" y="-3619460"/>
            <a:chExt cx="7317722" cy="6983297"/>
          </a:xfrm>
        </p:grpSpPr>
        <p:sp>
          <p:nvSpPr>
            <p:cNvPr id="553" name="Google Shape;553;p15"/>
            <p:cNvSpPr/>
            <p:nvPr/>
          </p:nvSpPr>
          <p:spPr>
            <a:xfrm flipH="1" rot="8100000">
              <a:off x="3778999" y="-2106462"/>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54" name="Google Shape;554;p15"/>
            <p:cNvGrpSpPr/>
            <p:nvPr/>
          </p:nvGrpSpPr>
          <p:grpSpPr>
            <a:xfrm rot="2700000">
              <a:off x="7787417" y="120497"/>
              <a:ext cx="582044" cy="582419"/>
              <a:chOff x="959750" y="3039275"/>
              <a:chExt cx="582050" cy="582425"/>
            </a:xfrm>
          </p:grpSpPr>
          <p:sp>
            <p:nvSpPr>
              <p:cNvPr id="555" name="Google Shape;555;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6" name="Google Shape;556;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7" name="Google Shape;557;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8" name="Google Shape;558;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59" name="Google Shape;559;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0" name="Google Shape;560;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1" name="Google Shape;561;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62" name="Google Shape;562;p15"/>
            <p:cNvGrpSpPr/>
            <p:nvPr/>
          </p:nvGrpSpPr>
          <p:grpSpPr>
            <a:xfrm rot="2700000">
              <a:off x="8310742" y="-75303"/>
              <a:ext cx="582044" cy="582419"/>
              <a:chOff x="959750" y="3039275"/>
              <a:chExt cx="582050" cy="582425"/>
            </a:xfrm>
          </p:grpSpPr>
          <p:sp>
            <p:nvSpPr>
              <p:cNvPr id="563" name="Google Shape;563;p1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4" name="Google Shape;564;p1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5" name="Google Shape;565;p1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Google Shape;566;p1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7" name="Google Shape;567;p1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8" name="Google Shape;568;p1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9" name="Google Shape;569;p1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70" name="Google Shape;570;p15"/>
            <p:cNvSpPr/>
            <p:nvPr/>
          </p:nvSpPr>
          <p:spPr>
            <a:xfrm rot="5400000">
              <a:off x="8142048" y="-57566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1" name="Google Shape;571;p15"/>
            <p:cNvSpPr/>
            <p:nvPr/>
          </p:nvSpPr>
          <p:spPr>
            <a:xfrm rot="10800000">
              <a:off x="8365398" y="-290023"/>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2" name="Google Shape;572;p15"/>
            <p:cNvSpPr/>
            <p:nvPr/>
          </p:nvSpPr>
          <p:spPr>
            <a:xfrm rot="10800000">
              <a:off x="8490148" y="2"/>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3" name="Google Shape;573;p15"/>
            <p:cNvSpPr/>
            <p:nvPr/>
          </p:nvSpPr>
          <p:spPr>
            <a:xfrm flipH="1" rot="-2700000">
              <a:off x="3192849" y="-2898537"/>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74" name="Google Shape;574;p15"/>
          <p:cNvGrpSpPr/>
          <p:nvPr/>
        </p:nvGrpSpPr>
        <p:grpSpPr>
          <a:xfrm>
            <a:off x="-2424242" y="2074146"/>
            <a:ext cx="6274943" cy="6257753"/>
            <a:chOff x="-2447692" y="2022396"/>
            <a:chExt cx="6274943" cy="6257753"/>
          </a:xfrm>
        </p:grpSpPr>
        <p:grpSp>
          <p:nvGrpSpPr>
            <p:cNvPr id="575" name="Google Shape;575;p15"/>
            <p:cNvGrpSpPr/>
            <p:nvPr/>
          </p:nvGrpSpPr>
          <p:grpSpPr>
            <a:xfrm flipH="1" rot="10800000">
              <a:off x="-25334" y="4406387"/>
              <a:ext cx="1538562" cy="971589"/>
              <a:chOff x="-191059" y="95963"/>
              <a:chExt cx="1538562" cy="971589"/>
            </a:xfrm>
          </p:grpSpPr>
          <p:grpSp>
            <p:nvGrpSpPr>
              <p:cNvPr id="576" name="Google Shape;576;p15"/>
              <p:cNvGrpSpPr/>
              <p:nvPr/>
            </p:nvGrpSpPr>
            <p:grpSpPr>
              <a:xfrm>
                <a:off x="-191059" y="201619"/>
                <a:ext cx="904284" cy="865933"/>
                <a:chOff x="2038491" y="-937756"/>
                <a:chExt cx="904284" cy="865933"/>
              </a:xfrm>
            </p:grpSpPr>
            <p:grpSp>
              <p:nvGrpSpPr>
                <p:cNvPr id="577" name="Google Shape;577;p15"/>
                <p:cNvGrpSpPr/>
                <p:nvPr/>
              </p:nvGrpSpPr>
              <p:grpSpPr>
                <a:xfrm>
                  <a:off x="2096570" y="-863491"/>
                  <a:ext cx="717621" cy="717392"/>
                  <a:chOff x="1483457" y="3953671"/>
                  <a:chExt cx="717621" cy="717392"/>
                </a:xfrm>
              </p:grpSpPr>
              <p:sp>
                <p:nvSpPr>
                  <p:cNvPr id="578" name="Google Shape;578;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79" name="Google Shape;579;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0" name="Google Shape;580;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1" name="Google Shape;581;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2" name="Google Shape;582;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83" name="Google Shape;583;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84" name="Google Shape;584;p15"/>
              <p:cNvGrpSpPr/>
              <p:nvPr/>
            </p:nvGrpSpPr>
            <p:grpSpPr>
              <a:xfrm>
                <a:off x="584533" y="95963"/>
                <a:ext cx="473483" cy="453403"/>
                <a:chOff x="2038491" y="-937756"/>
                <a:chExt cx="904284" cy="865933"/>
              </a:xfrm>
            </p:grpSpPr>
            <p:grpSp>
              <p:nvGrpSpPr>
                <p:cNvPr id="585" name="Google Shape;585;p15"/>
                <p:cNvGrpSpPr/>
                <p:nvPr/>
              </p:nvGrpSpPr>
              <p:grpSpPr>
                <a:xfrm>
                  <a:off x="2096570" y="-863491"/>
                  <a:ext cx="717621" cy="717392"/>
                  <a:chOff x="1483457" y="3953671"/>
                  <a:chExt cx="717621" cy="717392"/>
                </a:xfrm>
              </p:grpSpPr>
              <p:sp>
                <p:nvSpPr>
                  <p:cNvPr id="586" name="Google Shape;586;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7" name="Google Shape;587;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8" name="Google Shape;588;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9" name="Google Shape;589;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0" name="Google Shape;590;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1" name="Google Shape;591;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592" name="Google Shape;592;p15"/>
              <p:cNvGrpSpPr/>
              <p:nvPr/>
            </p:nvGrpSpPr>
            <p:grpSpPr>
              <a:xfrm>
                <a:off x="530445" y="481913"/>
                <a:ext cx="473483" cy="453403"/>
                <a:chOff x="2038491" y="-937756"/>
                <a:chExt cx="904284" cy="865933"/>
              </a:xfrm>
            </p:grpSpPr>
            <p:grpSp>
              <p:nvGrpSpPr>
                <p:cNvPr id="593" name="Google Shape;593;p15"/>
                <p:cNvGrpSpPr/>
                <p:nvPr/>
              </p:nvGrpSpPr>
              <p:grpSpPr>
                <a:xfrm>
                  <a:off x="2096570" y="-863491"/>
                  <a:ext cx="717621" cy="717392"/>
                  <a:chOff x="1483457" y="3953671"/>
                  <a:chExt cx="717621" cy="717392"/>
                </a:xfrm>
              </p:grpSpPr>
              <p:sp>
                <p:nvSpPr>
                  <p:cNvPr id="594" name="Google Shape;594;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5" name="Google Shape;595;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6" name="Google Shape;596;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7" name="Google Shape;597;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8" name="Google Shape;598;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599" name="Google Shape;599;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00" name="Google Shape;600;p15"/>
              <p:cNvGrpSpPr/>
              <p:nvPr/>
            </p:nvGrpSpPr>
            <p:grpSpPr>
              <a:xfrm>
                <a:off x="874020" y="312788"/>
                <a:ext cx="473483" cy="453403"/>
                <a:chOff x="2038491" y="-937756"/>
                <a:chExt cx="904284" cy="865933"/>
              </a:xfrm>
            </p:grpSpPr>
            <p:grpSp>
              <p:nvGrpSpPr>
                <p:cNvPr id="601" name="Google Shape;601;p15"/>
                <p:cNvGrpSpPr/>
                <p:nvPr/>
              </p:nvGrpSpPr>
              <p:grpSpPr>
                <a:xfrm>
                  <a:off x="2096570" y="-863491"/>
                  <a:ext cx="717621" cy="717392"/>
                  <a:chOff x="1483457" y="3953671"/>
                  <a:chExt cx="717621" cy="717392"/>
                </a:xfrm>
              </p:grpSpPr>
              <p:sp>
                <p:nvSpPr>
                  <p:cNvPr id="602" name="Google Shape;602;p15"/>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3" name="Google Shape;603;p15"/>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Google Shape;604;p15"/>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5" name="Google Shape;605;p15"/>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p15"/>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chemeClr val="lt1">
                          <a:alpha val="46820"/>
                        </a:schemeClr>
                      </a:gs>
                      <a:gs pos="22000">
                        <a:schemeClr val="lt1">
                          <a:alpha val="46820"/>
                        </a:schemeClr>
                      </a:gs>
                      <a:gs pos="45000">
                        <a:srgbClr val="FFFFFF">
                          <a:alpha val="0"/>
                          <a:alpha val="46820"/>
                        </a:srgbClr>
                      </a:gs>
                      <a:gs pos="100000">
                        <a:srgbClr val="0C0A9E">
                          <a:alpha val="50196"/>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07" name="Google Shape;607;p15"/>
                <p:cNvSpPr/>
                <p:nvPr/>
              </p:nvSpPr>
              <p:spPr>
                <a:xfrm>
                  <a:off x="2038491" y="-937756"/>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08" name="Google Shape;608;p15"/>
            <p:cNvGrpSpPr/>
            <p:nvPr/>
          </p:nvGrpSpPr>
          <p:grpSpPr>
            <a:xfrm flipH="1" rot="-3320950">
              <a:off x="-1885521" y="3185658"/>
              <a:ext cx="4889863" cy="3931229"/>
              <a:chOff x="7103825" y="-713112"/>
              <a:chExt cx="3785226" cy="3043150"/>
            </a:xfrm>
          </p:grpSpPr>
          <p:sp>
            <p:nvSpPr>
              <p:cNvPr id="609" name="Google Shape;609;p15"/>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610" name="Google Shape;610;p15"/>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sp>
          <p:nvSpPr>
            <p:cNvPr id="611" name="Google Shape;611;p15"/>
            <p:cNvSpPr/>
            <p:nvPr/>
          </p:nvSpPr>
          <p:spPr>
            <a:xfrm flipH="1" rot="-2700000">
              <a:off x="249333" y="3270782"/>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12" name="Google Shape;612;p15"/>
            <p:cNvGrpSpPr/>
            <p:nvPr/>
          </p:nvGrpSpPr>
          <p:grpSpPr>
            <a:xfrm rot="5400000">
              <a:off x="1987130" y="4230949"/>
              <a:ext cx="88142" cy="1137387"/>
              <a:chOff x="3054755" y="4367024"/>
              <a:chExt cx="88142" cy="1137387"/>
            </a:xfrm>
          </p:grpSpPr>
          <p:sp>
            <p:nvSpPr>
              <p:cNvPr id="613" name="Google Shape;613;p15"/>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p15"/>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2">
  <p:cSld name="CUSTOM_10_1">
    <p:spTree>
      <p:nvGrpSpPr>
        <p:cNvPr id="615" name="Shape 615"/>
        <p:cNvGrpSpPr/>
        <p:nvPr/>
      </p:nvGrpSpPr>
      <p:grpSpPr>
        <a:xfrm>
          <a:off x="0" y="0"/>
          <a:ext cx="0" cy="0"/>
          <a:chOff x="0" y="0"/>
          <a:chExt cx="0" cy="0"/>
        </a:xfrm>
      </p:grpSpPr>
      <p:sp>
        <p:nvSpPr>
          <p:cNvPr id="616" name="Google Shape;616;p1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17" name="Google Shape;617;p16"/>
          <p:cNvGrpSpPr/>
          <p:nvPr/>
        </p:nvGrpSpPr>
        <p:grpSpPr>
          <a:xfrm>
            <a:off x="7810267" y="-622132"/>
            <a:ext cx="2587792" cy="2725916"/>
            <a:chOff x="7810267" y="-622132"/>
            <a:chExt cx="2587792" cy="2725916"/>
          </a:xfrm>
        </p:grpSpPr>
        <p:grpSp>
          <p:nvGrpSpPr>
            <p:cNvPr id="618" name="Google Shape;618;p16"/>
            <p:cNvGrpSpPr/>
            <p:nvPr/>
          </p:nvGrpSpPr>
          <p:grpSpPr>
            <a:xfrm>
              <a:off x="8520988" y="-90875"/>
              <a:ext cx="904666" cy="726121"/>
              <a:chOff x="7945225" y="4302000"/>
              <a:chExt cx="904666" cy="726121"/>
            </a:xfrm>
          </p:grpSpPr>
          <p:sp>
            <p:nvSpPr>
              <p:cNvPr id="619" name="Google Shape;619;p16"/>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0" name="Google Shape;620;p16"/>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1" name="Google Shape;621;p16"/>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2" name="Google Shape;622;p16"/>
            <p:cNvGrpSpPr/>
            <p:nvPr/>
          </p:nvGrpSpPr>
          <p:grpSpPr>
            <a:xfrm>
              <a:off x="8869019" y="-622132"/>
              <a:ext cx="325154" cy="1788670"/>
              <a:chOff x="8869019" y="-622132"/>
              <a:chExt cx="325154" cy="1788670"/>
            </a:xfrm>
          </p:grpSpPr>
          <p:sp>
            <p:nvSpPr>
              <p:cNvPr id="623" name="Google Shape;623;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dk2">
                      <a:alpha val="31360"/>
                    </a:schemeClr>
                  </a:gs>
                  <a:gs pos="100000">
                    <a:srgbClr val="FFFFFF">
                      <a:alpha val="0"/>
                      <a:alpha val="3136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24" name="Google Shape;624;p16"/>
              <p:cNvGrpSpPr/>
              <p:nvPr/>
            </p:nvGrpSpPr>
            <p:grpSpPr>
              <a:xfrm rot="1800062">
                <a:off x="9035610" y="1007995"/>
                <a:ext cx="134040" cy="134009"/>
                <a:chOff x="1101075" y="2142375"/>
                <a:chExt cx="439200" cy="439100"/>
              </a:xfrm>
            </p:grpSpPr>
            <p:sp>
              <p:nvSpPr>
                <p:cNvPr id="625" name="Google Shape;625;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6" name="Google Shape;626;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627" name="Google Shape;627;p16"/>
            <p:cNvSpPr/>
            <p:nvPr/>
          </p:nvSpPr>
          <p:spPr>
            <a:xfrm rot="2700000">
              <a:off x="8482428" y="-42254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8" name="Google Shape;628;p16"/>
            <p:cNvSpPr/>
            <p:nvPr/>
          </p:nvSpPr>
          <p:spPr>
            <a:xfrm rot="2700000">
              <a:off x="8744103" y="-213191"/>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29" name="Google Shape;629;p16"/>
          <p:cNvGrpSpPr/>
          <p:nvPr/>
        </p:nvGrpSpPr>
        <p:grpSpPr>
          <a:xfrm>
            <a:off x="8332551" y="-7"/>
            <a:ext cx="2386151" cy="3293873"/>
            <a:chOff x="8256351" y="-7"/>
            <a:chExt cx="2386151" cy="3293873"/>
          </a:xfrm>
        </p:grpSpPr>
        <p:pic>
          <p:nvPicPr>
            <p:cNvPr id="630" name="Google Shape;630;p16"/>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631" name="Google Shape;631;p16"/>
            <p:cNvGrpSpPr/>
            <p:nvPr/>
          </p:nvGrpSpPr>
          <p:grpSpPr>
            <a:xfrm rot="10800000">
              <a:off x="8452444" y="-7"/>
              <a:ext cx="325154" cy="1788670"/>
              <a:chOff x="8869019" y="-622132"/>
              <a:chExt cx="325154" cy="1788670"/>
            </a:xfrm>
          </p:grpSpPr>
          <p:sp>
            <p:nvSpPr>
              <p:cNvPr id="632" name="Google Shape;632;p16"/>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chemeClr val="lt2">
                      <a:alpha val="31360"/>
                    </a:schemeClr>
                  </a:gs>
                  <a:gs pos="40000">
                    <a:srgbClr val="FF9900">
                      <a:alpha val="40784"/>
                      <a:alpha val="31360"/>
                    </a:srgbClr>
                  </a:gs>
                  <a:gs pos="100000">
                    <a:srgbClr val="FFFFFF">
                      <a:alpha val="0"/>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33" name="Google Shape;633;p16"/>
              <p:cNvGrpSpPr/>
              <p:nvPr/>
            </p:nvGrpSpPr>
            <p:grpSpPr>
              <a:xfrm rot="1800062">
                <a:off x="9035610" y="1007995"/>
                <a:ext cx="134040" cy="134009"/>
                <a:chOff x="1101075" y="2142375"/>
                <a:chExt cx="439200" cy="439100"/>
              </a:xfrm>
            </p:grpSpPr>
            <p:sp>
              <p:nvSpPr>
                <p:cNvPr id="634" name="Google Shape;634;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5" name="Google Shape;635;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636" name="Google Shape;636;p16"/>
          <p:cNvGrpSpPr/>
          <p:nvPr/>
        </p:nvGrpSpPr>
        <p:grpSpPr>
          <a:xfrm>
            <a:off x="-213525" y="171225"/>
            <a:ext cx="439200" cy="439100"/>
            <a:chOff x="1101075" y="2142375"/>
            <a:chExt cx="439200" cy="439100"/>
          </a:xfrm>
        </p:grpSpPr>
        <p:sp>
          <p:nvSpPr>
            <p:cNvPr id="637" name="Google Shape;637;p1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8" name="Google Shape;638;p1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39" name="Google Shape;639;p16"/>
          <p:cNvGrpSpPr/>
          <p:nvPr/>
        </p:nvGrpSpPr>
        <p:grpSpPr>
          <a:xfrm>
            <a:off x="-1262974" y="3161328"/>
            <a:ext cx="4822591" cy="2934500"/>
            <a:chOff x="-1186774" y="3161328"/>
            <a:chExt cx="4822591" cy="2934500"/>
          </a:xfrm>
        </p:grpSpPr>
        <p:pic>
          <p:nvPicPr>
            <p:cNvPr id="640" name="Google Shape;640;p16"/>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641" name="Google Shape;641;p16"/>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42" name="Google Shape;642;p16"/>
            <p:cNvGrpSpPr/>
            <p:nvPr/>
          </p:nvGrpSpPr>
          <p:grpSpPr>
            <a:xfrm>
              <a:off x="58899" y="4608583"/>
              <a:ext cx="604346" cy="657081"/>
              <a:chOff x="58899" y="4608583"/>
              <a:chExt cx="604346" cy="657081"/>
            </a:xfrm>
          </p:grpSpPr>
          <p:grpSp>
            <p:nvGrpSpPr>
              <p:cNvPr id="643" name="Google Shape;643;p16"/>
              <p:cNvGrpSpPr/>
              <p:nvPr/>
            </p:nvGrpSpPr>
            <p:grpSpPr>
              <a:xfrm rot="10800000">
                <a:off x="58899" y="4608583"/>
                <a:ext cx="328346" cy="328531"/>
                <a:chOff x="3678700" y="407275"/>
                <a:chExt cx="708100" cy="708500"/>
              </a:xfrm>
            </p:grpSpPr>
            <p:sp>
              <p:nvSpPr>
                <p:cNvPr id="644" name="Google Shape;644;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5" name="Google Shape;645;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6" name="Google Shape;646;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7" name="Google Shape;647;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8" name="Google Shape;648;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0" name="Google Shape;650;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1" name="Google Shape;651;p16"/>
              <p:cNvGrpSpPr/>
              <p:nvPr/>
            </p:nvGrpSpPr>
            <p:grpSpPr>
              <a:xfrm rot="10800000">
                <a:off x="334899" y="4608583"/>
                <a:ext cx="328346" cy="328531"/>
                <a:chOff x="3678700" y="407275"/>
                <a:chExt cx="708100" cy="708500"/>
              </a:xfrm>
            </p:grpSpPr>
            <p:sp>
              <p:nvSpPr>
                <p:cNvPr id="652" name="Google Shape;652;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3" name="Google Shape;653;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4" name="Google Shape;654;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6" name="Google Shape;656;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7" name="Google Shape;657;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59" name="Google Shape;659;p16"/>
              <p:cNvGrpSpPr/>
              <p:nvPr/>
            </p:nvGrpSpPr>
            <p:grpSpPr>
              <a:xfrm rot="10800000">
                <a:off x="282574" y="4937133"/>
                <a:ext cx="328346" cy="328531"/>
                <a:chOff x="3678700" y="407275"/>
                <a:chExt cx="708100" cy="708500"/>
              </a:xfrm>
            </p:grpSpPr>
            <p:sp>
              <p:nvSpPr>
                <p:cNvPr id="660" name="Google Shape;660;p16"/>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6"/>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2" name="Google Shape;662;p16"/>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3" name="Google Shape;663;p16"/>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6"/>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5" name="Google Shape;665;p16"/>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6" name="Google Shape;666;p16"/>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67" name="Google Shape;667;p16"/>
            <p:cNvGrpSpPr/>
            <p:nvPr/>
          </p:nvGrpSpPr>
          <p:grpSpPr>
            <a:xfrm>
              <a:off x="-923150" y="4796551"/>
              <a:ext cx="4558967" cy="134100"/>
              <a:chOff x="796100" y="3019701"/>
              <a:chExt cx="4558967" cy="134100"/>
            </a:xfrm>
          </p:grpSpPr>
          <p:sp>
            <p:nvSpPr>
              <p:cNvPr id="668" name="Google Shape;668;p16"/>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669" name="Google Shape;669;p16"/>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670" name="Google Shape;670;p16"/>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3">
  <p:cSld name="CUSTOM_10_1_1">
    <p:spTree>
      <p:nvGrpSpPr>
        <p:cNvPr id="671" name="Shape 671"/>
        <p:cNvGrpSpPr/>
        <p:nvPr/>
      </p:nvGrpSpPr>
      <p:grpSpPr>
        <a:xfrm>
          <a:off x="0" y="0"/>
          <a:ext cx="0" cy="0"/>
          <a:chOff x="0" y="0"/>
          <a:chExt cx="0" cy="0"/>
        </a:xfrm>
      </p:grpSpPr>
      <p:sp>
        <p:nvSpPr>
          <p:cNvPr id="672" name="Google Shape;672;p1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673" name="Google Shape;673;p17"/>
          <p:cNvGrpSpPr/>
          <p:nvPr/>
        </p:nvGrpSpPr>
        <p:grpSpPr>
          <a:xfrm>
            <a:off x="-2176650" y="-112745"/>
            <a:ext cx="4680670" cy="5935195"/>
            <a:chOff x="-2176650" y="-112745"/>
            <a:chExt cx="4680670" cy="5935195"/>
          </a:xfrm>
        </p:grpSpPr>
        <p:grpSp>
          <p:nvGrpSpPr>
            <p:cNvPr id="674" name="Google Shape;674;p17"/>
            <p:cNvGrpSpPr/>
            <p:nvPr/>
          </p:nvGrpSpPr>
          <p:grpSpPr>
            <a:xfrm>
              <a:off x="-2176650" y="-112745"/>
              <a:ext cx="4680670" cy="5935195"/>
              <a:chOff x="-2176650" y="-112745"/>
              <a:chExt cx="4680670" cy="5935195"/>
            </a:xfrm>
          </p:grpSpPr>
          <p:sp>
            <p:nvSpPr>
              <p:cNvPr id="675" name="Google Shape;675;p17"/>
              <p:cNvSpPr/>
              <p:nvPr/>
            </p:nvSpPr>
            <p:spPr>
              <a:xfrm rot="-2700000">
                <a:off x="-1523974" y="21782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676" name="Google Shape;676;p17"/>
              <p:cNvGrpSpPr/>
              <p:nvPr/>
            </p:nvGrpSpPr>
            <p:grpSpPr>
              <a:xfrm rot="-2700000">
                <a:off x="10491" y="4440580"/>
                <a:ext cx="582044" cy="582419"/>
                <a:chOff x="959750" y="3039275"/>
                <a:chExt cx="582050" cy="582425"/>
              </a:xfrm>
            </p:grpSpPr>
            <p:sp>
              <p:nvSpPr>
                <p:cNvPr id="677" name="Google Shape;677;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8" name="Google Shape;678;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1" name="Google Shape;681;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84" name="Google Shape;684;p17"/>
              <p:cNvGrpSpPr/>
              <p:nvPr/>
            </p:nvGrpSpPr>
            <p:grpSpPr>
              <a:xfrm rot="-2700000">
                <a:off x="-183259" y="2704590"/>
                <a:ext cx="582044" cy="582419"/>
                <a:chOff x="959750" y="3039275"/>
                <a:chExt cx="582050" cy="582425"/>
              </a:xfrm>
            </p:grpSpPr>
            <p:sp>
              <p:nvSpPr>
                <p:cNvPr id="685" name="Google Shape;685;p1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6" name="Google Shape;686;p1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7" name="Google Shape;687;p1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8" name="Google Shape;688;p1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1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0" name="Google Shape;690;p1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1" name="Google Shape;691;p1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chemeClr val="lt2">
                        <a:alpha val="37270"/>
                      </a:schemeClr>
                    </a:gs>
                    <a:gs pos="78000">
                      <a:schemeClr val="lt1">
                        <a:alpha val="37270"/>
                      </a:schemeClr>
                    </a:gs>
                    <a:gs pos="100000">
                      <a:schemeClr val="lt1">
                        <a:alpha val="3727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92" name="Google Shape;692;p17"/>
              <p:cNvSpPr/>
              <p:nvPr/>
            </p:nvSpPr>
            <p:spPr>
              <a:xfrm flipH="1" rot="2700000">
                <a:off x="-1073899" y="473691"/>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3" name="Google Shape;693;p17"/>
            <p:cNvGrpSpPr/>
            <p:nvPr/>
          </p:nvGrpSpPr>
          <p:grpSpPr>
            <a:xfrm>
              <a:off x="-234425" y="3727550"/>
              <a:ext cx="439200" cy="439100"/>
              <a:chOff x="1101075" y="2142375"/>
              <a:chExt cx="439200" cy="439100"/>
            </a:xfrm>
          </p:grpSpPr>
          <p:sp>
            <p:nvSpPr>
              <p:cNvPr id="694" name="Google Shape;694;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5" name="Google Shape;695;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696" name="Google Shape;696;p17"/>
            <p:cNvGrpSpPr/>
            <p:nvPr/>
          </p:nvGrpSpPr>
          <p:grpSpPr>
            <a:xfrm rot="10800000">
              <a:off x="713225" y="4931225"/>
              <a:ext cx="439200" cy="439100"/>
              <a:chOff x="1101075" y="2142375"/>
              <a:chExt cx="439200" cy="439100"/>
            </a:xfrm>
          </p:grpSpPr>
          <p:sp>
            <p:nvSpPr>
              <p:cNvPr id="697" name="Google Shape;697;p17"/>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8" name="Google Shape;698;p17"/>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699" name="Google Shape;699;p17"/>
          <p:cNvGrpSpPr/>
          <p:nvPr/>
        </p:nvGrpSpPr>
        <p:grpSpPr>
          <a:xfrm>
            <a:off x="6642300" y="-415701"/>
            <a:ext cx="4558967" cy="1887075"/>
            <a:chOff x="6566100" y="-415701"/>
            <a:chExt cx="4558967" cy="1887075"/>
          </a:xfrm>
        </p:grpSpPr>
        <p:pic>
          <p:nvPicPr>
            <p:cNvPr id="700" name="Google Shape;700;p17"/>
            <p:cNvPicPr preferRelativeResize="0"/>
            <p:nvPr/>
          </p:nvPicPr>
          <p:blipFill rotWithShape="1">
            <a:blip r:embed="rId2">
              <a:alphaModFix/>
            </a:blip>
            <a:srcRect b="26177" l="16960" r="7121" t="24719"/>
            <a:stretch/>
          </p:blipFill>
          <p:spPr>
            <a:xfrm>
              <a:off x="8278550" y="-392375"/>
              <a:ext cx="2441950" cy="1863749"/>
            </a:xfrm>
            <a:prstGeom prst="rect">
              <a:avLst/>
            </a:prstGeom>
            <a:noFill/>
            <a:ln>
              <a:noFill/>
            </a:ln>
          </p:spPr>
        </p:pic>
        <p:grpSp>
          <p:nvGrpSpPr>
            <p:cNvPr id="701" name="Google Shape;701;p17"/>
            <p:cNvGrpSpPr/>
            <p:nvPr/>
          </p:nvGrpSpPr>
          <p:grpSpPr>
            <a:xfrm rot="5400000">
              <a:off x="7714062" y="-991384"/>
              <a:ext cx="1433417" cy="2584783"/>
              <a:chOff x="-363163" y="-645596"/>
              <a:chExt cx="1433417" cy="2584783"/>
            </a:xfrm>
          </p:grpSpPr>
          <p:grpSp>
            <p:nvGrpSpPr>
              <p:cNvPr id="702" name="Google Shape;702;p17"/>
              <p:cNvGrpSpPr/>
              <p:nvPr/>
            </p:nvGrpSpPr>
            <p:grpSpPr>
              <a:xfrm rot="10800000">
                <a:off x="-64595" y="-645596"/>
                <a:ext cx="1134849" cy="2370191"/>
                <a:chOff x="-575575" y="3685599"/>
                <a:chExt cx="1421048" cy="2967932"/>
              </a:xfrm>
            </p:grpSpPr>
            <p:sp>
              <p:nvSpPr>
                <p:cNvPr id="703" name="Google Shape;703;p17"/>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4" name="Google Shape;704;p17"/>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05" name="Google Shape;705;p17"/>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17"/>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07" name="Google Shape;707;p17"/>
              <p:cNvGrpSpPr/>
              <p:nvPr/>
            </p:nvGrpSpPr>
            <p:grpSpPr>
              <a:xfrm flipH="1" rot="-2700000">
                <a:off x="-216370" y="1084101"/>
                <a:ext cx="708093" cy="708493"/>
                <a:chOff x="3678700" y="407275"/>
                <a:chExt cx="708100" cy="708500"/>
              </a:xfrm>
            </p:grpSpPr>
            <p:sp>
              <p:nvSpPr>
                <p:cNvPr id="708" name="Google Shape;708;p1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1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0" name="Google Shape;710;p1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1" name="Google Shape;711;p1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1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3" name="Google Shape;713;p1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4" name="Google Shape;714;p1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15" name="Google Shape;715;p17"/>
            <p:cNvGrpSpPr/>
            <p:nvPr/>
          </p:nvGrpSpPr>
          <p:grpSpPr>
            <a:xfrm rot="10800000">
              <a:off x="6566100" y="233963"/>
              <a:ext cx="4558967" cy="134100"/>
              <a:chOff x="796100" y="3019701"/>
              <a:chExt cx="4558967" cy="134100"/>
            </a:xfrm>
          </p:grpSpPr>
          <p:sp>
            <p:nvSpPr>
              <p:cNvPr id="716" name="Google Shape;716;p1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17" name="Google Shape;717;p1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718" name="Google Shape;718;p1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4">
  <p:cSld name="CUSTOM_10_1_1_1">
    <p:spTree>
      <p:nvGrpSpPr>
        <p:cNvPr id="719" name="Shape 719"/>
        <p:cNvGrpSpPr/>
        <p:nvPr/>
      </p:nvGrpSpPr>
      <p:grpSpPr>
        <a:xfrm>
          <a:off x="0" y="0"/>
          <a:ext cx="0" cy="0"/>
          <a:chOff x="0" y="0"/>
          <a:chExt cx="0" cy="0"/>
        </a:xfrm>
      </p:grpSpPr>
      <p:grpSp>
        <p:nvGrpSpPr>
          <p:cNvPr id="720" name="Google Shape;720;p18"/>
          <p:cNvGrpSpPr/>
          <p:nvPr/>
        </p:nvGrpSpPr>
        <p:grpSpPr>
          <a:xfrm>
            <a:off x="5404975" y="2221118"/>
            <a:ext cx="4263000" cy="3617400"/>
            <a:chOff x="5328775" y="2221118"/>
            <a:chExt cx="4263000" cy="3617400"/>
          </a:xfrm>
        </p:grpSpPr>
        <p:sp>
          <p:nvSpPr>
            <p:cNvPr id="721" name="Google Shape;721;p18"/>
            <p:cNvSpPr/>
            <p:nvPr/>
          </p:nvSpPr>
          <p:spPr>
            <a:xfrm>
              <a:off x="5328775" y="2221118"/>
              <a:ext cx="4263000" cy="3617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22" name="Google Shape;722;p18"/>
            <p:cNvGrpSpPr/>
            <p:nvPr/>
          </p:nvGrpSpPr>
          <p:grpSpPr>
            <a:xfrm>
              <a:off x="7218100" y="4855088"/>
              <a:ext cx="931125" cy="525763"/>
              <a:chOff x="7218100" y="4855088"/>
              <a:chExt cx="931125" cy="525763"/>
            </a:xfrm>
          </p:grpSpPr>
          <p:grpSp>
            <p:nvGrpSpPr>
              <p:cNvPr id="723" name="Google Shape;723;p18"/>
              <p:cNvGrpSpPr/>
              <p:nvPr/>
            </p:nvGrpSpPr>
            <p:grpSpPr>
              <a:xfrm>
                <a:off x="7710025" y="4941750"/>
                <a:ext cx="439200" cy="439100"/>
                <a:chOff x="1101075" y="2142375"/>
                <a:chExt cx="439200" cy="439100"/>
              </a:xfrm>
            </p:grpSpPr>
            <p:sp>
              <p:nvSpPr>
                <p:cNvPr id="724" name="Google Shape;724;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5" name="Google Shape;725;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26" name="Google Shape;726;p18"/>
              <p:cNvGrpSpPr/>
              <p:nvPr/>
            </p:nvGrpSpPr>
            <p:grpSpPr>
              <a:xfrm>
                <a:off x="7218100" y="4855088"/>
                <a:ext cx="439200" cy="439100"/>
                <a:chOff x="1101075" y="2142375"/>
                <a:chExt cx="439200" cy="439100"/>
              </a:xfrm>
            </p:grpSpPr>
            <p:sp>
              <p:nvSpPr>
                <p:cNvPr id="727" name="Google Shape;727;p1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8" name="Google Shape;728;p1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
        <p:nvSpPr>
          <p:cNvPr id="729" name="Google Shape;729;p18"/>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grpSp>
        <p:nvGrpSpPr>
          <p:cNvPr id="730" name="Google Shape;730;p18"/>
          <p:cNvGrpSpPr/>
          <p:nvPr/>
        </p:nvGrpSpPr>
        <p:grpSpPr>
          <a:xfrm>
            <a:off x="-2175000" y="3012192"/>
            <a:ext cx="3701086" cy="3345172"/>
            <a:chOff x="-1886500" y="2599117"/>
            <a:chExt cx="3701086" cy="3345172"/>
          </a:xfrm>
        </p:grpSpPr>
        <p:pic>
          <p:nvPicPr>
            <p:cNvPr id="731" name="Google Shape;731;p18"/>
            <p:cNvPicPr preferRelativeResize="0"/>
            <p:nvPr/>
          </p:nvPicPr>
          <p:blipFill rotWithShape="1">
            <a:blip r:embed="rId2">
              <a:alphaModFix/>
            </a:blip>
            <a:srcRect b="26177" l="16960" r="7121" t="24719"/>
            <a:stretch/>
          </p:blipFill>
          <p:spPr>
            <a:xfrm rot="10800000">
              <a:off x="-1886500" y="3119537"/>
              <a:ext cx="3701086" cy="2824751"/>
            </a:xfrm>
            <a:prstGeom prst="rect">
              <a:avLst/>
            </a:prstGeom>
            <a:noFill/>
            <a:ln>
              <a:noFill/>
            </a:ln>
          </p:spPr>
        </p:pic>
        <p:sp>
          <p:nvSpPr>
            <p:cNvPr id="732" name="Google Shape;732;p18"/>
            <p:cNvSpPr/>
            <p:nvPr/>
          </p:nvSpPr>
          <p:spPr>
            <a:xfrm rot="10800000">
              <a:off x="-402274" y="2599117"/>
              <a:ext cx="1201697" cy="2824744"/>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3" name="Google Shape;733;p18"/>
            <p:cNvSpPr/>
            <p:nvPr/>
          </p:nvSpPr>
          <p:spPr>
            <a:xfrm rot="10800000">
              <a:off x="-207237" y="2599870"/>
              <a:ext cx="1201697" cy="2824744"/>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10800025"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34" name="Google Shape;734;p18"/>
            <p:cNvGrpSpPr/>
            <p:nvPr/>
          </p:nvGrpSpPr>
          <p:grpSpPr>
            <a:xfrm rot="10800000">
              <a:off x="-37979" y="5013439"/>
              <a:ext cx="134004" cy="134004"/>
              <a:chOff x="8356813" y="1074288"/>
              <a:chExt cx="351900" cy="351900"/>
            </a:xfrm>
          </p:grpSpPr>
          <p:sp>
            <p:nvSpPr>
              <p:cNvPr id="735" name="Google Shape;735;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6" name="Google Shape;736;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37" name="Google Shape;737;p18"/>
            <p:cNvGrpSpPr/>
            <p:nvPr/>
          </p:nvGrpSpPr>
          <p:grpSpPr>
            <a:xfrm rot="10800000">
              <a:off x="447446" y="4173589"/>
              <a:ext cx="134004" cy="134004"/>
              <a:chOff x="8356813" y="1074288"/>
              <a:chExt cx="351900" cy="351900"/>
            </a:xfrm>
          </p:grpSpPr>
          <p:sp>
            <p:nvSpPr>
              <p:cNvPr id="738" name="Google Shape;738;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0" name="Google Shape;740;p18"/>
            <p:cNvGrpSpPr/>
            <p:nvPr/>
          </p:nvGrpSpPr>
          <p:grpSpPr>
            <a:xfrm rot="10800000">
              <a:off x="539621" y="2985514"/>
              <a:ext cx="134004" cy="134004"/>
              <a:chOff x="8356813" y="1074288"/>
              <a:chExt cx="351900" cy="351900"/>
            </a:xfrm>
          </p:grpSpPr>
          <p:sp>
            <p:nvSpPr>
              <p:cNvPr id="741" name="Google Shape;741;p1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1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743" name="Google Shape;743;p18"/>
          <p:cNvGrpSpPr/>
          <p:nvPr/>
        </p:nvGrpSpPr>
        <p:grpSpPr>
          <a:xfrm>
            <a:off x="5928900" y="-249669"/>
            <a:ext cx="5688165" cy="3493826"/>
            <a:chOff x="5852700" y="-249669"/>
            <a:chExt cx="5688165" cy="3493826"/>
          </a:xfrm>
        </p:grpSpPr>
        <p:grpSp>
          <p:nvGrpSpPr>
            <p:cNvPr id="744" name="Google Shape;744;p18"/>
            <p:cNvGrpSpPr/>
            <p:nvPr/>
          </p:nvGrpSpPr>
          <p:grpSpPr>
            <a:xfrm>
              <a:off x="8783705" y="1899359"/>
              <a:ext cx="402160" cy="1344798"/>
              <a:chOff x="8668555" y="1976884"/>
              <a:chExt cx="402160" cy="1344798"/>
            </a:xfrm>
          </p:grpSpPr>
          <p:sp>
            <p:nvSpPr>
              <p:cNvPr id="745" name="Google Shape;745;p18"/>
              <p:cNvSpPr/>
              <p:nvPr/>
            </p:nvSpPr>
            <p:spPr>
              <a:xfrm flipH="1">
                <a:off x="8823846" y="2094964"/>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6" name="Google Shape;746;p18"/>
              <p:cNvSpPr/>
              <p:nvPr/>
            </p:nvSpPr>
            <p:spPr>
              <a:xfrm flipH="1">
                <a:off x="8668555" y="19768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47" name="Google Shape;747;p18"/>
            <p:cNvGrpSpPr/>
            <p:nvPr/>
          </p:nvGrpSpPr>
          <p:grpSpPr>
            <a:xfrm>
              <a:off x="8598675" y="1421188"/>
              <a:ext cx="904666" cy="726121"/>
              <a:chOff x="7945225" y="4302000"/>
              <a:chExt cx="904666" cy="726121"/>
            </a:xfrm>
          </p:grpSpPr>
          <p:sp>
            <p:nvSpPr>
              <p:cNvPr id="748" name="Google Shape;748;p1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1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0" name="Google Shape;750;p1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51" name="Google Shape;751;p18"/>
            <p:cNvGrpSpPr/>
            <p:nvPr/>
          </p:nvGrpSpPr>
          <p:grpSpPr>
            <a:xfrm flipH="1" rot="10800000">
              <a:off x="7579756" y="-249669"/>
              <a:ext cx="2601921" cy="2438355"/>
              <a:chOff x="7340128" y="2866613"/>
              <a:chExt cx="2439225" cy="2438355"/>
            </a:xfrm>
          </p:grpSpPr>
          <p:sp>
            <p:nvSpPr>
              <p:cNvPr id="752" name="Google Shape;752;p18"/>
              <p:cNvSpPr/>
              <p:nvPr/>
            </p:nvSpPr>
            <p:spPr>
              <a:xfrm flipH="1" rot="2700000">
                <a:off x="8012290" y="2875755"/>
                <a:ext cx="981794" cy="230783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3" name="Google Shape;753;p18"/>
              <p:cNvSpPr/>
              <p:nvPr/>
            </p:nvSpPr>
            <p:spPr>
              <a:xfrm flipH="1" rot="2700000">
                <a:off x="8125398" y="2987994"/>
                <a:ext cx="981794" cy="230783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754" name="Google Shape;754;p18"/>
            <p:cNvSpPr/>
            <p:nvPr/>
          </p:nvSpPr>
          <p:spPr>
            <a:xfrm flipH="1" rot="5400000">
              <a:off x="6551329" y="-896010"/>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55" name="Google Shape;755;p18"/>
            <p:cNvGrpSpPr/>
            <p:nvPr/>
          </p:nvGrpSpPr>
          <p:grpSpPr>
            <a:xfrm>
              <a:off x="6917731" y="246011"/>
              <a:ext cx="4623133" cy="134070"/>
              <a:chOff x="6917731" y="246011"/>
              <a:chExt cx="4623133" cy="134070"/>
            </a:xfrm>
          </p:grpSpPr>
          <p:sp>
            <p:nvSpPr>
              <p:cNvPr id="756" name="Google Shape;756;p18"/>
              <p:cNvSpPr/>
              <p:nvPr/>
            </p:nvSpPr>
            <p:spPr>
              <a:xfrm flipH="1">
                <a:off x="6917731" y="246011"/>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7" name="Google Shape;757;p18"/>
              <p:cNvSpPr/>
              <p:nvPr/>
            </p:nvSpPr>
            <p:spPr>
              <a:xfrm flipH="1">
                <a:off x="6947845" y="276153"/>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758" name="Google Shape;758;p18"/>
              <p:cNvCxnSpPr/>
              <p:nvPr/>
            </p:nvCxnSpPr>
            <p:spPr>
              <a:xfrm rot="10800000">
                <a:off x="7013865" y="313050"/>
                <a:ext cx="4527000" cy="0"/>
              </a:xfrm>
              <a:prstGeom prst="straightConnector1">
                <a:avLst/>
              </a:prstGeom>
              <a:noFill/>
              <a:ln cap="flat" cmpd="sng" w="9525">
                <a:solidFill>
                  <a:schemeClr val="dk2"/>
                </a:solidFill>
                <a:prstDash val="solid"/>
                <a:round/>
                <a:headEnd len="med" w="med" type="none"/>
                <a:tailEnd len="med" w="med" type="none"/>
              </a:ln>
            </p:spPr>
          </p:cxnSp>
        </p:grpSp>
      </p:gr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p:cSld name="ONE_COLUMN_TEXT_1">
    <p:spTree>
      <p:nvGrpSpPr>
        <p:cNvPr id="759" name="Shape 759"/>
        <p:cNvGrpSpPr/>
        <p:nvPr/>
      </p:nvGrpSpPr>
      <p:grpSpPr>
        <a:xfrm>
          <a:off x="0" y="0"/>
          <a:ext cx="0" cy="0"/>
          <a:chOff x="0" y="0"/>
          <a:chExt cx="0" cy="0"/>
        </a:xfrm>
      </p:grpSpPr>
      <p:sp>
        <p:nvSpPr>
          <p:cNvPr id="760" name="Google Shape;760;p1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lgn="ctr">
              <a:spcBef>
                <a:spcPts val="0"/>
              </a:spcBef>
              <a:spcAft>
                <a:spcPts val="0"/>
              </a:spcAft>
              <a:buSzPts val="3000"/>
              <a:buNone/>
              <a:defRPr/>
            </a:lvl2pPr>
            <a:lvl3pPr lvl="2" rtl="0" algn="ctr">
              <a:spcBef>
                <a:spcPts val="0"/>
              </a:spcBef>
              <a:spcAft>
                <a:spcPts val="0"/>
              </a:spcAft>
              <a:buSzPts val="3000"/>
              <a:buNone/>
              <a:defRPr/>
            </a:lvl3pPr>
            <a:lvl4pPr lvl="3" rtl="0" algn="ctr">
              <a:spcBef>
                <a:spcPts val="0"/>
              </a:spcBef>
              <a:spcAft>
                <a:spcPts val="0"/>
              </a:spcAft>
              <a:buSzPts val="3000"/>
              <a:buNone/>
              <a:defRPr/>
            </a:lvl4pPr>
            <a:lvl5pPr lvl="4" rtl="0" algn="ctr">
              <a:spcBef>
                <a:spcPts val="0"/>
              </a:spcBef>
              <a:spcAft>
                <a:spcPts val="0"/>
              </a:spcAft>
              <a:buSzPts val="3000"/>
              <a:buNone/>
              <a:defRPr/>
            </a:lvl5pPr>
            <a:lvl6pPr lvl="5" rtl="0" algn="ctr">
              <a:spcBef>
                <a:spcPts val="0"/>
              </a:spcBef>
              <a:spcAft>
                <a:spcPts val="0"/>
              </a:spcAft>
              <a:buSzPts val="3000"/>
              <a:buNone/>
              <a:defRPr/>
            </a:lvl6pPr>
            <a:lvl7pPr lvl="6" rtl="0" algn="ctr">
              <a:spcBef>
                <a:spcPts val="0"/>
              </a:spcBef>
              <a:spcAft>
                <a:spcPts val="0"/>
              </a:spcAft>
              <a:buSzPts val="3000"/>
              <a:buNone/>
              <a:defRPr/>
            </a:lvl7pPr>
            <a:lvl8pPr lvl="7" rtl="0" algn="ctr">
              <a:spcBef>
                <a:spcPts val="0"/>
              </a:spcBef>
              <a:spcAft>
                <a:spcPts val="0"/>
              </a:spcAft>
              <a:buSzPts val="3000"/>
              <a:buNone/>
              <a:defRPr/>
            </a:lvl8pPr>
            <a:lvl9pPr lvl="8" rtl="0" algn="ctr">
              <a:spcBef>
                <a:spcPts val="0"/>
              </a:spcBef>
              <a:spcAft>
                <a:spcPts val="0"/>
              </a:spcAft>
              <a:buSzPts val="3000"/>
              <a:buNone/>
              <a:defRPr/>
            </a:lvl9pPr>
          </a:lstStyle>
          <a:p/>
        </p:txBody>
      </p:sp>
      <p:sp>
        <p:nvSpPr>
          <p:cNvPr id="761" name="Google Shape;761;p1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762" name="Google Shape;762;p1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b="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763" name="Google Shape;763;p19"/>
          <p:cNvGrpSpPr/>
          <p:nvPr/>
        </p:nvGrpSpPr>
        <p:grpSpPr>
          <a:xfrm>
            <a:off x="-96329" y="4888563"/>
            <a:ext cx="1590408" cy="88125"/>
            <a:chOff x="124624" y="4953514"/>
            <a:chExt cx="1137387" cy="88142"/>
          </a:xfrm>
        </p:grpSpPr>
        <p:sp>
          <p:nvSpPr>
            <p:cNvPr id="764" name="Google Shape;764;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5" name="Google Shape;765;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66" name="Google Shape;766;p19"/>
          <p:cNvGrpSpPr/>
          <p:nvPr/>
        </p:nvGrpSpPr>
        <p:grpSpPr>
          <a:xfrm>
            <a:off x="6883700" y="1385725"/>
            <a:ext cx="4028179" cy="5283555"/>
            <a:chOff x="6883700" y="1385725"/>
            <a:chExt cx="4028179" cy="5283555"/>
          </a:xfrm>
        </p:grpSpPr>
        <p:sp>
          <p:nvSpPr>
            <p:cNvPr id="767" name="Google Shape;767;p19"/>
            <p:cNvSpPr/>
            <p:nvPr/>
          </p:nvSpPr>
          <p:spPr>
            <a:xfrm>
              <a:off x="6883700" y="14075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8" name="Google Shape;768;p19"/>
            <p:cNvSpPr/>
            <p:nvPr/>
          </p:nvSpPr>
          <p:spPr>
            <a:xfrm>
              <a:off x="7842318" y="13857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9" name="Google Shape;769;p19"/>
            <p:cNvSpPr/>
            <p:nvPr/>
          </p:nvSpPr>
          <p:spPr>
            <a:xfrm>
              <a:off x="7734200" y="2571774"/>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0" name="Google Shape;770;p19"/>
            <p:cNvSpPr/>
            <p:nvPr/>
          </p:nvSpPr>
          <p:spPr>
            <a:xfrm>
              <a:off x="7758564" y="155007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71" name="Google Shape;771;p19"/>
          <p:cNvGrpSpPr/>
          <p:nvPr/>
        </p:nvGrpSpPr>
        <p:grpSpPr>
          <a:xfrm>
            <a:off x="4598006" y="-1699037"/>
            <a:ext cx="5579794" cy="3203424"/>
            <a:chOff x="4521806" y="-1546637"/>
            <a:chExt cx="5579794" cy="3203424"/>
          </a:xfrm>
        </p:grpSpPr>
        <p:grpSp>
          <p:nvGrpSpPr>
            <p:cNvPr id="772" name="Google Shape;772;p19"/>
            <p:cNvGrpSpPr/>
            <p:nvPr/>
          </p:nvGrpSpPr>
          <p:grpSpPr>
            <a:xfrm>
              <a:off x="4619858" y="-154439"/>
              <a:ext cx="916824" cy="700199"/>
              <a:chOff x="4619858" y="-154439"/>
              <a:chExt cx="916824" cy="700199"/>
            </a:xfrm>
          </p:grpSpPr>
          <p:sp>
            <p:nvSpPr>
              <p:cNvPr id="773" name="Google Shape;773;p19"/>
              <p:cNvSpPr/>
              <p:nvPr/>
            </p:nvSpPr>
            <p:spPr>
              <a:xfrm>
                <a:off x="4823308" y="126723"/>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4" name="Google Shape;774;p19"/>
              <p:cNvSpPr/>
              <p:nvPr/>
            </p:nvSpPr>
            <p:spPr>
              <a:xfrm>
                <a:off x="4619858" y="-114577"/>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5" name="Google Shape;775;p19"/>
              <p:cNvSpPr/>
              <p:nvPr/>
            </p:nvSpPr>
            <p:spPr>
              <a:xfrm>
                <a:off x="5052808" y="-154439"/>
                <a:ext cx="483874" cy="419037"/>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776" name="Google Shape;776;p19"/>
            <p:cNvPicPr preferRelativeResize="0"/>
            <p:nvPr/>
          </p:nvPicPr>
          <p:blipFill rotWithShape="1">
            <a:blip r:embed="rId2">
              <a:alphaModFix/>
            </a:blip>
            <a:srcRect b="26177" l="16960" r="7121" t="24719"/>
            <a:stretch/>
          </p:blipFill>
          <p:spPr>
            <a:xfrm>
              <a:off x="5904350" y="-1546637"/>
              <a:ext cx="4197251" cy="3203424"/>
            </a:xfrm>
            <a:prstGeom prst="rect">
              <a:avLst/>
            </a:prstGeom>
            <a:noFill/>
            <a:ln>
              <a:noFill/>
            </a:ln>
          </p:spPr>
        </p:pic>
        <p:sp>
          <p:nvSpPr>
            <p:cNvPr id="777" name="Google Shape;777;p19"/>
            <p:cNvSpPr/>
            <p:nvPr/>
          </p:nvSpPr>
          <p:spPr>
            <a:xfrm rot="-5400000">
              <a:off x="5282845" y="-105894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8" name="Google Shape;778;p19"/>
            <p:cNvSpPr/>
            <p:nvPr/>
          </p:nvSpPr>
          <p:spPr>
            <a:xfrm rot="-5400000">
              <a:off x="5282230" y="-899603"/>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779" name="Google Shape;779;p19"/>
            <p:cNvGrpSpPr/>
            <p:nvPr/>
          </p:nvGrpSpPr>
          <p:grpSpPr>
            <a:xfrm rot="10800000">
              <a:off x="8323180" y="210225"/>
              <a:ext cx="1493503" cy="88125"/>
              <a:chOff x="124624" y="4953514"/>
              <a:chExt cx="1137387" cy="88142"/>
            </a:xfrm>
          </p:grpSpPr>
          <p:sp>
            <p:nvSpPr>
              <p:cNvPr id="780" name="Google Shape;780;p19"/>
              <p:cNvSpPr/>
              <p:nvPr/>
            </p:nvSpPr>
            <p:spPr>
              <a:xfrm rot="5400000">
                <a:off x="687043" y="4391096"/>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1" name="Google Shape;781;p19"/>
              <p:cNvSpPr/>
              <p:nvPr/>
            </p:nvSpPr>
            <p:spPr>
              <a:xfrm rot="5400000">
                <a:off x="687063" y="4466709"/>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82" name="Google Shape;782;p19"/>
            <p:cNvGrpSpPr/>
            <p:nvPr/>
          </p:nvGrpSpPr>
          <p:grpSpPr>
            <a:xfrm>
              <a:off x="4619231" y="-32636"/>
              <a:ext cx="254987" cy="255131"/>
              <a:chOff x="3678700" y="407275"/>
              <a:chExt cx="708100" cy="708500"/>
            </a:xfrm>
          </p:grpSpPr>
          <p:sp>
            <p:nvSpPr>
              <p:cNvPr id="783" name="Google Shape;783;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4" name="Google Shape;784;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5" name="Google Shape;785;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6" name="Google Shape;786;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7" name="Google Shape;787;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8" name="Google Shape;788;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9" name="Google Shape;789;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790" name="Google Shape;790;p19"/>
            <p:cNvGrpSpPr/>
            <p:nvPr/>
          </p:nvGrpSpPr>
          <p:grpSpPr>
            <a:xfrm>
              <a:off x="4521806" y="126714"/>
              <a:ext cx="254987" cy="255131"/>
              <a:chOff x="3678700" y="407275"/>
              <a:chExt cx="708100" cy="708500"/>
            </a:xfrm>
          </p:grpSpPr>
          <p:sp>
            <p:nvSpPr>
              <p:cNvPr id="791" name="Google Shape;791;p19"/>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2" name="Google Shape;792;p19"/>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3" name="Google Shape;793;p19"/>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4" name="Google Shape;794;p19"/>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5" name="Google Shape;795;p19"/>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6" name="Google Shape;796;p19"/>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7" name="Google Shape;797;p19"/>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1">
  <p:cSld name="CUSTOM_4">
    <p:spTree>
      <p:nvGrpSpPr>
        <p:cNvPr id="798" name="Shape 798"/>
        <p:cNvGrpSpPr/>
        <p:nvPr/>
      </p:nvGrpSpPr>
      <p:grpSpPr>
        <a:xfrm>
          <a:off x="0" y="0"/>
          <a:ext cx="0" cy="0"/>
          <a:chOff x="0" y="0"/>
          <a:chExt cx="0" cy="0"/>
        </a:xfrm>
      </p:grpSpPr>
      <p:sp>
        <p:nvSpPr>
          <p:cNvPr id="799" name="Google Shape;799;p20"/>
          <p:cNvSpPr txBox="1"/>
          <p:nvPr>
            <p:ph type="title"/>
          </p:nvPr>
        </p:nvSpPr>
        <p:spPr>
          <a:xfrm>
            <a:off x="720000" y="1565925"/>
            <a:ext cx="2799000" cy="760800"/>
          </a:xfrm>
          <a:prstGeom prst="rect">
            <a:avLst/>
          </a:prstGeom>
        </p:spPr>
        <p:txBody>
          <a:bodyPr anchorCtr="0" anchor="b"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00" name="Google Shape;800;p20"/>
          <p:cNvSpPr txBox="1"/>
          <p:nvPr>
            <p:ph idx="1" type="subTitle"/>
          </p:nvPr>
        </p:nvSpPr>
        <p:spPr>
          <a:xfrm>
            <a:off x="720000" y="2326750"/>
            <a:ext cx="2799000" cy="11256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grpSp>
        <p:nvGrpSpPr>
          <p:cNvPr id="801" name="Google Shape;801;p20"/>
          <p:cNvGrpSpPr/>
          <p:nvPr/>
        </p:nvGrpSpPr>
        <p:grpSpPr>
          <a:xfrm>
            <a:off x="-1623735" y="2499757"/>
            <a:ext cx="5119205" cy="4373890"/>
            <a:chOff x="-1547535" y="2499757"/>
            <a:chExt cx="5119205" cy="4373890"/>
          </a:xfrm>
        </p:grpSpPr>
        <p:pic>
          <p:nvPicPr>
            <p:cNvPr id="802" name="Google Shape;802;p20"/>
            <p:cNvPicPr preferRelativeResize="0"/>
            <p:nvPr/>
          </p:nvPicPr>
          <p:blipFill rotWithShape="1">
            <a:blip r:embed="rId2">
              <a:alphaModFix/>
            </a:blip>
            <a:srcRect b="26177" l="16960" r="7121" t="24719"/>
            <a:stretch/>
          </p:blipFill>
          <p:spPr>
            <a:xfrm rot="-5400000">
              <a:off x="-1751185" y="3417285"/>
              <a:ext cx="3920501" cy="2992224"/>
            </a:xfrm>
            <a:prstGeom prst="rect">
              <a:avLst/>
            </a:prstGeom>
            <a:noFill/>
            <a:ln>
              <a:noFill/>
            </a:ln>
          </p:spPr>
        </p:pic>
        <p:grpSp>
          <p:nvGrpSpPr>
            <p:cNvPr id="803" name="Google Shape;803;p20"/>
            <p:cNvGrpSpPr/>
            <p:nvPr/>
          </p:nvGrpSpPr>
          <p:grpSpPr>
            <a:xfrm rot="-5400000">
              <a:off x="123777" y="4587830"/>
              <a:ext cx="480890" cy="481200"/>
              <a:chOff x="959750" y="3039275"/>
              <a:chExt cx="582050" cy="582425"/>
            </a:xfrm>
          </p:grpSpPr>
          <p:sp>
            <p:nvSpPr>
              <p:cNvPr id="804" name="Google Shape;804;p2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5" name="Google Shape;805;p2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6" name="Google Shape;806;p2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7" name="Google Shape;807;p2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8" name="Google Shape;808;p2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9" name="Google Shape;809;p2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0" name="Google Shape;810;p2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1" name="Google Shape;811;p20"/>
            <p:cNvGrpSpPr/>
            <p:nvPr/>
          </p:nvGrpSpPr>
          <p:grpSpPr>
            <a:xfrm rot="-5400000">
              <a:off x="-564590" y="2079321"/>
              <a:ext cx="3153315" cy="5119205"/>
              <a:chOff x="6643701" y="816087"/>
              <a:chExt cx="3153315" cy="5119205"/>
            </a:xfrm>
          </p:grpSpPr>
          <p:sp>
            <p:nvSpPr>
              <p:cNvPr id="812" name="Google Shape;812;p20"/>
              <p:cNvSpPr/>
              <p:nvPr/>
            </p:nvSpPr>
            <p:spPr>
              <a:xfrm>
                <a:off x="6643701" y="816087"/>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13" name="Google Shape;813;p20"/>
              <p:cNvGrpSpPr/>
              <p:nvPr/>
            </p:nvGrpSpPr>
            <p:grpSpPr>
              <a:xfrm>
                <a:off x="8062611" y="3503222"/>
                <a:ext cx="134004" cy="134004"/>
                <a:chOff x="8356813" y="1074288"/>
                <a:chExt cx="351900" cy="351900"/>
              </a:xfrm>
            </p:grpSpPr>
            <p:sp>
              <p:nvSpPr>
                <p:cNvPr id="814" name="Google Shape;814;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5" name="Google Shape;815;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6" name="Google Shape;816;p20"/>
              <p:cNvGrpSpPr/>
              <p:nvPr/>
            </p:nvGrpSpPr>
            <p:grpSpPr>
              <a:xfrm>
                <a:off x="7678536" y="3129397"/>
                <a:ext cx="134004" cy="134004"/>
                <a:chOff x="8356813" y="1074288"/>
                <a:chExt cx="351900" cy="351900"/>
              </a:xfrm>
            </p:grpSpPr>
            <p:sp>
              <p:nvSpPr>
                <p:cNvPr id="817" name="Google Shape;817;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8" name="Google Shape;818;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19" name="Google Shape;819;p20"/>
              <p:cNvGrpSpPr/>
              <p:nvPr/>
            </p:nvGrpSpPr>
            <p:grpSpPr>
              <a:xfrm>
                <a:off x="8671986" y="2443197"/>
                <a:ext cx="134004" cy="134004"/>
                <a:chOff x="8356813" y="1074288"/>
                <a:chExt cx="351900" cy="351900"/>
              </a:xfrm>
            </p:grpSpPr>
            <p:sp>
              <p:nvSpPr>
                <p:cNvPr id="820" name="Google Shape;820;p20"/>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1" name="Google Shape;821;p20"/>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22" name="Google Shape;822;p20"/>
            <p:cNvSpPr/>
            <p:nvPr/>
          </p:nvSpPr>
          <p:spPr>
            <a:xfrm>
              <a:off x="-630272" y="2499757"/>
              <a:ext cx="1031181" cy="275218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23" name="Google Shape;823;p20"/>
            <p:cNvGrpSpPr/>
            <p:nvPr/>
          </p:nvGrpSpPr>
          <p:grpSpPr>
            <a:xfrm rot="-5400000">
              <a:off x="99300" y="3411735"/>
              <a:ext cx="88151" cy="2151709"/>
              <a:chOff x="3054755" y="4367024"/>
              <a:chExt cx="88142" cy="1137387"/>
            </a:xfrm>
          </p:grpSpPr>
          <p:sp>
            <p:nvSpPr>
              <p:cNvPr id="824" name="Google Shape;824;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5" name="Google Shape;825;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26" name="Google Shape;826;p20"/>
            <p:cNvGrpSpPr/>
            <p:nvPr/>
          </p:nvGrpSpPr>
          <p:grpSpPr>
            <a:xfrm rot="-5400000">
              <a:off x="-28713" y="3651410"/>
              <a:ext cx="88151" cy="2151709"/>
              <a:chOff x="3054755" y="4367024"/>
              <a:chExt cx="88142" cy="1137387"/>
            </a:xfrm>
          </p:grpSpPr>
          <p:sp>
            <p:nvSpPr>
              <p:cNvPr id="827" name="Google Shape;827;p20"/>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8" name="Google Shape;828;p20"/>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40000">
                    <a:srgbClr val="FF9900">
                      <a:alpha val="40784"/>
                      <a:alpha val="46820"/>
                    </a:srgbClr>
                  </a:gs>
                  <a:gs pos="100000">
                    <a:srgbClr val="FFFFFF">
                      <a:alpha val="0"/>
                      <a:alpha val="4682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829" name="Google Shape;829;p20"/>
          <p:cNvGrpSpPr/>
          <p:nvPr/>
        </p:nvGrpSpPr>
        <p:grpSpPr>
          <a:xfrm rot="-5400000">
            <a:off x="7274810" y="-1067450"/>
            <a:ext cx="3920501" cy="3213899"/>
            <a:chOff x="6643710" y="2822113"/>
            <a:chExt cx="3920501" cy="3213899"/>
          </a:xfrm>
        </p:grpSpPr>
        <p:pic>
          <p:nvPicPr>
            <p:cNvPr id="830" name="Google Shape;830;p20"/>
            <p:cNvPicPr preferRelativeResize="0"/>
            <p:nvPr/>
          </p:nvPicPr>
          <p:blipFill rotWithShape="1">
            <a:blip r:embed="rId2">
              <a:alphaModFix/>
            </a:blip>
            <a:srcRect b="26177" l="16960" r="7121" t="24719"/>
            <a:stretch/>
          </p:blipFill>
          <p:spPr>
            <a:xfrm>
              <a:off x="6643710" y="3043787"/>
              <a:ext cx="3920501" cy="2992224"/>
            </a:xfrm>
            <a:prstGeom prst="rect">
              <a:avLst/>
            </a:prstGeom>
            <a:noFill/>
            <a:ln>
              <a:noFill/>
            </a:ln>
          </p:spPr>
        </p:pic>
        <p:sp>
          <p:nvSpPr>
            <p:cNvPr id="831" name="Google Shape;831;p20"/>
            <p:cNvSpPr/>
            <p:nvPr/>
          </p:nvSpPr>
          <p:spPr>
            <a:xfrm rot="10800000">
              <a:off x="7869624" y="2920269"/>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2" name="Google Shape;832;p20"/>
            <p:cNvSpPr/>
            <p:nvPr/>
          </p:nvSpPr>
          <p:spPr>
            <a:xfrm rot="10800000">
              <a:off x="8028970" y="2920884"/>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3" name="Google Shape;833;p20"/>
            <p:cNvSpPr/>
            <p:nvPr/>
          </p:nvSpPr>
          <p:spPr>
            <a:xfrm>
              <a:off x="8764950" y="2822113"/>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34" name="Google Shape;834;p20"/>
            <p:cNvGrpSpPr/>
            <p:nvPr/>
          </p:nvGrpSpPr>
          <p:grpSpPr>
            <a:xfrm>
              <a:off x="8671987" y="3471620"/>
              <a:ext cx="699928" cy="1651024"/>
              <a:chOff x="8337812" y="3492483"/>
              <a:chExt cx="699928" cy="1651024"/>
            </a:xfrm>
          </p:grpSpPr>
          <p:sp>
            <p:nvSpPr>
              <p:cNvPr id="835" name="Google Shape;835;p20"/>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6" name="Google Shape;836;p20"/>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7" name="Google Shape;837;p20"/>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38" name="Google Shape;838;p20"/>
            <p:cNvGrpSpPr/>
            <p:nvPr/>
          </p:nvGrpSpPr>
          <p:grpSpPr>
            <a:xfrm>
              <a:off x="8279400" y="4281138"/>
              <a:ext cx="904666" cy="726121"/>
              <a:chOff x="7945225" y="4302000"/>
              <a:chExt cx="904666" cy="726121"/>
            </a:xfrm>
          </p:grpSpPr>
          <p:sp>
            <p:nvSpPr>
              <p:cNvPr id="839" name="Google Shape;839;p20"/>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0" name="Google Shape;840;p20"/>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1" name="Google Shape;841;p20"/>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2">
  <p:cSld name="CUSTOM_4_1">
    <p:spTree>
      <p:nvGrpSpPr>
        <p:cNvPr id="842" name="Shape 842"/>
        <p:cNvGrpSpPr/>
        <p:nvPr/>
      </p:nvGrpSpPr>
      <p:grpSpPr>
        <a:xfrm>
          <a:off x="0" y="0"/>
          <a:ext cx="0" cy="0"/>
          <a:chOff x="0" y="0"/>
          <a:chExt cx="0" cy="0"/>
        </a:xfrm>
      </p:grpSpPr>
      <p:sp>
        <p:nvSpPr>
          <p:cNvPr id="843" name="Google Shape;843;p21"/>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844" name="Google Shape;844;p21"/>
          <p:cNvSpPr txBox="1"/>
          <p:nvPr>
            <p:ph idx="1" type="body"/>
          </p:nvPr>
        </p:nvSpPr>
        <p:spPr>
          <a:xfrm>
            <a:off x="720000" y="1139550"/>
            <a:ext cx="4528500" cy="6978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AutoNum type="arabicPeriod"/>
              <a:defRPr/>
            </a:lvl1pPr>
            <a:lvl2pPr indent="-304800" lvl="1" marL="914400" rtl="0">
              <a:lnSpc>
                <a:spcPct val="115000"/>
              </a:lnSpc>
              <a:spcBef>
                <a:spcPts val="0"/>
              </a:spcBef>
              <a:spcAft>
                <a:spcPts val="0"/>
              </a:spcAft>
              <a:buClr>
                <a:srgbClr val="434343"/>
              </a:buClr>
              <a:buSzPts val="1200"/>
              <a:buFont typeface="Roboto Condensed Light"/>
              <a:buAutoNum type="alphaLcPeriod"/>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AutoNum type="romanLcPeriod"/>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AutoNum type="arabicPeriod"/>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AutoNum type="alphaLcPeriod"/>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AutoNum type="romanLcPeriod"/>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AutoNum type="arabicPeriod"/>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AutoNum type="alphaLcPeriod"/>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AutoNum type="romanLcPeriod"/>
              <a:defRPr>
                <a:solidFill>
                  <a:srgbClr val="434343"/>
                </a:solidFill>
              </a:defRPr>
            </a:lvl9pPr>
          </a:lstStyle>
          <a:p/>
        </p:txBody>
      </p:sp>
      <p:grpSp>
        <p:nvGrpSpPr>
          <p:cNvPr id="845" name="Google Shape;845;p21"/>
          <p:cNvGrpSpPr/>
          <p:nvPr/>
        </p:nvGrpSpPr>
        <p:grpSpPr>
          <a:xfrm>
            <a:off x="6846993" y="-1382193"/>
            <a:ext cx="4230595" cy="4230595"/>
            <a:chOff x="6597168" y="-1305993"/>
            <a:chExt cx="4230595" cy="4230595"/>
          </a:xfrm>
        </p:grpSpPr>
        <p:sp>
          <p:nvSpPr>
            <p:cNvPr id="846" name="Google Shape;846;p21"/>
            <p:cNvSpPr/>
            <p:nvPr/>
          </p:nvSpPr>
          <p:spPr>
            <a:xfrm flipH="1" rot="-8100000">
              <a:off x="7249845" y="-719557"/>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7" name="Google Shape;847;p21"/>
            <p:cNvSpPr/>
            <p:nvPr/>
          </p:nvSpPr>
          <p:spPr>
            <a:xfrm>
              <a:off x="8355611" y="-2920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48" name="Google Shape;848;p21"/>
            <p:cNvSpPr/>
            <p:nvPr/>
          </p:nvSpPr>
          <p:spPr>
            <a:xfrm>
              <a:off x="8608100" y="703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49" name="Google Shape;849;p21"/>
            <p:cNvGrpSpPr/>
            <p:nvPr/>
          </p:nvGrpSpPr>
          <p:grpSpPr>
            <a:xfrm>
              <a:off x="8449011" y="1244697"/>
              <a:ext cx="134100" cy="134100"/>
              <a:chOff x="-1999139" y="3143772"/>
              <a:chExt cx="134100" cy="134100"/>
            </a:xfrm>
          </p:grpSpPr>
          <p:sp>
            <p:nvSpPr>
              <p:cNvPr id="850" name="Google Shape;850;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1" name="Google Shape;851;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2" name="Google Shape;852;p21"/>
            <p:cNvGrpSpPr/>
            <p:nvPr/>
          </p:nvGrpSpPr>
          <p:grpSpPr>
            <a:xfrm>
              <a:off x="8577286" y="2178484"/>
              <a:ext cx="134100" cy="134100"/>
              <a:chOff x="-1999139" y="3143772"/>
              <a:chExt cx="134100" cy="134100"/>
            </a:xfrm>
          </p:grpSpPr>
          <p:sp>
            <p:nvSpPr>
              <p:cNvPr id="853" name="Google Shape;853;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4" name="Google Shape;854;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55" name="Google Shape;855;p21"/>
            <p:cNvGrpSpPr/>
            <p:nvPr/>
          </p:nvGrpSpPr>
          <p:grpSpPr>
            <a:xfrm>
              <a:off x="8526386" y="311022"/>
              <a:ext cx="134004" cy="134004"/>
              <a:chOff x="8356813" y="1074288"/>
              <a:chExt cx="351900" cy="351900"/>
            </a:xfrm>
          </p:grpSpPr>
          <p:sp>
            <p:nvSpPr>
              <p:cNvPr id="856" name="Google Shape;856;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7" name="Google Shape;857;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858" name="Google Shape;858;p21"/>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859" name="Google Shape;859;p21"/>
          <p:cNvGrpSpPr/>
          <p:nvPr/>
        </p:nvGrpSpPr>
        <p:grpSpPr>
          <a:xfrm rot="5400000">
            <a:off x="-1981527" y="1924690"/>
            <a:ext cx="6191222" cy="6191222"/>
            <a:chOff x="-2825827" y="1271890"/>
            <a:chExt cx="6191222" cy="6191222"/>
          </a:xfrm>
        </p:grpSpPr>
        <p:pic>
          <p:nvPicPr>
            <p:cNvPr id="860" name="Google Shape;860;p21"/>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861" name="Google Shape;861;p21"/>
            <p:cNvGrpSpPr/>
            <p:nvPr/>
          </p:nvGrpSpPr>
          <p:grpSpPr>
            <a:xfrm>
              <a:off x="-2825827" y="1271890"/>
              <a:ext cx="6191222" cy="6191222"/>
              <a:chOff x="-2825827" y="1271890"/>
              <a:chExt cx="6191222" cy="6191222"/>
            </a:xfrm>
          </p:grpSpPr>
          <p:sp>
            <p:nvSpPr>
              <p:cNvPr id="862" name="Google Shape;862;p21"/>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3" name="Google Shape;863;p21"/>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64" name="Google Shape;864;p21"/>
              <p:cNvGrpSpPr/>
              <p:nvPr/>
            </p:nvGrpSpPr>
            <p:grpSpPr>
              <a:xfrm rot="10800000">
                <a:off x="384881" y="3042905"/>
                <a:ext cx="134100" cy="134100"/>
                <a:chOff x="-1999139" y="3143772"/>
                <a:chExt cx="134100" cy="134100"/>
              </a:xfrm>
            </p:grpSpPr>
            <p:sp>
              <p:nvSpPr>
                <p:cNvPr id="865" name="Google Shape;865;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6" name="Google Shape;866;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67" name="Google Shape;867;p21"/>
              <p:cNvGrpSpPr/>
              <p:nvPr/>
            </p:nvGrpSpPr>
            <p:grpSpPr>
              <a:xfrm rot="10800000">
                <a:off x="146106" y="3710980"/>
                <a:ext cx="134100" cy="134100"/>
                <a:chOff x="-1999139" y="3143772"/>
                <a:chExt cx="134100" cy="134100"/>
              </a:xfrm>
            </p:grpSpPr>
            <p:sp>
              <p:nvSpPr>
                <p:cNvPr id="868" name="Google Shape;868;p21"/>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9" name="Google Shape;869;p21"/>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70" name="Google Shape;870;p21"/>
              <p:cNvGrpSpPr/>
              <p:nvPr/>
            </p:nvGrpSpPr>
            <p:grpSpPr>
              <a:xfrm>
                <a:off x="-102297" y="3780153"/>
                <a:ext cx="939901" cy="2449421"/>
                <a:chOff x="-102297" y="3780153"/>
                <a:chExt cx="939901" cy="2449421"/>
              </a:xfrm>
            </p:grpSpPr>
            <p:sp>
              <p:nvSpPr>
                <p:cNvPr id="871" name="Google Shape;871;p21"/>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2" name="Google Shape;872;p21"/>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73" name="Google Shape;873;p21"/>
                <p:cNvGrpSpPr/>
                <p:nvPr/>
              </p:nvGrpSpPr>
              <p:grpSpPr>
                <a:xfrm rot="10800000">
                  <a:off x="532825" y="5492502"/>
                  <a:ext cx="134004" cy="134004"/>
                  <a:chOff x="8356813" y="1074288"/>
                  <a:chExt cx="351900" cy="351900"/>
                </a:xfrm>
              </p:grpSpPr>
              <p:sp>
                <p:nvSpPr>
                  <p:cNvPr id="874" name="Google Shape;874;p21"/>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75" name="Google Shape;875;p21"/>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ext 3">
  <p:cSld name="CUSTOM_4_1_1">
    <p:spTree>
      <p:nvGrpSpPr>
        <p:cNvPr id="876" name="Shape 876"/>
        <p:cNvGrpSpPr/>
        <p:nvPr/>
      </p:nvGrpSpPr>
      <p:grpSpPr>
        <a:xfrm>
          <a:off x="0" y="0"/>
          <a:ext cx="0" cy="0"/>
          <a:chOff x="0" y="0"/>
          <a:chExt cx="0" cy="0"/>
        </a:xfrm>
      </p:grpSpPr>
      <p:grpSp>
        <p:nvGrpSpPr>
          <p:cNvPr id="877" name="Google Shape;877;p22"/>
          <p:cNvGrpSpPr/>
          <p:nvPr/>
        </p:nvGrpSpPr>
        <p:grpSpPr>
          <a:xfrm>
            <a:off x="4582521" y="2433470"/>
            <a:ext cx="5022035" cy="4764449"/>
            <a:chOff x="4571996" y="2268220"/>
            <a:chExt cx="5022035" cy="4764449"/>
          </a:xfrm>
        </p:grpSpPr>
        <p:pic>
          <p:nvPicPr>
            <p:cNvPr id="878" name="Google Shape;878;p22"/>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879" name="Google Shape;879;p22"/>
            <p:cNvGrpSpPr/>
            <p:nvPr/>
          </p:nvGrpSpPr>
          <p:grpSpPr>
            <a:xfrm rot="10800000">
              <a:off x="4571996" y="2268220"/>
              <a:ext cx="5022035" cy="4764449"/>
              <a:chOff x="-494406" y="-1584825"/>
              <a:chExt cx="4397193" cy="4171657"/>
            </a:xfrm>
          </p:grpSpPr>
          <p:grpSp>
            <p:nvGrpSpPr>
              <p:cNvPr id="880" name="Google Shape;880;p22"/>
              <p:cNvGrpSpPr/>
              <p:nvPr/>
            </p:nvGrpSpPr>
            <p:grpSpPr>
              <a:xfrm>
                <a:off x="245875" y="-51824"/>
                <a:ext cx="208200" cy="1824700"/>
                <a:chOff x="1040050" y="3812126"/>
                <a:chExt cx="208200" cy="1824700"/>
              </a:xfrm>
            </p:grpSpPr>
            <p:sp>
              <p:nvSpPr>
                <p:cNvPr id="881" name="Google Shape;881;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2" name="Google Shape;882;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3" name="Google Shape;883;p22"/>
              <p:cNvGrpSpPr/>
              <p:nvPr/>
            </p:nvGrpSpPr>
            <p:grpSpPr>
              <a:xfrm rot="-8100000">
                <a:off x="540898" y="-1172741"/>
                <a:ext cx="2552124" cy="3347490"/>
                <a:chOff x="2976325" y="908175"/>
                <a:chExt cx="4028179" cy="5283555"/>
              </a:xfrm>
            </p:grpSpPr>
            <p:sp>
              <p:nvSpPr>
                <p:cNvPr id="884" name="Google Shape;884;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5" name="Google Shape;885;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6" name="Google Shape;886;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87" name="Google Shape;887;p22"/>
              <p:cNvGrpSpPr/>
              <p:nvPr/>
            </p:nvGrpSpPr>
            <p:grpSpPr>
              <a:xfrm>
                <a:off x="-1" y="621223"/>
                <a:ext cx="699940" cy="478601"/>
                <a:chOff x="39722" y="4349021"/>
                <a:chExt cx="1061964" cy="726143"/>
              </a:xfrm>
            </p:grpSpPr>
            <p:grpSp>
              <p:nvGrpSpPr>
                <p:cNvPr id="888" name="Google Shape;888;p22"/>
                <p:cNvGrpSpPr/>
                <p:nvPr/>
              </p:nvGrpSpPr>
              <p:grpSpPr>
                <a:xfrm rot="2700000">
                  <a:off x="140502" y="4460924"/>
                  <a:ext cx="524584" cy="502337"/>
                  <a:chOff x="1189791" y="-1767331"/>
                  <a:chExt cx="904284" cy="865933"/>
                </a:xfrm>
              </p:grpSpPr>
              <p:sp>
                <p:nvSpPr>
                  <p:cNvPr id="889" name="Google Shape;88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890" name="Google Shape;890;p22"/>
                  <p:cNvGrpSpPr/>
                  <p:nvPr/>
                </p:nvGrpSpPr>
                <p:grpSpPr>
                  <a:xfrm>
                    <a:off x="1232795" y="-1740829"/>
                    <a:ext cx="717621" cy="717392"/>
                    <a:chOff x="1483457" y="3953671"/>
                    <a:chExt cx="717621" cy="717392"/>
                  </a:xfrm>
                </p:grpSpPr>
                <p:sp>
                  <p:nvSpPr>
                    <p:cNvPr id="891" name="Google Shape;89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2" name="Google Shape;89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3" name="Google Shape;89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4" name="Google Shape;89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5" name="Google Shape;89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896" name="Google Shape;89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897" name="Google Shape;897;p22"/>
              <p:cNvGrpSpPr/>
              <p:nvPr/>
            </p:nvGrpSpPr>
            <p:grpSpPr>
              <a:xfrm>
                <a:off x="955673" y="11"/>
                <a:ext cx="592576" cy="405260"/>
                <a:chOff x="39722" y="4349021"/>
                <a:chExt cx="1061964" cy="726143"/>
              </a:xfrm>
            </p:grpSpPr>
            <p:grpSp>
              <p:nvGrpSpPr>
                <p:cNvPr id="898" name="Google Shape;898;p22"/>
                <p:cNvGrpSpPr/>
                <p:nvPr/>
              </p:nvGrpSpPr>
              <p:grpSpPr>
                <a:xfrm rot="2700000">
                  <a:off x="140502" y="4460924"/>
                  <a:ext cx="524584" cy="502337"/>
                  <a:chOff x="1189791" y="-1767331"/>
                  <a:chExt cx="904284" cy="865933"/>
                </a:xfrm>
              </p:grpSpPr>
              <p:sp>
                <p:nvSpPr>
                  <p:cNvPr id="899" name="Google Shape;89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00" name="Google Shape;900;p22"/>
                  <p:cNvGrpSpPr/>
                  <p:nvPr/>
                </p:nvGrpSpPr>
                <p:grpSpPr>
                  <a:xfrm>
                    <a:off x="1232795" y="-1740829"/>
                    <a:ext cx="717621" cy="717392"/>
                    <a:chOff x="1483457" y="3953671"/>
                    <a:chExt cx="717621" cy="717392"/>
                  </a:xfrm>
                </p:grpSpPr>
                <p:sp>
                  <p:nvSpPr>
                    <p:cNvPr id="901" name="Google Shape;90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2" name="Google Shape;90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3" name="Google Shape;90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4" name="Google Shape;90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5" name="Google Shape;90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06" name="Google Shape;90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07" name="Google Shape;907;p22"/>
              <p:cNvGrpSpPr/>
              <p:nvPr/>
            </p:nvGrpSpPr>
            <p:grpSpPr>
              <a:xfrm>
                <a:off x="441574" y="-36652"/>
                <a:ext cx="699940" cy="478601"/>
                <a:chOff x="39722" y="4349021"/>
                <a:chExt cx="1061964" cy="726143"/>
              </a:xfrm>
            </p:grpSpPr>
            <p:grpSp>
              <p:nvGrpSpPr>
                <p:cNvPr id="908" name="Google Shape;908;p22"/>
                <p:cNvGrpSpPr/>
                <p:nvPr/>
              </p:nvGrpSpPr>
              <p:grpSpPr>
                <a:xfrm rot="2700000">
                  <a:off x="140502" y="4460924"/>
                  <a:ext cx="524584" cy="502337"/>
                  <a:chOff x="1189791" y="-1767331"/>
                  <a:chExt cx="904284" cy="865933"/>
                </a:xfrm>
              </p:grpSpPr>
              <p:sp>
                <p:nvSpPr>
                  <p:cNvPr id="909" name="Google Shape;909;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10" name="Google Shape;910;p22"/>
                  <p:cNvGrpSpPr/>
                  <p:nvPr/>
                </p:nvGrpSpPr>
                <p:grpSpPr>
                  <a:xfrm>
                    <a:off x="1232795" y="-1740829"/>
                    <a:ext cx="717621" cy="717392"/>
                    <a:chOff x="1483457" y="3953671"/>
                    <a:chExt cx="717621" cy="717392"/>
                  </a:xfrm>
                </p:grpSpPr>
                <p:sp>
                  <p:nvSpPr>
                    <p:cNvPr id="911" name="Google Shape;911;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2" name="Google Shape;912;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3" name="Google Shape;913;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4" name="Google Shape;914;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5" name="Google Shape;915;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16" name="Google Shape;916;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17" name="Google Shape;917;p22"/>
              <p:cNvGrpSpPr/>
              <p:nvPr/>
            </p:nvGrpSpPr>
            <p:grpSpPr>
              <a:xfrm>
                <a:off x="-494406" y="-252396"/>
                <a:ext cx="1741563" cy="1288563"/>
                <a:chOff x="-494406" y="-252396"/>
                <a:chExt cx="1741563" cy="1288563"/>
              </a:xfrm>
            </p:grpSpPr>
            <p:sp>
              <p:nvSpPr>
                <p:cNvPr id="918" name="Google Shape;91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9" name="Google Shape;91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20" name="Google Shape;920;p22"/>
            <p:cNvGrpSpPr/>
            <p:nvPr/>
          </p:nvGrpSpPr>
          <p:grpSpPr>
            <a:xfrm>
              <a:off x="5643425" y="4968525"/>
              <a:ext cx="439200" cy="439100"/>
              <a:chOff x="1101075" y="2142375"/>
              <a:chExt cx="439200" cy="439100"/>
            </a:xfrm>
          </p:grpSpPr>
          <p:sp>
            <p:nvSpPr>
              <p:cNvPr id="921" name="Google Shape;921;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2" name="Google Shape;922;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23" name="Google Shape;923;p22"/>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24" name="Google Shape;924;p22"/>
          <p:cNvSpPr txBox="1"/>
          <p:nvPr>
            <p:ph idx="1" type="body"/>
          </p:nvPr>
        </p:nvSpPr>
        <p:spPr>
          <a:xfrm>
            <a:off x="720000" y="1139550"/>
            <a:ext cx="4290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sp>
        <p:nvSpPr>
          <p:cNvPr id="925" name="Google Shape;925;p22"/>
          <p:cNvSpPr txBox="1"/>
          <p:nvPr>
            <p:ph idx="2" type="body"/>
          </p:nvPr>
        </p:nvSpPr>
        <p:spPr>
          <a:xfrm>
            <a:off x="5249025" y="1139550"/>
            <a:ext cx="3174900" cy="3431400"/>
          </a:xfrm>
          <a:prstGeom prst="rect">
            <a:avLst/>
          </a:prstGeom>
        </p:spPr>
        <p:txBody>
          <a:bodyPr anchorCtr="0" anchor="t" bIns="91425" lIns="91425" spcFirstLastPara="1" rIns="91425" wrap="square" tIns="91425">
            <a:noAutofit/>
          </a:bodyPr>
          <a:lstStyle>
            <a:lvl1pPr indent="-304800" lvl="0" marL="457200" rtl="0">
              <a:spcBef>
                <a:spcPts val="0"/>
              </a:spcBef>
              <a:spcAft>
                <a:spcPts val="0"/>
              </a:spcAft>
              <a:buClr>
                <a:srgbClr val="434343"/>
              </a:buClr>
              <a:buSzPts val="1200"/>
              <a:buChar char="●"/>
              <a:defRPr sz="1200">
                <a:solidFill>
                  <a:srgbClr val="191919"/>
                </a:solidFill>
              </a:defRPr>
            </a:lvl1pPr>
            <a:lvl2pPr indent="-304800" lvl="1" marL="914400" rtl="0">
              <a:lnSpc>
                <a:spcPct val="115000"/>
              </a:lnSpc>
              <a:spcBef>
                <a:spcPts val="0"/>
              </a:spcBef>
              <a:spcAft>
                <a:spcPts val="0"/>
              </a:spcAft>
              <a:buClr>
                <a:srgbClr val="434343"/>
              </a:buClr>
              <a:buSzPts val="1200"/>
              <a:buFont typeface="Roboto Condensed Light"/>
              <a:buChar char="○"/>
              <a:defRPr>
                <a:solidFill>
                  <a:srgbClr val="434343"/>
                </a:solidFill>
              </a:defRPr>
            </a:lvl2pPr>
            <a:lvl3pPr indent="-304800" lvl="2" marL="1371600" rtl="0">
              <a:lnSpc>
                <a:spcPct val="115000"/>
              </a:lnSpc>
              <a:spcBef>
                <a:spcPts val="0"/>
              </a:spcBef>
              <a:spcAft>
                <a:spcPts val="0"/>
              </a:spcAft>
              <a:buClr>
                <a:srgbClr val="434343"/>
              </a:buClr>
              <a:buSzPts val="1200"/>
              <a:buFont typeface="Roboto Condensed Light"/>
              <a:buChar char="■"/>
              <a:defRPr>
                <a:solidFill>
                  <a:srgbClr val="434343"/>
                </a:solidFill>
              </a:defRPr>
            </a:lvl3pPr>
            <a:lvl4pPr indent="-304800" lvl="3" marL="1828800" rtl="0">
              <a:lnSpc>
                <a:spcPct val="115000"/>
              </a:lnSpc>
              <a:spcBef>
                <a:spcPts val="0"/>
              </a:spcBef>
              <a:spcAft>
                <a:spcPts val="0"/>
              </a:spcAft>
              <a:buClr>
                <a:srgbClr val="434343"/>
              </a:buClr>
              <a:buSzPts val="1200"/>
              <a:buFont typeface="Roboto Condensed Light"/>
              <a:buChar char="●"/>
              <a:defRPr>
                <a:solidFill>
                  <a:srgbClr val="434343"/>
                </a:solidFill>
              </a:defRPr>
            </a:lvl4pPr>
            <a:lvl5pPr indent="-304800" lvl="4" marL="2286000" rtl="0">
              <a:lnSpc>
                <a:spcPct val="115000"/>
              </a:lnSpc>
              <a:spcBef>
                <a:spcPts val="0"/>
              </a:spcBef>
              <a:spcAft>
                <a:spcPts val="0"/>
              </a:spcAft>
              <a:buClr>
                <a:srgbClr val="434343"/>
              </a:buClr>
              <a:buSzPts val="1200"/>
              <a:buFont typeface="Roboto Condensed Light"/>
              <a:buChar char="○"/>
              <a:defRPr>
                <a:solidFill>
                  <a:srgbClr val="434343"/>
                </a:solidFill>
              </a:defRPr>
            </a:lvl5pPr>
            <a:lvl6pPr indent="-304800" lvl="5" marL="2743200" rtl="0">
              <a:lnSpc>
                <a:spcPct val="115000"/>
              </a:lnSpc>
              <a:spcBef>
                <a:spcPts val="0"/>
              </a:spcBef>
              <a:spcAft>
                <a:spcPts val="0"/>
              </a:spcAft>
              <a:buClr>
                <a:srgbClr val="434343"/>
              </a:buClr>
              <a:buSzPts val="1200"/>
              <a:buFont typeface="Roboto Condensed Light"/>
              <a:buChar char="■"/>
              <a:defRPr>
                <a:solidFill>
                  <a:srgbClr val="434343"/>
                </a:solidFill>
              </a:defRPr>
            </a:lvl6pPr>
            <a:lvl7pPr indent="-304800" lvl="6" marL="3200400" rtl="0">
              <a:lnSpc>
                <a:spcPct val="115000"/>
              </a:lnSpc>
              <a:spcBef>
                <a:spcPts val="0"/>
              </a:spcBef>
              <a:spcAft>
                <a:spcPts val="0"/>
              </a:spcAft>
              <a:buClr>
                <a:srgbClr val="434343"/>
              </a:buClr>
              <a:buSzPts val="1200"/>
              <a:buFont typeface="Roboto Condensed Light"/>
              <a:buChar char="●"/>
              <a:defRPr>
                <a:solidFill>
                  <a:srgbClr val="434343"/>
                </a:solidFill>
              </a:defRPr>
            </a:lvl7pPr>
            <a:lvl8pPr indent="-304800" lvl="7" marL="3657600" rtl="0">
              <a:lnSpc>
                <a:spcPct val="115000"/>
              </a:lnSpc>
              <a:spcBef>
                <a:spcPts val="0"/>
              </a:spcBef>
              <a:spcAft>
                <a:spcPts val="0"/>
              </a:spcAft>
              <a:buClr>
                <a:srgbClr val="434343"/>
              </a:buClr>
              <a:buSzPts val="1200"/>
              <a:buFont typeface="Roboto Condensed Light"/>
              <a:buChar char="○"/>
              <a:defRPr>
                <a:solidFill>
                  <a:srgbClr val="434343"/>
                </a:solidFill>
              </a:defRPr>
            </a:lvl8pPr>
            <a:lvl9pPr indent="-304800" lvl="8" marL="4114800" rtl="0">
              <a:lnSpc>
                <a:spcPct val="115000"/>
              </a:lnSpc>
              <a:spcBef>
                <a:spcPts val="0"/>
              </a:spcBef>
              <a:spcAft>
                <a:spcPts val="0"/>
              </a:spcAft>
              <a:buClr>
                <a:srgbClr val="434343"/>
              </a:buClr>
              <a:buSzPts val="1200"/>
              <a:buFont typeface="Roboto Condensed Light"/>
              <a:buChar char="■"/>
              <a:defRPr>
                <a:solidFill>
                  <a:srgbClr val="434343"/>
                </a:solidFill>
              </a:defRPr>
            </a:lvl9pPr>
          </a:lstStyle>
          <a:p/>
        </p:txBody>
      </p:sp>
      <p:grpSp>
        <p:nvGrpSpPr>
          <p:cNvPr id="926" name="Google Shape;926;p22"/>
          <p:cNvGrpSpPr/>
          <p:nvPr/>
        </p:nvGrpSpPr>
        <p:grpSpPr>
          <a:xfrm>
            <a:off x="-913829" y="-2335097"/>
            <a:ext cx="5022161" cy="4764814"/>
            <a:chOff x="-837629" y="-2258897"/>
            <a:chExt cx="5022161" cy="4764814"/>
          </a:xfrm>
        </p:grpSpPr>
        <p:grpSp>
          <p:nvGrpSpPr>
            <p:cNvPr id="927" name="Google Shape;927;p22"/>
            <p:cNvGrpSpPr/>
            <p:nvPr/>
          </p:nvGrpSpPr>
          <p:grpSpPr>
            <a:xfrm>
              <a:off x="-837629" y="-736613"/>
              <a:ext cx="1989039" cy="1471668"/>
              <a:chOff x="-494406" y="-252396"/>
              <a:chExt cx="1741563" cy="1288563"/>
            </a:xfrm>
          </p:grpSpPr>
          <p:sp>
            <p:nvSpPr>
              <p:cNvPr id="928" name="Google Shape;928;p22"/>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9" name="Google Shape;929;p22"/>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0" name="Google Shape;930;p22"/>
            <p:cNvGrpSpPr/>
            <p:nvPr/>
          </p:nvGrpSpPr>
          <p:grpSpPr>
            <a:xfrm rot="-8100000">
              <a:off x="344623" y="-1788220"/>
              <a:ext cx="2915004" cy="3823461"/>
              <a:chOff x="2976325" y="908175"/>
              <a:chExt cx="4028179" cy="5283555"/>
            </a:xfrm>
          </p:grpSpPr>
          <p:sp>
            <p:nvSpPr>
              <p:cNvPr id="931" name="Google Shape;931;p22"/>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2" name="Google Shape;932;p22"/>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3" name="Google Shape;933;p22"/>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34" name="Google Shape;934;p22"/>
            <p:cNvGrpSpPr/>
            <p:nvPr/>
          </p:nvGrpSpPr>
          <p:grpSpPr>
            <a:xfrm>
              <a:off x="-272968" y="261330"/>
              <a:ext cx="799446" cy="546640"/>
              <a:chOff x="39722" y="4349021"/>
              <a:chExt cx="1061964" cy="726143"/>
            </a:xfrm>
          </p:grpSpPr>
          <p:grpSp>
            <p:nvGrpSpPr>
              <p:cNvPr id="935" name="Google Shape;935;p22"/>
              <p:cNvGrpSpPr/>
              <p:nvPr/>
            </p:nvGrpSpPr>
            <p:grpSpPr>
              <a:xfrm rot="2700000">
                <a:off x="140502" y="4460924"/>
                <a:ext cx="524584" cy="502337"/>
                <a:chOff x="1189791" y="-1767331"/>
                <a:chExt cx="904284" cy="865933"/>
              </a:xfrm>
            </p:grpSpPr>
            <p:sp>
              <p:nvSpPr>
                <p:cNvPr id="936" name="Google Shape;936;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37" name="Google Shape;937;p22"/>
                <p:cNvGrpSpPr/>
                <p:nvPr/>
              </p:nvGrpSpPr>
              <p:grpSpPr>
                <a:xfrm>
                  <a:off x="1232795" y="-1740829"/>
                  <a:ext cx="717621" cy="717392"/>
                  <a:chOff x="1483457" y="3953671"/>
                  <a:chExt cx="717621" cy="717392"/>
                </a:xfrm>
              </p:grpSpPr>
              <p:sp>
                <p:nvSpPr>
                  <p:cNvPr id="938" name="Google Shape;938;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39" name="Google Shape;939;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0" name="Google Shape;940;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1" name="Google Shape;941;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2" name="Google Shape;942;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43" name="Google Shape;943;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44" name="Google Shape;944;p22"/>
          <p:cNvGrpSpPr/>
          <p:nvPr/>
        </p:nvGrpSpPr>
        <p:grpSpPr>
          <a:xfrm>
            <a:off x="-224248" y="3297090"/>
            <a:ext cx="605804" cy="2417785"/>
            <a:chOff x="-224248" y="3297090"/>
            <a:chExt cx="605804" cy="2417785"/>
          </a:xfrm>
        </p:grpSpPr>
        <p:grpSp>
          <p:nvGrpSpPr>
            <p:cNvPr id="945" name="Google Shape;945;p22"/>
            <p:cNvGrpSpPr/>
            <p:nvPr/>
          </p:nvGrpSpPr>
          <p:grpSpPr>
            <a:xfrm>
              <a:off x="143770" y="3630885"/>
              <a:ext cx="237785" cy="2083990"/>
              <a:chOff x="1040050" y="3812126"/>
              <a:chExt cx="208200" cy="1824700"/>
            </a:xfrm>
          </p:grpSpPr>
          <p:sp>
            <p:nvSpPr>
              <p:cNvPr id="946" name="Google Shape;946;p22"/>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7" name="Google Shape;947;p22"/>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48" name="Google Shape;948;p22"/>
            <p:cNvGrpSpPr/>
            <p:nvPr/>
          </p:nvGrpSpPr>
          <p:grpSpPr>
            <a:xfrm rot="10800000">
              <a:off x="-224248" y="3297090"/>
              <a:ext cx="439200" cy="439100"/>
              <a:chOff x="1101075" y="2142375"/>
              <a:chExt cx="439200" cy="439100"/>
            </a:xfrm>
          </p:grpSpPr>
          <p:sp>
            <p:nvSpPr>
              <p:cNvPr id="949" name="Google Shape;949;p22"/>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0" name="Google Shape;950;p22"/>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951" name="Google Shape;951;p22"/>
          <p:cNvGrpSpPr/>
          <p:nvPr/>
        </p:nvGrpSpPr>
        <p:grpSpPr>
          <a:xfrm>
            <a:off x="3585480" y="-1456810"/>
            <a:ext cx="3681465" cy="2759625"/>
            <a:chOff x="3585480" y="-1380610"/>
            <a:chExt cx="3681465" cy="2759625"/>
          </a:xfrm>
        </p:grpSpPr>
        <p:pic>
          <p:nvPicPr>
            <p:cNvPr id="952" name="Google Shape;952;p22"/>
            <p:cNvPicPr preferRelativeResize="0"/>
            <p:nvPr/>
          </p:nvPicPr>
          <p:blipFill rotWithShape="1">
            <a:blip r:embed="rId2">
              <a:alphaModFix/>
            </a:blip>
            <a:srcRect b="26177" l="16960" r="7121" t="24719"/>
            <a:stretch/>
          </p:blipFill>
          <p:spPr>
            <a:xfrm flipH="1" rot="10800000">
              <a:off x="3585480" y="-1380610"/>
              <a:ext cx="3615750" cy="2759625"/>
            </a:xfrm>
            <a:prstGeom prst="rect">
              <a:avLst/>
            </a:prstGeom>
            <a:noFill/>
            <a:ln>
              <a:noFill/>
            </a:ln>
          </p:spPr>
        </p:pic>
        <p:grpSp>
          <p:nvGrpSpPr>
            <p:cNvPr id="953" name="Google Shape;953;p22"/>
            <p:cNvGrpSpPr/>
            <p:nvPr/>
          </p:nvGrpSpPr>
          <p:grpSpPr>
            <a:xfrm>
              <a:off x="6590156" y="-232440"/>
              <a:ext cx="676790" cy="462843"/>
              <a:chOff x="39722" y="4349021"/>
              <a:chExt cx="1061964" cy="726143"/>
            </a:xfrm>
          </p:grpSpPr>
          <p:grpSp>
            <p:nvGrpSpPr>
              <p:cNvPr id="954" name="Google Shape;954;p22"/>
              <p:cNvGrpSpPr/>
              <p:nvPr/>
            </p:nvGrpSpPr>
            <p:grpSpPr>
              <a:xfrm rot="2700000">
                <a:off x="140502" y="4460924"/>
                <a:ext cx="524584" cy="502337"/>
                <a:chOff x="1189791" y="-1767331"/>
                <a:chExt cx="904284" cy="865933"/>
              </a:xfrm>
            </p:grpSpPr>
            <p:sp>
              <p:nvSpPr>
                <p:cNvPr id="955" name="Google Shape;95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56" name="Google Shape;956;p22"/>
                <p:cNvGrpSpPr/>
                <p:nvPr/>
              </p:nvGrpSpPr>
              <p:grpSpPr>
                <a:xfrm>
                  <a:off x="1232795" y="-1740829"/>
                  <a:ext cx="717621" cy="717392"/>
                  <a:chOff x="1483457" y="3953671"/>
                  <a:chExt cx="717621" cy="717392"/>
                </a:xfrm>
              </p:grpSpPr>
              <p:sp>
                <p:nvSpPr>
                  <p:cNvPr id="957" name="Google Shape;95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8" name="Google Shape;95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59" name="Google Shape;95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0" name="Google Shape;96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1" name="Google Shape;96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62" name="Google Shape;96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63" name="Google Shape;963;p22"/>
            <p:cNvGrpSpPr/>
            <p:nvPr/>
          </p:nvGrpSpPr>
          <p:grpSpPr>
            <a:xfrm>
              <a:off x="6003005" y="-274104"/>
              <a:ext cx="799446" cy="546640"/>
              <a:chOff x="39722" y="4349021"/>
              <a:chExt cx="1061964" cy="726143"/>
            </a:xfrm>
          </p:grpSpPr>
          <p:grpSp>
            <p:nvGrpSpPr>
              <p:cNvPr id="964" name="Google Shape;964;p22"/>
              <p:cNvGrpSpPr/>
              <p:nvPr/>
            </p:nvGrpSpPr>
            <p:grpSpPr>
              <a:xfrm rot="2700000">
                <a:off x="140502" y="4460924"/>
                <a:ext cx="524584" cy="502337"/>
                <a:chOff x="1189791" y="-1767331"/>
                <a:chExt cx="904284" cy="865933"/>
              </a:xfrm>
            </p:grpSpPr>
            <p:sp>
              <p:nvSpPr>
                <p:cNvPr id="965" name="Google Shape;965;p22"/>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66" name="Google Shape;966;p22"/>
                <p:cNvGrpSpPr/>
                <p:nvPr/>
              </p:nvGrpSpPr>
              <p:grpSpPr>
                <a:xfrm>
                  <a:off x="1232795" y="-1740829"/>
                  <a:ext cx="717621" cy="717392"/>
                  <a:chOff x="1483457" y="3953671"/>
                  <a:chExt cx="717621" cy="717392"/>
                </a:xfrm>
              </p:grpSpPr>
              <p:sp>
                <p:nvSpPr>
                  <p:cNvPr id="967" name="Google Shape;967;p22"/>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8" name="Google Shape;968;p22"/>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9" name="Google Shape;969;p22"/>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0" name="Google Shape;970;p22"/>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1" name="Google Shape;971;p22"/>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72" name="Google Shape;972;p22"/>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AND_TWO_COLUMNS_1">
    <p:spTree>
      <p:nvGrpSpPr>
        <p:cNvPr id="973" name="Shape 973"/>
        <p:cNvGrpSpPr/>
        <p:nvPr/>
      </p:nvGrpSpPr>
      <p:grpSpPr>
        <a:xfrm>
          <a:off x="0" y="0"/>
          <a:ext cx="0" cy="0"/>
          <a:chOff x="0" y="0"/>
          <a:chExt cx="0" cy="0"/>
        </a:xfrm>
      </p:grpSpPr>
      <p:sp>
        <p:nvSpPr>
          <p:cNvPr id="974" name="Google Shape;974;p2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975" name="Google Shape;975;p23"/>
          <p:cNvSpPr txBox="1"/>
          <p:nvPr>
            <p:ph idx="1" type="subTitle"/>
          </p:nvPr>
        </p:nvSpPr>
        <p:spPr>
          <a:xfrm>
            <a:off x="713225" y="2041525"/>
            <a:ext cx="5578500" cy="606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6" name="Google Shape;976;p23"/>
          <p:cNvSpPr txBox="1"/>
          <p:nvPr>
            <p:ph idx="2" type="subTitle"/>
          </p:nvPr>
        </p:nvSpPr>
        <p:spPr>
          <a:xfrm>
            <a:off x="713225" y="3366650"/>
            <a:ext cx="5578500" cy="6426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None/>
              <a:defRPr b="0" sz="14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977" name="Google Shape;977;p23"/>
          <p:cNvSpPr txBox="1"/>
          <p:nvPr>
            <p:ph idx="3" type="subTitle"/>
          </p:nvPr>
        </p:nvSpPr>
        <p:spPr>
          <a:xfrm>
            <a:off x="713225" y="167940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978" name="Google Shape;978;p23"/>
          <p:cNvSpPr txBox="1"/>
          <p:nvPr>
            <p:ph idx="4" type="subTitle"/>
          </p:nvPr>
        </p:nvSpPr>
        <p:spPr>
          <a:xfrm>
            <a:off x="713225" y="3040550"/>
            <a:ext cx="55785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979" name="Google Shape;979;p23"/>
          <p:cNvGrpSpPr/>
          <p:nvPr/>
        </p:nvGrpSpPr>
        <p:grpSpPr>
          <a:xfrm flipH="1" rot="-5400000">
            <a:off x="6239121" y="1032770"/>
            <a:ext cx="5022035" cy="4764449"/>
            <a:chOff x="4571996" y="2268220"/>
            <a:chExt cx="5022035" cy="4764449"/>
          </a:xfrm>
        </p:grpSpPr>
        <p:pic>
          <p:nvPicPr>
            <p:cNvPr id="980" name="Google Shape;980;p23"/>
            <p:cNvPicPr preferRelativeResize="0"/>
            <p:nvPr/>
          </p:nvPicPr>
          <p:blipFill rotWithShape="1">
            <a:blip r:embed="rId2">
              <a:alphaModFix/>
            </a:blip>
            <a:srcRect b="26177" l="16960" r="7121" t="24719"/>
            <a:stretch/>
          </p:blipFill>
          <p:spPr>
            <a:xfrm flipH="1">
              <a:off x="5978271" y="3376950"/>
              <a:ext cx="3615750" cy="2759625"/>
            </a:xfrm>
            <a:prstGeom prst="rect">
              <a:avLst/>
            </a:prstGeom>
            <a:noFill/>
            <a:ln>
              <a:noFill/>
            </a:ln>
          </p:spPr>
        </p:pic>
        <p:grpSp>
          <p:nvGrpSpPr>
            <p:cNvPr id="981" name="Google Shape;981;p23"/>
            <p:cNvGrpSpPr/>
            <p:nvPr/>
          </p:nvGrpSpPr>
          <p:grpSpPr>
            <a:xfrm rot="10800000">
              <a:off x="4571996" y="2268220"/>
              <a:ext cx="5022035" cy="4764449"/>
              <a:chOff x="-494406" y="-1584825"/>
              <a:chExt cx="4397193" cy="4171657"/>
            </a:xfrm>
          </p:grpSpPr>
          <p:grpSp>
            <p:nvGrpSpPr>
              <p:cNvPr id="982" name="Google Shape;982;p23"/>
              <p:cNvGrpSpPr/>
              <p:nvPr/>
            </p:nvGrpSpPr>
            <p:grpSpPr>
              <a:xfrm>
                <a:off x="245875" y="-51824"/>
                <a:ext cx="208200" cy="1824700"/>
                <a:chOff x="1040050" y="3812126"/>
                <a:chExt cx="208200" cy="1824700"/>
              </a:xfrm>
            </p:grpSpPr>
            <p:sp>
              <p:nvSpPr>
                <p:cNvPr id="983" name="Google Shape;983;p23"/>
                <p:cNvSpPr/>
                <p:nvPr/>
              </p:nvSpPr>
              <p:spPr>
                <a:xfrm>
                  <a:off x="1040050" y="3812126"/>
                  <a:ext cx="12550" cy="1824700"/>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4" name="Google Shape;984;p23"/>
                <p:cNvSpPr/>
                <p:nvPr/>
              </p:nvSpPr>
              <p:spPr>
                <a:xfrm>
                  <a:off x="1235741" y="3812126"/>
                  <a:ext cx="12509" cy="1824700"/>
                </a:xfrm>
                <a:custGeom>
                  <a:rect b="b" l="l" r="r" t="t"/>
                  <a:pathLst>
                    <a:path extrusionOk="0" h="27731" w="305">
                      <a:moveTo>
                        <a:pt x="0" y="1"/>
                      </a:moveTo>
                      <a:lnTo>
                        <a:pt x="0" y="27730"/>
                      </a:lnTo>
                      <a:lnTo>
                        <a:pt x="305" y="27730"/>
                      </a:lnTo>
                      <a:lnTo>
                        <a:pt x="305"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5" name="Google Shape;985;p23"/>
              <p:cNvGrpSpPr/>
              <p:nvPr/>
            </p:nvGrpSpPr>
            <p:grpSpPr>
              <a:xfrm rot="-8100000">
                <a:off x="540898" y="-1172741"/>
                <a:ext cx="2552124" cy="3347490"/>
                <a:chOff x="2976325" y="908175"/>
                <a:chExt cx="4028179" cy="5283555"/>
              </a:xfrm>
            </p:grpSpPr>
            <p:sp>
              <p:nvSpPr>
                <p:cNvPr id="986" name="Google Shape;986;p23"/>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7" name="Google Shape;987;p23"/>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88" name="Google Shape;988;p23"/>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89" name="Google Shape;989;p23"/>
              <p:cNvGrpSpPr/>
              <p:nvPr/>
            </p:nvGrpSpPr>
            <p:grpSpPr>
              <a:xfrm>
                <a:off x="-1" y="621223"/>
                <a:ext cx="699940" cy="478601"/>
                <a:chOff x="39722" y="4349021"/>
                <a:chExt cx="1061964" cy="726143"/>
              </a:xfrm>
            </p:grpSpPr>
            <p:grpSp>
              <p:nvGrpSpPr>
                <p:cNvPr id="990" name="Google Shape;990;p23"/>
                <p:cNvGrpSpPr/>
                <p:nvPr/>
              </p:nvGrpSpPr>
              <p:grpSpPr>
                <a:xfrm rot="2700000">
                  <a:off x="140502" y="4460924"/>
                  <a:ext cx="524584" cy="502337"/>
                  <a:chOff x="1189791" y="-1767331"/>
                  <a:chExt cx="904284" cy="865933"/>
                </a:xfrm>
              </p:grpSpPr>
              <p:sp>
                <p:nvSpPr>
                  <p:cNvPr id="991" name="Google Shape;99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992" name="Google Shape;992;p23"/>
                  <p:cNvGrpSpPr/>
                  <p:nvPr/>
                </p:nvGrpSpPr>
                <p:grpSpPr>
                  <a:xfrm>
                    <a:off x="1232795" y="-1740829"/>
                    <a:ext cx="717621" cy="717392"/>
                    <a:chOff x="1483457" y="3953671"/>
                    <a:chExt cx="717621" cy="717392"/>
                  </a:xfrm>
                </p:grpSpPr>
                <p:sp>
                  <p:nvSpPr>
                    <p:cNvPr id="993" name="Google Shape;99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4" name="Google Shape;99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5" name="Google Shape;99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6" name="Google Shape;99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97" name="Google Shape;99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998" name="Google Shape;99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999" name="Google Shape;999;p23"/>
              <p:cNvGrpSpPr/>
              <p:nvPr/>
            </p:nvGrpSpPr>
            <p:grpSpPr>
              <a:xfrm>
                <a:off x="955673" y="11"/>
                <a:ext cx="592576" cy="405260"/>
                <a:chOff x="39722" y="4349021"/>
                <a:chExt cx="1061964" cy="726143"/>
              </a:xfrm>
            </p:grpSpPr>
            <p:grpSp>
              <p:nvGrpSpPr>
                <p:cNvPr id="1000" name="Google Shape;1000;p23"/>
                <p:cNvGrpSpPr/>
                <p:nvPr/>
              </p:nvGrpSpPr>
              <p:grpSpPr>
                <a:xfrm rot="2700000">
                  <a:off x="140502" y="4460924"/>
                  <a:ext cx="524584" cy="502337"/>
                  <a:chOff x="1189791" y="-1767331"/>
                  <a:chExt cx="904284" cy="865933"/>
                </a:xfrm>
              </p:grpSpPr>
              <p:sp>
                <p:nvSpPr>
                  <p:cNvPr id="1001" name="Google Shape;100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02" name="Google Shape;1002;p23"/>
                  <p:cNvGrpSpPr/>
                  <p:nvPr/>
                </p:nvGrpSpPr>
                <p:grpSpPr>
                  <a:xfrm>
                    <a:off x="1232795" y="-1740829"/>
                    <a:ext cx="717621" cy="717392"/>
                    <a:chOff x="1483457" y="3953671"/>
                    <a:chExt cx="717621" cy="717392"/>
                  </a:xfrm>
                </p:grpSpPr>
                <p:sp>
                  <p:nvSpPr>
                    <p:cNvPr id="1003" name="Google Shape;100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4" name="Google Shape;100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5" name="Google Shape;100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6" name="Google Shape;100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7" name="Google Shape;100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08" name="Google Shape;100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09" name="Google Shape;1009;p23"/>
              <p:cNvGrpSpPr/>
              <p:nvPr/>
            </p:nvGrpSpPr>
            <p:grpSpPr>
              <a:xfrm>
                <a:off x="441574" y="-36652"/>
                <a:ext cx="699940" cy="478601"/>
                <a:chOff x="39722" y="4349021"/>
                <a:chExt cx="1061964" cy="726143"/>
              </a:xfrm>
            </p:grpSpPr>
            <p:grpSp>
              <p:nvGrpSpPr>
                <p:cNvPr id="1010" name="Google Shape;1010;p23"/>
                <p:cNvGrpSpPr/>
                <p:nvPr/>
              </p:nvGrpSpPr>
              <p:grpSpPr>
                <a:xfrm rot="2700000">
                  <a:off x="140502" y="4460924"/>
                  <a:ext cx="524584" cy="502337"/>
                  <a:chOff x="1189791" y="-1767331"/>
                  <a:chExt cx="904284" cy="865933"/>
                </a:xfrm>
              </p:grpSpPr>
              <p:sp>
                <p:nvSpPr>
                  <p:cNvPr id="1011" name="Google Shape;1011;p23"/>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12" name="Google Shape;1012;p23"/>
                  <p:cNvGrpSpPr/>
                  <p:nvPr/>
                </p:nvGrpSpPr>
                <p:grpSpPr>
                  <a:xfrm>
                    <a:off x="1232795" y="-1740829"/>
                    <a:ext cx="717621" cy="717392"/>
                    <a:chOff x="1483457" y="3953671"/>
                    <a:chExt cx="717621" cy="717392"/>
                  </a:xfrm>
                </p:grpSpPr>
                <p:sp>
                  <p:nvSpPr>
                    <p:cNvPr id="1013" name="Google Shape;1013;p23"/>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4" name="Google Shape;1014;p23"/>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5" name="Google Shape;1015;p23"/>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6" name="Google Shape;1016;p23"/>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17" name="Google Shape;1017;p23"/>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18" name="Google Shape;1018;p23"/>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19" name="Google Shape;1019;p23"/>
              <p:cNvGrpSpPr/>
              <p:nvPr/>
            </p:nvGrpSpPr>
            <p:grpSpPr>
              <a:xfrm>
                <a:off x="-494406" y="-252396"/>
                <a:ext cx="1741563" cy="1288563"/>
                <a:chOff x="-494406" y="-252396"/>
                <a:chExt cx="1741563" cy="1288563"/>
              </a:xfrm>
            </p:grpSpPr>
            <p:sp>
              <p:nvSpPr>
                <p:cNvPr id="1020" name="Google Shape;1020;p23"/>
                <p:cNvSpPr/>
                <p:nvPr/>
              </p:nvSpPr>
              <p:spPr>
                <a:xfrm rot="2700000">
                  <a:off x="137431"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1" name="Google Shape;1021;p23"/>
                <p:cNvSpPr/>
                <p:nvPr/>
              </p:nvSpPr>
              <p:spPr>
                <a:xfrm rot="2700000">
                  <a:off x="-315569" y="-53821"/>
                  <a:ext cx="930891" cy="891412"/>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22" name="Google Shape;1022;p23"/>
            <p:cNvGrpSpPr/>
            <p:nvPr/>
          </p:nvGrpSpPr>
          <p:grpSpPr>
            <a:xfrm>
              <a:off x="5643425" y="4968525"/>
              <a:ext cx="439200" cy="439100"/>
              <a:chOff x="1101075" y="2142375"/>
              <a:chExt cx="439200" cy="439100"/>
            </a:xfrm>
          </p:grpSpPr>
          <p:sp>
            <p:nvSpPr>
              <p:cNvPr id="1023" name="Google Shape;1023;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4" name="Google Shape;1024;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025" name="Google Shape;1025;p23"/>
          <p:cNvPicPr preferRelativeResize="0"/>
          <p:nvPr/>
        </p:nvPicPr>
        <p:blipFill rotWithShape="1">
          <a:blip r:embed="rId2">
            <a:alphaModFix/>
          </a:blip>
          <a:srcRect b="26177" l="16960" r="7121" t="24719"/>
          <a:stretch/>
        </p:blipFill>
        <p:spPr>
          <a:xfrm rot="5400000">
            <a:off x="-1432850" y="882950"/>
            <a:ext cx="2441950" cy="1863749"/>
          </a:xfrm>
          <a:prstGeom prst="rect">
            <a:avLst/>
          </a:prstGeom>
          <a:noFill/>
          <a:ln>
            <a:noFill/>
          </a:ln>
        </p:spPr>
      </p:pic>
      <p:grpSp>
        <p:nvGrpSpPr>
          <p:cNvPr id="1026" name="Google Shape;1026;p23"/>
          <p:cNvGrpSpPr/>
          <p:nvPr/>
        </p:nvGrpSpPr>
        <p:grpSpPr>
          <a:xfrm rot="10800000">
            <a:off x="6045700" y="237976"/>
            <a:ext cx="4558967" cy="134100"/>
            <a:chOff x="796100" y="3019701"/>
            <a:chExt cx="4558967" cy="134100"/>
          </a:xfrm>
        </p:grpSpPr>
        <p:sp>
          <p:nvSpPr>
            <p:cNvPr id="1027" name="Google Shape;1027;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28" name="Google Shape;1028;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29" name="Google Shape;1029;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0" name="Google Shape;1030;p23"/>
          <p:cNvGrpSpPr/>
          <p:nvPr/>
        </p:nvGrpSpPr>
        <p:grpSpPr>
          <a:xfrm>
            <a:off x="-1143750" y="3925887"/>
            <a:ext cx="4558967" cy="1517787"/>
            <a:chOff x="-1143750" y="3849687"/>
            <a:chExt cx="4558967" cy="1517787"/>
          </a:xfrm>
        </p:grpSpPr>
        <p:grpSp>
          <p:nvGrpSpPr>
            <p:cNvPr id="1031" name="Google Shape;1031;p23"/>
            <p:cNvGrpSpPr/>
            <p:nvPr/>
          </p:nvGrpSpPr>
          <p:grpSpPr>
            <a:xfrm rot="5400000">
              <a:off x="-805838" y="4155104"/>
              <a:ext cx="1517787" cy="906953"/>
              <a:chOff x="-55500" y="4835979"/>
              <a:chExt cx="1517787" cy="906953"/>
            </a:xfrm>
          </p:grpSpPr>
          <p:sp>
            <p:nvSpPr>
              <p:cNvPr id="1032" name="Google Shape;1032;p23"/>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3" name="Google Shape;1033;p23"/>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4" name="Google Shape;1034;p23"/>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5" name="Google Shape;1035;p23"/>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36" name="Google Shape;1036;p23"/>
            <p:cNvGrpSpPr/>
            <p:nvPr/>
          </p:nvGrpSpPr>
          <p:grpSpPr>
            <a:xfrm>
              <a:off x="-549966" y="3946426"/>
              <a:ext cx="2833357" cy="1421047"/>
              <a:chOff x="-677366" y="4067276"/>
              <a:chExt cx="2833357" cy="1421047"/>
            </a:xfrm>
          </p:grpSpPr>
          <p:sp>
            <p:nvSpPr>
              <p:cNvPr id="1037" name="Google Shape;1037;p23"/>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38" name="Google Shape;1038;p23"/>
              <p:cNvGrpSpPr/>
              <p:nvPr/>
            </p:nvGrpSpPr>
            <p:grpSpPr>
              <a:xfrm>
                <a:off x="317735" y="4614472"/>
                <a:ext cx="161977" cy="161940"/>
                <a:chOff x="1101075" y="2142375"/>
                <a:chExt cx="439200" cy="439100"/>
              </a:xfrm>
            </p:grpSpPr>
            <p:sp>
              <p:nvSpPr>
                <p:cNvPr id="1039" name="Google Shape;1039;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0" name="Google Shape;1040;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41" name="Google Shape;1041;p23"/>
              <p:cNvGrpSpPr/>
              <p:nvPr/>
            </p:nvGrpSpPr>
            <p:grpSpPr>
              <a:xfrm rot="10800000">
                <a:off x="1700151" y="5032693"/>
                <a:ext cx="161977" cy="161940"/>
                <a:chOff x="1101075" y="2142375"/>
                <a:chExt cx="439200" cy="439100"/>
              </a:xfrm>
            </p:grpSpPr>
            <p:sp>
              <p:nvSpPr>
                <p:cNvPr id="1042" name="Google Shape;1042;p23"/>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3" name="Google Shape;1043;p23"/>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44" name="Google Shape;1044;p23"/>
            <p:cNvSpPr/>
            <p:nvPr/>
          </p:nvSpPr>
          <p:spPr>
            <a:xfrm rot="-5400000">
              <a:off x="362395"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45" name="Google Shape;1045;p23"/>
            <p:cNvGrpSpPr/>
            <p:nvPr/>
          </p:nvGrpSpPr>
          <p:grpSpPr>
            <a:xfrm>
              <a:off x="-1143750" y="4741576"/>
              <a:ext cx="4558967" cy="134100"/>
              <a:chOff x="796100" y="3019701"/>
              <a:chExt cx="4558967" cy="134100"/>
            </a:xfrm>
          </p:grpSpPr>
          <p:sp>
            <p:nvSpPr>
              <p:cNvPr id="1046" name="Google Shape;1046;p23"/>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47" name="Google Shape;1047;p23"/>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48" name="Google Shape;1048;p23"/>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p:cSld name="CUSTOM_6">
    <p:spTree>
      <p:nvGrpSpPr>
        <p:cNvPr id="1049" name="Shape 1049"/>
        <p:cNvGrpSpPr/>
        <p:nvPr/>
      </p:nvGrpSpPr>
      <p:grpSpPr>
        <a:xfrm>
          <a:off x="0" y="0"/>
          <a:ext cx="0" cy="0"/>
          <a:chOff x="0" y="0"/>
          <a:chExt cx="0" cy="0"/>
        </a:xfrm>
      </p:grpSpPr>
      <p:grpSp>
        <p:nvGrpSpPr>
          <p:cNvPr id="1050" name="Google Shape;1050;p24"/>
          <p:cNvGrpSpPr/>
          <p:nvPr/>
        </p:nvGrpSpPr>
        <p:grpSpPr>
          <a:xfrm>
            <a:off x="7059553" y="-2136808"/>
            <a:ext cx="4192757" cy="4558967"/>
            <a:chOff x="6983353" y="-2136808"/>
            <a:chExt cx="4192757" cy="4558967"/>
          </a:xfrm>
        </p:grpSpPr>
        <p:grpSp>
          <p:nvGrpSpPr>
            <p:cNvPr id="1051" name="Google Shape;1051;p24"/>
            <p:cNvGrpSpPr/>
            <p:nvPr/>
          </p:nvGrpSpPr>
          <p:grpSpPr>
            <a:xfrm rot="-509296">
              <a:off x="7187207" y="-982000"/>
              <a:ext cx="3785049" cy="3043008"/>
              <a:chOff x="7103825" y="-713112"/>
              <a:chExt cx="3785226" cy="3043150"/>
            </a:xfrm>
          </p:grpSpPr>
          <p:sp>
            <p:nvSpPr>
              <p:cNvPr id="1052" name="Google Shape;1052;p24"/>
              <p:cNvSpPr/>
              <p:nvPr/>
            </p:nvSpPr>
            <p:spPr>
              <a:xfrm rot="-3600017">
                <a:off x="7761095" y="-21"/>
                <a:ext cx="2152450" cy="1864030"/>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053" name="Google Shape;1053;p24"/>
              <p:cNvPicPr preferRelativeResize="0"/>
              <p:nvPr/>
            </p:nvPicPr>
            <p:blipFill rotWithShape="1">
              <a:blip r:embed="rId2">
                <a:alphaModFix/>
              </a:blip>
              <a:srcRect b="17664" l="0" r="0" t="17657"/>
              <a:stretch/>
            </p:blipFill>
            <p:spPr>
              <a:xfrm>
                <a:off x="7103825" y="-713112"/>
                <a:ext cx="3785226" cy="2888974"/>
              </a:xfrm>
              <a:prstGeom prst="rect">
                <a:avLst/>
              </a:prstGeom>
              <a:noFill/>
              <a:ln>
                <a:noFill/>
              </a:ln>
            </p:spPr>
          </p:pic>
        </p:grpSp>
        <p:grpSp>
          <p:nvGrpSpPr>
            <p:cNvPr id="1054" name="Google Shape;1054;p24"/>
            <p:cNvGrpSpPr/>
            <p:nvPr/>
          </p:nvGrpSpPr>
          <p:grpSpPr>
            <a:xfrm rot="5400000">
              <a:off x="6489450" y="75626"/>
              <a:ext cx="4558967" cy="134100"/>
              <a:chOff x="796100" y="3019701"/>
              <a:chExt cx="4558967" cy="134100"/>
            </a:xfrm>
          </p:grpSpPr>
          <p:sp>
            <p:nvSpPr>
              <p:cNvPr id="1055" name="Google Shape;1055;p2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056" name="Google Shape;1056;p2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057" name="Google Shape;1057;p2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058" name="Google Shape;1058;p24"/>
          <p:cNvSpPr txBox="1"/>
          <p:nvPr>
            <p:ph idx="1" type="subTitle"/>
          </p:nvPr>
        </p:nvSpPr>
        <p:spPr>
          <a:xfrm>
            <a:off x="720000"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59" name="Google Shape;1059;p24"/>
          <p:cNvSpPr txBox="1"/>
          <p:nvPr>
            <p:ph idx="2" type="subTitle"/>
          </p:nvPr>
        </p:nvSpPr>
        <p:spPr>
          <a:xfrm>
            <a:off x="3584484"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0" name="Google Shape;1060;p24"/>
          <p:cNvSpPr txBox="1"/>
          <p:nvPr>
            <p:ph idx="3" type="subTitle"/>
          </p:nvPr>
        </p:nvSpPr>
        <p:spPr>
          <a:xfrm>
            <a:off x="6448975" y="26499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061" name="Google Shape;1061;p24"/>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062" name="Google Shape;1062;p24"/>
          <p:cNvSpPr txBox="1"/>
          <p:nvPr>
            <p:ph idx="4" type="subTitle"/>
          </p:nvPr>
        </p:nvSpPr>
        <p:spPr>
          <a:xfrm>
            <a:off x="720000"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3" name="Google Shape;1063;p24"/>
          <p:cNvSpPr txBox="1"/>
          <p:nvPr>
            <p:ph idx="5" type="subTitle"/>
          </p:nvPr>
        </p:nvSpPr>
        <p:spPr>
          <a:xfrm>
            <a:off x="3584483"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064" name="Google Shape;1064;p24"/>
          <p:cNvSpPr txBox="1"/>
          <p:nvPr>
            <p:ph idx="6" type="subTitle"/>
          </p:nvPr>
        </p:nvSpPr>
        <p:spPr>
          <a:xfrm>
            <a:off x="6448972" y="23238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065" name="Google Shape;1065;p24"/>
          <p:cNvGrpSpPr/>
          <p:nvPr/>
        </p:nvGrpSpPr>
        <p:grpSpPr>
          <a:xfrm>
            <a:off x="6067575" y="2796625"/>
            <a:ext cx="4006263" cy="4771152"/>
            <a:chOff x="5915175" y="2339425"/>
            <a:chExt cx="4006263" cy="4771152"/>
          </a:xfrm>
        </p:grpSpPr>
        <p:sp>
          <p:nvSpPr>
            <p:cNvPr id="1066" name="Google Shape;1066;p24"/>
            <p:cNvSpPr/>
            <p:nvPr/>
          </p:nvSpPr>
          <p:spPr>
            <a:xfrm>
              <a:off x="5915175" y="236128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7" name="Google Shape;1067;p24"/>
            <p:cNvSpPr/>
            <p:nvPr/>
          </p:nvSpPr>
          <p:spPr>
            <a:xfrm>
              <a:off x="6873793" y="233942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68" name="Google Shape;1068;p24"/>
            <p:cNvGrpSpPr/>
            <p:nvPr/>
          </p:nvGrpSpPr>
          <p:grpSpPr>
            <a:xfrm>
              <a:off x="7520550" y="4608575"/>
              <a:ext cx="582050" cy="582425"/>
              <a:chOff x="959750" y="3039275"/>
              <a:chExt cx="582050" cy="582425"/>
            </a:xfrm>
          </p:grpSpPr>
          <p:sp>
            <p:nvSpPr>
              <p:cNvPr id="1069" name="Google Shape;1069;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0" name="Google Shape;1070;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1" name="Google Shape;1071;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2" name="Google Shape;1072;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3" name="Google Shape;1073;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4" name="Google Shape;1074;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5" name="Google Shape;1075;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76" name="Google Shape;1076;p24"/>
            <p:cNvGrpSpPr/>
            <p:nvPr/>
          </p:nvGrpSpPr>
          <p:grpSpPr>
            <a:xfrm>
              <a:off x="8484675" y="3658275"/>
              <a:ext cx="582050" cy="582425"/>
              <a:chOff x="959750" y="3039275"/>
              <a:chExt cx="582050" cy="582425"/>
            </a:xfrm>
          </p:grpSpPr>
          <p:sp>
            <p:nvSpPr>
              <p:cNvPr id="1077" name="Google Shape;1077;p2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8" name="Google Shape;1078;p2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79" name="Google Shape;1079;p2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0" name="Google Shape;1080;p2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1" name="Google Shape;1081;p2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2" name="Google Shape;1082;p2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3" name="Google Shape;1083;p2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84" name="Google Shape;1084;p24"/>
          <p:cNvGrpSpPr/>
          <p:nvPr/>
        </p:nvGrpSpPr>
        <p:grpSpPr>
          <a:xfrm>
            <a:off x="-235366" y="3828554"/>
            <a:ext cx="5249359" cy="2992224"/>
            <a:chOff x="-258616" y="3430829"/>
            <a:chExt cx="5249359" cy="2992224"/>
          </a:xfrm>
        </p:grpSpPr>
        <p:pic>
          <p:nvPicPr>
            <p:cNvPr id="1085" name="Google Shape;1085;p24"/>
            <p:cNvPicPr preferRelativeResize="0"/>
            <p:nvPr/>
          </p:nvPicPr>
          <p:blipFill rotWithShape="1">
            <a:blip r:embed="rId3">
              <a:alphaModFix/>
            </a:blip>
            <a:srcRect b="26177" l="16960" r="7121" t="24719"/>
            <a:stretch/>
          </p:blipFill>
          <p:spPr>
            <a:xfrm>
              <a:off x="1070243" y="3430829"/>
              <a:ext cx="3920501" cy="2992224"/>
            </a:xfrm>
            <a:prstGeom prst="rect">
              <a:avLst/>
            </a:prstGeom>
            <a:noFill/>
            <a:ln>
              <a:noFill/>
            </a:ln>
          </p:spPr>
        </p:pic>
        <p:sp>
          <p:nvSpPr>
            <p:cNvPr id="1086" name="Google Shape;1086;p24"/>
            <p:cNvSpPr/>
            <p:nvPr/>
          </p:nvSpPr>
          <p:spPr>
            <a:xfrm>
              <a:off x="363250" y="46677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7" name="Google Shape;1087;p24"/>
            <p:cNvSpPr/>
            <p:nvPr/>
          </p:nvSpPr>
          <p:spPr>
            <a:xfrm>
              <a:off x="941424" y="47243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8" name="Google Shape;1088;p24"/>
            <p:cNvSpPr/>
            <p:nvPr/>
          </p:nvSpPr>
          <p:spPr>
            <a:xfrm>
              <a:off x="820562" y="49581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9" name="Google Shape;1089;p24"/>
            <p:cNvSpPr/>
            <p:nvPr/>
          </p:nvSpPr>
          <p:spPr>
            <a:xfrm>
              <a:off x="1299000" y="4608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0" name="Google Shape;1090;p24"/>
            <p:cNvSpPr/>
            <p:nvPr/>
          </p:nvSpPr>
          <p:spPr>
            <a:xfrm rot="5400000">
              <a:off x="447539" y="31337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091" name="Google Shape;1091;p24"/>
            <p:cNvGrpSpPr/>
            <p:nvPr/>
          </p:nvGrpSpPr>
          <p:grpSpPr>
            <a:xfrm>
              <a:off x="736485" y="4387072"/>
              <a:ext cx="161977" cy="161940"/>
              <a:chOff x="1101075" y="2142375"/>
              <a:chExt cx="439200" cy="439100"/>
            </a:xfrm>
          </p:grpSpPr>
          <p:sp>
            <p:nvSpPr>
              <p:cNvPr id="1092" name="Google Shape;1092;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3" name="Google Shape;1093;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094" name="Google Shape;1094;p24"/>
            <p:cNvGrpSpPr/>
            <p:nvPr/>
          </p:nvGrpSpPr>
          <p:grpSpPr>
            <a:xfrm rot="10800000">
              <a:off x="2118901" y="4805293"/>
              <a:ext cx="161977" cy="161940"/>
              <a:chOff x="1101075" y="2142375"/>
              <a:chExt cx="439200" cy="439100"/>
            </a:xfrm>
          </p:grpSpPr>
          <p:sp>
            <p:nvSpPr>
              <p:cNvPr id="1095" name="Google Shape;1095;p24"/>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96" name="Google Shape;1096;p24"/>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097" name="Google Shape;1097;p24"/>
          <p:cNvGrpSpPr/>
          <p:nvPr/>
        </p:nvGrpSpPr>
        <p:grpSpPr>
          <a:xfrm>
            <a:off x="-515563" y="-797996"/>
            <a:ext cx="1433417" cy="2584783"/>
            <a:chOff x="-363163" y="-645596"/>
            <a:chExt cx="1433417" cy="2584783"/>
          </a:xfrm>
        </p:grpSpPr>
        <p:grpSp>
          <p:nvGrpSpPr>
            <p:cNvPr id="1098" name="Google Shape;1098;p24"/>
            <p:cNvGrpSpPr/>
            <p:nvPr/>
          </p:nvGrpSpPr>
          <p:grpSpPr>
            <a:xfrm rot="10800000">
              <a:off x="-64595" y="-645596"/>
              <a:ext cx="1134849" cy="2370191"/>
              <a:chOff x="-575575" y="3685599"/>
              <a:chExt cx="1421048" cy="2967932"/>
            </a:xfrm>
          </p:grpSpPr>
          <p:sp>
            <p:nvSpPr>
              <p:cNvPr id="1099" name="Google Shape;1099;p24"/>
              <p:cNvSpPr/>
              <p:nvPr/>
            </p:nvSpPr>
            <p:spPr>
              <a:xfrm>
                <a:off x="-575575" y="3685599"/>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0" name="Google Shape;1100;p24"/>
              <p:cNvSpPr/>
              <p:nvPr/>
            </p:nvSpPr>
            <p:spPr>
              <a:xfrm rot="10800000">
                <a:off x="-575573" y="3820175"/>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01" name="Google Shape;1101;p24"/>
            <p:cNvSpPr/>
            <p:nvPr/>
          </p:nvSpPr>
          <p:spPr>
            <a:xfrm>
              <a:off x="0" y="36165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2" name="Google Shape;1102;p24"/>
            <p:cNvSpPr/>
            <p:nvPr/>
          </p:nvSpPr>
          <p:spPr>
            <a:xfrm>
              <a:off x="131225" y="0"/>
              <a:ext cx="581991" cy="575861"/>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03" name="Google Shape;1103;p24"/>
            <p:cNvGrpSpPr/>
            <p:nvPr/>
          </p:nvGrpSpPr>
          <p:grpSpPr>
            <a:xfrm flipH="1" rot="-2700000">
              <a:off x="-216370" y="1084101"/>
              <a:ext cx="708093" cy="708493"/>
              <a:chOff x="3678700" y="407275"/>
              <a:chExt cx="708100" cy="708500"/>
            </a:xfrm>
          </p:grpSpPr>
          <p:sp>
            <p:nvSpPr>
              <p:cNvPr id="1104" name="Google Shape;1104;p24"/>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5" name="Google Shape;1105;p24"/>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6" name="Google Shape;1106;p24"/>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7" name="Google Shape;1107;p24"/>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8" name="Google Shape;1108;p24"/>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9" name="Google Shape;1109;p24"/>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0" name="Google Shape;1110;p24"/>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hree columns 1">
  <p:cSld name="CUSTOM_6_1">
    <p:spTree>
      <p:nvGrpSpPr>
        <p:cNvPr id="1111" name="Shape 1111"/>
        <p:cNvGrpSpPr/>
        <p:nvPr/>
      </p:nvGrpSpPr>
      <p:grpSpPr>
        <a:xfrm>
          <a:off x="0" y="0"/>
          <a:ext cx="0" cy="0"/>
          <a:chOff x="0" y="0"/>
          <a:chExt cx="0" cy="0"/>
        </a:xfrm>
      </p:grpSpPr>
      <p:sp>
        <p:nvSpPr>
          <p:cNvPr id="1112" name="Google Shape;1112;p25"/>
          <p:cNvSpPr txBox="1"/>
          <p:nvPr>
            <p:ph idx="1" type="subTitle"/>
          </p:nvPr>
        </p:nvSpPr>
        <p:spPr>
          <a:xfrm>
            <a:off x="720000"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3" name="Google Shape;1113;p25"/>
          <p:cNvSpPr txBox="1"/>
          <p:nvPr>
            <p:ph idx="2" type="subTitle"/>
          </p:nvPr>
        </p:nvSpPr>
        <p:spPr>
          <a:xfrm>
            <a:off x="3584484"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4" name="Google Shape;1114;p25"/>
          <p:cNvSpPr txBox="1"/>
          <p:nvPr>
            <p:ph idx="3" type="subTitle"/>
          </p:nvPr>
        </p:nvSpPr>
        <p:spPr>
          <a:xfrm>
            <a:off x="6448975" y="3520475"/>
            <a:ext cx="1981800" cy="10881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15" name="Google Shape;1115;p25"/>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16" name="Google Shape;1116;p25"/>
          <p:cNvSpPr txBox="1"/>
          <p:nvPr>
            <p:ph idx="4" type="subTitle"/>
          </p:nvPr>
        </p:nvSpPr>
        <p:spPr>
          <a:xfrm>
            <a:off x="720000"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7" name="Google Shape;1117;p25"/>
          <p:cNvSpPr txBox="1"/>
          <p:nvPr>
            <p:ph idx="5" type="subTitle"/>
          </p:nvPr>
        </p:nvSpPr>
        <p:spPr>
          <a:xfrm>
            <a:off x="3584483"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8" name="Google Shape;1118;p25"/>
          <p:cNvSpPr txBox="1"/>
          <p:nvPr>
            <p:ph idx="6" type="subTitle"/>
          </p:nvPr>
        </p:nvSpPr>
        <p:spPr>
          <a:xfrm>
            <a:off x="6448972" y="3194375"/>
            <a:ext cx="19818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19" name="Google Shape;1119;p25"/>
          <p:cNvSpPr/>
          <p:nvPr>
            <p:ph idx="7" type="pic"/>
          </p:nvPr>
        </p:nvSpPr>
        <p:spPr>
          <a:xfrm>
            <a:off x="720000" y="1236800"/>
            <a:ext cx="1981800" cy="1662300"/>
          </a:xfrm>
          <a:prstGeom prst="snip1Rect">
            <a:avLst>
              <a:gd fmla="val 16667" name="adj"/>
            </a:avLst>
          </a:prstGeom>
          <a:noFill/>
          <a:ln>
            <a:noFill/>
          </a:ln>
        </p:spPr>
      </p:sp>
      <p:sp>
        <p:nvSpPr>
          <p:cNvPr id="1120" name="Google Shape;1120;p25"/>
          <p:cNvSpPr/>
          <p:nvPr>
            <p:ph idx="8" type="pic"/>
          </p:nvPr>
        </p:nvSpPr>
        <p:spPr>
          <a:xfrm>
            <a:off x="3584475" y="1236800"/>
            <a:ext cx="1981800" cy="1662300"/>
          </a:xfrm>
          <a:prstGeom prst="snip1Rect">
            <a:avLst>
              <a:gd fmla="val 16667" name="adj"/>
            </a:avLst>
          </a:prstGeom>
          <a:noFill/>
          <a:ln>
            <a:noFill/>
          </a:ln>
        </p:spPr>
      </p:sp>
      <p:sp>
        <p:nvSpPr>
          <p:cNvPr id="1121" name="Google Shape;1121;p25"/>
          <p:cNvSpPr/>
          <p:nvPr>
            <p:ph idx="9" type="pic"/>
          </p:nvPr>
        </p:nvSpPr>
        <p:spPr>
          <a:xfrm>
            <a:off x="6448950" y="1236800"/>
            <a:ext cx="1981800" cy="1662300"/>
          </a:xfrm>
          <a:prstGeom prst="snip1Rect">
            <a:avLst>
              <a:gd fmla="val 16667" name="adj"/>
            </a:avLst>
          </a:prstGeom>
          <a:noFill/>
          <a:ln>
            <a:noFill/>
          </a:ln>
        </p:spPr>
      </p:sp>
      <p:grpSp>
        <p:nvGrpSpPr>
          <p:cNvPr id="1122" name="Google Shape;1122;p25"/>
          <p:cNvGrpSpPr/>
          <p:nvPr/>
        </p:nvGrpSpPr>
        <p:grpSpPr>
          <a:xfrm>
            <a:off x="-928041" y="3925887"/>
            <a:ext cx="2833357" cy="1517787"/>
            <a:chOff x="-623241" y="3849687"/>
            <a:chExt cx="2833357" cy="1517787"/>
          </a:xfrm>
        </p:grpSpPr>
        <p:grpSp>
          <p:nvGrpSpPr>
            <p:cNvPr id="1123" name="Google Shape;1123;p25"/>
            <p:cNvGrpSpPr/>
            <p:nvPr/>
          </p:nvGrpSpPr>
          <p:grpSpPr>
            <a:xfrm rot="5400000">
              <a:off x="-879113" y="4155104"/>
              <a:ext cx="1517787" cy="906953"/>
              <a:chOff x="-55500" y="4835979"/>
              <a:chExt cx="1517787" cy="906953"/>
            </a:xfrm>
          </p:grpSpPr>
          <p:sp>
            <p:nvSpPr>
              <p:cNvPr id="1124" name="Google Shape;1124;p25"/>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5" name="Google Shape;1125;p25"/>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6" name="Google Shape;1126;p25"/>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7" name="Google Shape;1127;p25"/>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28" name="Google Shape;1128;p25"/>
            <p:cNvGrpSpPr/>
            <p:nvPr/>
          </p:nvGrpSpPr>
          <p:grpSpPr>
            <a:xfrm>
              <a:off x="-623241" y="3946426"/>
              <a:ext cx="2833357" cy="1421047"/>
              <a:chOff x="-677366" y="4067276"/>
              <a:chExt cx="2833357" cy="1421047"/>
            </a:xfrm>
          </p:grpSpPr>
          <p:sp>
            <p:nvSpPr>
              <p:cNvPr id="1129" name="Google Shape;1129;p25"/>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30" name="Google Shape;1130;p25"/>
              <p:cNvGrpSpPr/>
              <p:nvPr/>
            </p:nvGrpSpPr>
            <p:grpSpPr>
              <a:xfrm>
                <a:off x="317735" y="4614472"/>
                <a:ext cx="161977" cy="161940"/>
                <a:chOff x="1101075" y="2142375"/>
                <a:chExt cx="439200" cy="439100"/>
              </a:xfrm>
            </p:grpSpPr>
            <p:sp>
              <p:nvSpPr>
                <p:cNvPr id="1131" name="Google Shape;1131;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2" name="Google Shape;1132;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3" name="Google Shape;1133;p25"/>
              <p:cNvGrpSpPr/>
              <p:nvPr/>
            </p:nvGrpSpPr>
            <p:grpSpPr>
              <a:xfrm rot="10800000">
                <a:off x="1700151" y="5032693"/>
                <a:ext cx="161977" cy="161940"/>
                <a:chOff x="1101075" y="2142375"/>
                <a:chExt cx="439200" cy="439100"/>
              </a:xfrm>
            </p:grpSpPr>
            <p:sp>
              <p:nvSpPr>
                <p:cNvPr id="1134" name="Google Shape;1134;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35" name="Google Shape;1135;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136" name="Google Shape;1136;p25"/>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37" name="Google Shape;1137;p25"/>
          <p:cNvGrpSpPr/>
          <p:nvPr/>
        </p:nvGrpSpPr>
        <p:grpSpPr>
          <a:xfrm>
            <a:off x="6400125" y="-1754449"/>
            <a:ext cx="4189199" cy="3065874"/>
            <a:chOff x="6171525" y="-1678249"/>
            <a:chExt cx="4189199" cy="3065874"/>
          </a:xfrm>
        </p:grpSpPr>
        <p:sp>
          <p:nvSpPr>
            <p:cNvPr id="1138" name="Google Shape;1138;p25"/>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139" name="Google Shape;1139;p25"/>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140" name="Google Shape;1140;p25"/>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41" name="Google Shape;1141;p25"/>
            <p:cNvGrpSpPr/>
            <p:nvPr/>
          </p:nvGrpSpPr>
          <p:grpSpPr>
            <a:xfrm rot="-2700000">
              <a:off x="8302147" y="61289"/>
              <a:ext cx="582044" cy="582419"/>
              <a:chOff x="959750" y="3039275"/>
              <a:chExt cx="582050" cy="582425"/>
            </a:xfrm>
          </p:grpSpPr>
          <p:sp>
            <p:nvSpPr>
              <p:cNvPr id="1142" name="Google Shape;1142;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3" name="Google Shape;1143;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4" name="Google Shape;1144;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5" name="Google Shape;1145;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6" name="Google Shape;1146;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7" name="Google Shape;1147;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8" name="Google Shape;1148;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49" name="Google Shape;1149;p25"/>
            <p:cNvGrpSpPr/>
            <p:nvPr/>
          </p:nvGrpSpPr>
          <p:grpSpPr>
            <a:xfrm rot="-2700000">
              <a:off x="8551447" y="61289"/>
              <a:ext cx="582044" cy="582419"/>
              <a:chOff x="959750" y="3039275"/>
              <a:chExt cx="582050" cy="582425"/>
            </a:xfrm>
          </p:grpSpPr>
          <p:sp>
            <p:nvSpPr>
              <p:cNvPr id="1150" name="Google Shape;1150;p25"/>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1" name="Google Shape;1151;p25"/>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2" name="Google Shape;1152;p25"/>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3" name="Google Shape;1153;p25"/>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4" name="Google Shape;1154;p25"/>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5" name="Google Shape;1155;p25"/>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6" name="Google Shape;1156;p25"/>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157" name="Google Shape;1157;p25"/>
          <p:cNvGrpSpPr/>
          <p:nvPr/>
        </p:nvGrpSpPr>
        <p:grpSpPr>
          <a:xfrm rot="2700000">
            <a:off x="8945322" y="2352177"/>
            <a:ext cx="439196" cy="439096"/>
            <a:chOff x="1101075" y="2142375"/>
            <a:chExt cx="439200" cy="439100"/>
          </a:xfrm>
        </p:grpSpPr>
        <p:sp>
          <p:nvSpPr>
            <p:cNvPr id="1158" name="Google Shape;1158;p25"/>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9" name="Google Shape;1159;p25"/>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60" name="Google Shape;1160;p25"/>
          <p:cNvGrpSpPr/>
          <p:nvPr/>
        </p:nvGrpSpPr>
        <p:grpSpPr>
          <a:xfrm rot="10800000">
            <a:off x="4995775" y="180626"/>
            <a:ext cx="4558967" cy="134100"/>
            <a:chOff x="796100" y="3019701"/>
            <a:chExt cx="4558967" cy="134100"/>
          </a:xfrm>
        </p:grpSpPr>
        <p:sp>
          <p:nvSpPr>
            <p:cNvPr id="1161" name="Google Shape;1161;p25"/>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162" name="Google Shape;1162;p25"/>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163" name="Google Shape;1163;p25"/>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four columns">
  <p:cSld name="CUSTOM_5">
    <p:spTree>
      <p:nvGrpSpPr>
        <p:cNvPr id="1164" name="Shape 1164"/>
        <p:cNvGrpSpPr/>
        <p:nvPr/>
      </p:nvGrpSpPr>
      <p:grpSpPr>
        <a:xfrm>
          <a:off x="0" y="0"/>
          <a:ext cx="0" cy="0"/>
          <a:chOff x="0" y="0"/>
          <a:chExt cx="0" cy="0"/>
        </a:xfrm>
      </p:grpSpPr>
      <p:sp>
        <p:nvSpPr>
          <p:cNvPr id="1165" name="Google Shape;1165;p26"/>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166" name="Google Shape;1166;p26"/>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7" name="Google Shape;1167;p26"/>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8" name="Google Shape;1168;p26"/>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69" name="Google Shape;1169;p26"/>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170" name="Google Shape;1170;p26"/>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1" name="Google Shape;1171;p26"/>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2" name="Google Shape;1172;p26"/>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173" name="Google Shape;1173;p26"/>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174" name="Google Shape;1174;p26"/>
          <p:cNvGrpSpPr/>
          <p:nvPr/>
        </p:nvGrpSpPr>
        <p:grpSpPr>
          <a:xfrm>
            <a:off x="-2902027" y="1271890"/>
            <a:ext cx="6191222" cy="6191222"/>
            <a:chOff x="-2825827" y="1271890"/>
            <a:chExt cx="6191222" cy="6191222"/>
          </a:xfrm>
        </p:grpSpPr>
        <p:pic>
          <p:nvPicPr>
            <p:cNvPr id="1175" name="Google Shape;1175;p26"/>
            <p:cNvPicPr preferRelativeResize="0"/>
            <p:nvPr/>
          </p:nvPicPr>
          <p:blipFill rotWithShape="1">
            <a:blip r:embed="rId2">
              <a:alphaModFix/>
            </a:blip>
            <a:srcRect b="26177" l="16960" r="7121" t="24719"/>
            <a:stretch/>
          </p:blipFill>
          <p:spPr>
            <a:xfrm>
              <a:off x="-680950" y="3866725"/>
              <a:ext cx="2441950" cy="1863749"/>
            </a:xfrm>
            <a:prstGeom prst="rect">
              <a:avLst/>
            </a:prstGeom>
            <a:noFill/>
            <a:ln>
              <a:noFill/>
            </a:ln>
          </p:spPr>
        </p:pic>
        <p:grpSp>
          <p:nvGrpSpPr>
            <p:cNvPr id="1176" name="Google Shape;1176;p26"/>
            <p:cNvGrpSpPr/>
            <p:nvPr/>
          </p:nvGrpSpPr>
          <p:grpSpPr>
            <a:xfrm>
              <a:off x="-2825827" y="1271890"/>
              <a:ext cx="6191222" cy="6191222"/>
              <a:chOff x="-2825827" y="1271890"/>
              <a:chExt cx="6191222" cy="6191222"/>
            </a:xfrm>
          </p:grpSpPr>
          <p:sp>
            <p:nvSpPr>
              <p:cNvPr id="1177" name="Google Shape;1177;p26"/>
              <p:cNvSpPr/>
              <p:nvPr/>
            </p:nvSpPr>
            <p:spPr>
              <a:xfrm flipH="1" rot="2700000">
                <a:off x="-1733384" y="199281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8" name="Google Shape;1178;p26"/>
              <p:cNvSpPr/>
              <p:nvPr/>
            </p:nvSpPr>
            <p:spPr>
              <a:xfrm flipH="1" rot="2700000">
                <a:off x="-1192832" y="2500186"/>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79" name="Google Shape;1179;p26"/>
              <p:cNvGrpSpPr/>
              <p:nvPr/>
            </p:nvGrpSpPr>
            <p:grpSpPr>
              <a:xfrm rot="10800000">
                <a:off x="384881" y="3042905"/>
                <a:ext cx="134100" cy="134100"/>
                <a:chOff x="-1999139" y="3143772"/>
                <a:chExt cx="134100" cy="134100"/>
              </a:xfrm>
            </p:grpSpPr>
            <p:sp>
              <p:nvSpPr>
                <p:cNvPr id="1180" name="Google Shape;1180;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1" name="Google Shape;1181;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2" name="Google Shape;1182;p26"/>
              <p:cNvGrpSpPr/>
              <p:nvPr/>
            </p:nvGrpSpPr>
            <p:grpSpPr>
              <a:xfrm rot="10800000">
                <a:off x="146106" y="3710980"/>
                <a:ext cx="134100" cy="134100"/>
                <a:chOff x="-1999139" y="3143772"/>
                <a:chExt cx="134100" cy="134100"/>
              </a:xfrm>
            </p:grpSpPr>
            <p:sp>
              <p:nvSpPr>
                <p:cNvPr id="1183" name="Google Shape;1183;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4" name="Google Shape;1184;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85" name="Google Shape;1185;p26"/>
              <p:cNvGrpSpPr/>
              <p:nvPr/>
            </p:nvGrpSpPr>
            <p:grpSpPr>
              <a:xfrm>
                <a:off x="-102297" y="3780153"/>
                <a:ext cx="939901" cy="2449421"/>
                <a:chOff x="-102297" y="3780153"/>
                <a:chExt cx="939901" cy="2449421"/>
              </a:xfrm>
            </p:grpSpPr>
            <p:sp>
              <p:nvSpPr>
                <p:cNvPr id="1186" name="Google Shape;1186;p26"/>
                <p:cNvSpPr/>
                <p:nvPr/>
              </p:nvSpPr>
              <p:spPr>
                <a:xfrm rot="10800000">
                  <a:off x="260154" y="4254866"/>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7" name="Google Shape;1187;p26"/>
                <p:cNvSpPr/>
                <p:nvPr/>
              </p:nvSpPr>
              <p:spPr>
                <a:xfrm rot="10800000">
                  <a:off x="-102297" y="3780153"/>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188" name="Google Shape;1188;p26"/>
                <p:cNvGrpSpPr/>
                <p:nvPr/>
              </p:nvGrpSpPr>
              <p:grpSpPr>
                <a:xfrm rot="10800000">
                  <a:off x="532825" y="5492502"/>
                  <a:ext cx="134004" cy="134004"/>
                  <a:chOff x="8356813" y="1074288"/>
                  <a:chExt cx="351900" cy="351900"/>
                </a:xfrm>
              </p:grpSpPr>
              <p:sp>
                <p:nvSpPr>
                  <p:cNvPr id="1189" name="Google Shape;1189;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0" name="Google Shape;1190;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grpSp>
        <p:nvGrpSpPr>
          <p:cNvPr id="1191" name="Google Shape;1191;p26"/>
          <p:cNvGrpSpPr/>
          <p:nvPr/>
        </p:nvGrpSpPr>
        <p:grpSpPr>
          <a:xfrm>
            <a:off x="5650173" y="-1036475"/>
            <a:ext cx="6191222" cy="6865137"/>
            <a:chOff x="5497773" y="-1036475"/>
            <a:chExt cx="6191222" cy="6865137"/>
          </a:xfrm>
        </p:grpSpPr>
        <p:grpSp>
          <p:nvGrpSpPr>
            <p:cNvPr id="1192" name="Google Shape;1192;p26"/>
            <p:cNvGrpSpPr/>
            <p:nvPr/>
          </p:nvGrpSpPr>
          <p:grpSpPr>
            <a:xfrm>
              <a:off x="5497773" y="-362560"/>
              <a:ext cx="6191222" cy="6191222"/>
              <a:chOff x="5584373" y="-362560"/>
              <a:chExt cx="6191222" cy="6191222"/>
            </a:xfrm>
          </p:grpSpPr>
          <p:grpSp>
            <p:nvGrpSpPr>
              <p:cNvPr id="1193" name="Google Shape;1193;p26"/>
              <p:cNvGrpSpPr/>
              <p:nvPr/>
            </p:nvGrpSpPr>
            <p:grpSpPr>
              <a:xfrm>
                <a:off x="5584373" y="-362560"/>
                <a:ext cx="6191222" cy="6191222"/>
                <a:chOff x="5443673" y="-405860"/>
                <a:chExt cx="6191222" cy="6191222"/>
              </a:xfrm>
            </p:grpSpPr>
            <p:sp>
              <p:nvSpPr>
                <p:cNvPr id="1194" name="Google Shape;1194;p26"/>
                <p:cNvSpPr/>
                <p:nvPr/>
              </p:nvSpPr>
              <p:spPr>
                <a:xfrm flipH="1" rot="-8100000">
                  <a:off x="6536116" y="315063"/>
                  <a:ext cx="4006334" cy="4749375"/>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5" name="Google Shape;1195;p26"/>
                <p:cNvSpPr/>
                <p:nvPr/>
              </p:nvSpPr>
              <p:spPr>
                <a:xfrm flipH="1" rot="-8100000">
                  <a:off x="7076657" y="1499343"/>
                  <a:ext cx="2925242" cy="3057723"/>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6" name="Google Shape;1196;p26"/>
                <p:cNvSpPr/>
                <p:nvPr/>
              </p:nvSpPr>
              <p:spPr>
                <a:xfrm>
                  <a:off x="8301511" y="-335348"/>
                  <a:ext cx="577450" cy="1974708"/>
                </a:xfrm>
                <a:custGeom>
                  <a:rect b="b" l="l" r="r" t="t"/>
                  <a:pathLst>
                    <a:path extrusionOk="0" h="48146" w="14079">
                      <a:moveTo>
                        <a:pt x="13866" y="0"/>
                      </a:moveTo>
                      <a:lnTo>
                        <a:pt x="5867" y="7999"/>
                      </a:lnTo>
                      <a:lnTo>
                        <a:pt x="5836" y="8045"/>
                      </a:lnTo>
                      <a:lnTo>
                        <a:pt x="5836" y="31737"/>
                      </a:lnTo>
                      <a:lnTo>
                        <a:pt x="1" y="37541"/>
                      </a:lnTo>
                      <a:lnTo>
                        <a:pt x="1" y="48146"/>
                      </a:lnTo>
                      <a:lnTo>
                        <a:pt x="306" y="48146"/>
                      </a:lnTo>
                      <a:lnTo>
                        <a:pt x="306" y="37679"/>
                      </a:lnTo>
                      <a:lnTo>
                        <a:pt x="6141" y="31874"/>
                      </a:lnTo>
                      <a:lnTo>
                        <a:pt x="6141" y="8167"/>
                      </a:lnTo>
                      <a:lnTo>
                        <a:pt x="14079" y="229"/>
                      </a:lnTo>
                      <a:lnTo>
                        <a:pt x="13866" y="0"/>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7" name="Google Shape;1197;p26"/>
                <p:cNvSpPr/>
                <p:nvPr/>
              </p:nvSpPr>
              <p:spPr>
                <a:xfrm>
                  <a:off x="8554000" y="27076"/>
                  <a:ext cx="687411" cy="2086997"/>
                </a:xfrm>
                <a:custGeom>
                  <a:rect b="b" l="l" r="r" t="t"/>
                  <a:pathLst>
                    <a:path extrusionOk="0" h="43180" w="16760">
                      <a:moveTo>
                        <a:pt x="16531" y="1"/>
                      </a:moveTo>
                      <a:lnTo>
                        <a:pt x="4403" y="12159"/>
                      </a:lnTo>
                      <a:lnTo>
                        <a:pt x="4342" y="12190"/>
                      </a:lnTo>
                      <a:lnTo>
                        <a:pt x="4342" y="25734"/>
                      </a:lnTo>
                      <a:lnTo>
                        <a:pt x="0" y="30077"/>
                      </a:lnTo>
                      <a:lnTo>
                        <a:pt x="8746" y="38822"/>
                      </a:lnTo>
                      <a:lnTo>
                        <a:pt x="8746" y="43180"/>
                      </a:lnTo>
                      <a:lnTo>
                        <a:pt x="9066" y="43180"/>
                      </a:lnTo>
                      <a:lnTo>
                        <a:pt x="9066" y="38700"/>
                      </a:lnTo>
                      <a:lnTo>
                        <a:pt x="442" y="30077"/>
                      </a:lnTo>
                      <a:lnTo>
                        <a:pt x="4662" y="25872"/>
                      </a:lnTo>
                      <a:lnTo>
                        <a:pt x="4662" y="12327"/>
                      </a:lnTo>
                      <a:lnTo>
                        <a:pt x="16760" y="230"/>
                      </a:lnTo>
                      <a:lnTo>
                        <a:pt x="16531" y="1"/>
                      </a:lnTo>
                      <a:close/>
                    </a:path>
                  </a:pathLst>
                </a:custGeom>
                <a:gradFill>
                  <a:gsLst>
                    <a:gs pos="0">
                      <a:srgbClr val="9900FF">
                        <a:alpha val="46667"/>
                      </a:srgbClr>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198" name="Google Shape;1198;p26"/>
              <p:cNvGrpSpPr/>
              <p:nvPr/>
            </p:nvGrpSpPr>
            <p:grpSpPr>
              <a:xfrm>
                <a:off x="8430786" y="3923547"/>
                <a:ext cx="134100" cy="134100"/>
                <a:chOff x="-1999139" y="3143772"/>
                <a:chExt cx="134100" cy="134100"/>
              </a:xfrm>
            </p:grpSpPr>
            <p:sp>
              <p:nvSpPr>
                <p:cNvPr id="1199" name="Google Shape;1199;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0" name="Google Shape;1200;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1" name="Google Shape;1201;p26"/>
              <p:cNvGrpSpPr/>
              <p:nvPr/>
            </p:nvGrpSpPr>
            <p:grpSpPr>
              <a:xfrm>
                <a:off x="8669561" y="3255472"/>
                <a:ext cx="134100" cy="134100"/>
                <a:chOff x="-1999139" y="3143772"/>
                <a:chExt cx="134100" cy="134100"/>
              </a:xfrm>
            </p:grpSpPr>
            <p:sp>
              <p:nvSpPr>
                <p:cNvPr id="1202" name="Google Shape;1202;p26"/>
                <p:cNvSpPr/>
                <p:nvPr/>
              </p:nvSpPr>
              <p:spPr>
                <a:xfrm>
                  <a:off x="-1999139" y="3143772"/>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3" name="Google Shape;1203;p26"/>
                <p:cNvSpPr/>
                <p:nvPr/>
              </p:nvSpPr>
              <p:spPr>
                <a:xfrm>
                  <a:off x="-1980219" y="3162691"/>
                  <a:ext cx="96300" cy="963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04" name="Google Shape;1204;p26"/>
              <p:cNvGrpSpPr/>
              <p:nvPr/>
            </p:nvGrpSpPr>
            <p:grpSpPr>
              <a:xfrm>
                <a:off x="8612986" y="311022"/>
                <a:ext cx="134004" cy="134004"/>
                <a:chOff x="8356813" y="1074288"/>
                <a:chExt cx="351900" cy="351900"/>
              </a:xfrm>
            </p:grpSpPr>
            <p:sp>
              <p:nvSpPr>
                <p:cNvPr id="1205" name="Google Shape;1205;p26"/>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6" name="Google Shape;1206;p26"/>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1207" name="Google Shape;1207;p26"/>
            <p:cNvPicPr preferRelativeResize="0"/>
            <p:nvPr/>
          </p:nvPicPr>
          <p:blipFill rotWithShape="1">
            <a:blip r:embed="rId2">
              <a:alphaModFix/>
            </a:blip>
            <a:srcRect b="26177" l="16960" r="7121" t="24719"/>
            <a:stretch/>
          </p:blipFill>
          <p:spPr>
            <a:xfrm>
              <a:off x="6929350" y="-1036475"/>
              <a:ext cx="2441950" cy="1863749"/>
            </a:xfrm>
            <a:prstGeom prst="rect">
              <a:avLst/>
            </a:prstGeom>
            <a:noFill/>
            <a:ln>
              <a:noFill/>
            </a:ln>
          </p:spPr>
        </p:pic>
      </p:grpSp>
      <p:grpSp>
        <p:nvGrpSpPr>
          <p:cNvPr id="1208" name="Google Shape;1208;p26"/>
          <p:cNvGrpSpPr/>
          <p:nvPr/>
        </p:nvGrpSpPr>
        <p:grpSpPr>
          <a:xfrm>
            <a:off x="3983988" y="4933175"/>
            <a:ext cx="667916" cy="439200"/>
            <a:chOff x="3983988" y="4933175"/>
            <a:chExt cx="667916" cy="439200"/>
          </a:xfrm>
        </p:grpSpPr>
        <p:grpSp>
          <p:nvGrpSpPr>
            <p:cNvPr id="1209" name="Google Shape;1209;p26"/>
            <p:cNvGrpSpPr/>
            <p:nvPr/>
          </p:nvGrpSpPr>
          <p:grpSpPr>
            <a:xfrm rot="5400000">
              <a:off x="3983938" y="4933225"/>
              <a:ext cx="439200" cy="439100"/>
              <a:chOff x="1101075" y="2142375"/>
              <a:chExt cx="439200" cy="439100"/>
            </a:xfrm>
          </p:grpSpPr>
          <p:sp>
            <p:nvSpPr>
              <p:cNvPr id="1210" name="Google Shape;1210;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1" name="Google Shape;1211;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12" name="Google Shape;1212;p26"/>
            <p:cNvGrpSpPr/>
            <p:nvPr/>
          </p:nvGrpSpPr>
          <p:grpSpPr>
            <a:xfrm rot="5400000">
              <a:off x="4423062" y="5038369"/>
              <a:ext cx="228867" cy="228815"/>
              <a:chOff x="1101075" y="2142375"/>
              <a:chExt cx="439200" cy="439100"/>
            </a:xfrm>
          </p:grpSpPr>
          <p:sp>
            <p:nvSpPr>
              <p:cNvPr id="1213" name="Google Shape;1213;p26"/>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4" name="Google Shape;1214;p26"/>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0C0A9E">
                      <a:alpha val="20000"/>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six columns">
  <p:cSld name="CUSTOM_7">
    <p:spTree>
      <p:nvGrpSpPr>
        <p:cNvPr id="1215" name="Shape 1215"/>
        <p:cNvGrpSpPr/>
        <p:nvPr/>
      </p:nvGrpSpPr>
      <p:grpSpPr>
        <a:xfrm>
          <a:off x="0" y="0"/>
          <a:ext cx="0" cy="0"/>
          <a:chOff x="0" y="0"/>
          <a:chExt cx="0" cy="0"/>
        </a:xfrm>
      </p:grpSpPr>
      <p:sp>
        <p:nvSpPr>
          <p:cNvPr id="1216" name="Google Shape;1216;p2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lvl1pPr lvl="0" rtl="0" algn="ctr">
              <a:spcBef>
                <a:spcPts val="0"/>
              </a:spcBef>
              <a:spcAft>
                <a:spcPts val="0"/>
              </a:spcAft>
              <a:buSzPts val="3000"/>
              <a:buNone/>
              <a:defRPr/>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sp>
        <p:nvSpPr>
          <p:cNvPr id="1217" name="Google Shape;1217;p27"/>
          <p:cNvSpPr txBox="1"/>
          <p:nvPr>
            <p:ph idx="1" type="subTitle"/>
          </p:nvPr>
        </p:nvSpPr>
        <p:spPr>
          <a:xfrm>
            <a:off x="720000"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8" name="Google Shape;1218;p27"/>
          <p:cNvSpPr txBox="1"/>
          <p:nvPr>
            <p:ph idx="2" type="subTitle"/>
          </p:nvPr>
        </p:nvSpPr>
        <p:spPr>
          <a:xfrm>
            <a:off x="3469872"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19" name="Google Shape;1219;p27"/>
          <p:cNvSpPr txBox="1"/>
          <p:nvPr>
            <p:ph idx="3" type="subTitle"/>
          </p:nvPr>
        </p:nvSpPr>
        <p:spPr>
          <a:xfrm>
            <a:off x="720000"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0" name="Google Shape;1220;p27"/>
          <p:cNvSpPr txBox="1"/>
          <p:nvPr>
            <p:ph idx="4" type="subTitle"/>
          </p:nvPr>
        </p:nvSpPr>
        <p:spPr>
          <a:xfrm>
            <a:off x="3469872"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1" name="Google Shape;1221;p27"/>
          <p:cNvSpPr txBox="1"/>
          <p:nvPr>
            <p:ph idx="5" type="subTitle"/>
          </p:nvPr>
        </p:nvSpPr>
        <p:spPr>
          <a:xfrm>
            <a:off x="6219751" y="2113784"/>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2" name="Google Shape;1222;p27"/>
          <p:cNvSpPr txBox="1"/>
          <p:nvPr>
            <p:ph idx="6" type="subTitle"/>
          </p:nvPr>
        </p:nvSpPr>
        <p:spPr>
          <a:xfrm>
            <a:off x="6219751" y="3859222"/>
            <a:ext cx="22041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1400"/>
              <a:buNone/>
              <a:defRPr sz="1400"/>
            </a:lvl1pPr>
            <a:lvl2pPr lvl="1" rtl="0" algn="ctr">
              <a:lnSpc>
                <a:spcPct val="100000"/>
              </a:lnSpc>
              <a:spcBef>
                <a:spcPts val="0"/>
              </a:spcBef>
              <a:spcAft>
                <a:spcPts val="0"/>
              </a:spcAft>
              <a:buSzPts val="1400"/>
              <a:buNone/>
              <a:defRPr/>
            </a:lvl2pPr>
            <a:lvl3pPr lvl="2" rtl="0" algn="ctr">
              <a:lnSpc>
                <a:spcPct val="100000"/>
              </a:lnSpc>
              <a:spcBef>
                <a:spcPts val="0"/>
              </a:spcBef>
              <a:spcAft>
                <a:spcPts val="0"/>
              </a:spcAft>
              <a:buSzPts val="1400"/>
              <a:buNone/>
              <a:defRPr/>
            </a:lvl3pPr>
            <a:lvl4pPr lvl="3" rtl="0" algn="ctr">
              <a:lnSpc>
                <a:spcPct val="100000"/>
              </a:lnSpc>
              <a:spcBef>
                <a:spcPts val="0"/>
              </a:spcBef>
              <a:spcAft>
                <a:spcPts val="0"/>
              </a:spcAft>
              <a:buSzPts val="1400"/>
              <a:buNone/>
              <a:defRPr/>
            </a:lvl4pPr>
            <a:lvl5pPr lvl="4" rtl="0" algn="ctr">
              <a:lnSpc>
                <a:spcPct val="100000"/>
              </a:lnSpc>
              <a:spcBef>
                <a:spcPts val="0"/>
              </a:spcBef>
              <a:spcAft>
                <a:spcPts val="0"/>
              </a:spcAft>
              <a:buSzPts val="1400"/>
              <a:buNone/>
              <a:defRPr/>
            </a:lvl5pPr>
            <a:lvl6pPr lvl="5" rtl="0" algn="ctr">
              <a:lnSpc>
                <a:spcPct val="100000"/>
              </a:lnSpc>
              <a:spcBef>
                <a:spcPts val="0"/>
              </a:spcBef>
              <a:spcAft>
                <a:spcPts val="0"/>
              </a:spcAft>
              <a:buSzPts val="1400"/>
              <a:buNone/>
              <a:defRPr/>
            </a:lvl6pPr>
            <a:lvl7pPr lvl="6" rtl="0" algn="ctr">
              <a:lnSpc>
                <a:spcPct val="100000"/>
              </a:lnSpc>
              <a:spcBef>
                <a:spcPts val="0"/>
              </a:spcBef>
              <a:spcAft>
                <a:spcPts val="0"/>
              </a:spcAft>
              <a:buSzPts val="1400"/>
              <a:buNone/>
              <a:defRPr/>
            </a:lvl7pPr>
            <a:lvl8pPr lvl="7" rtl="0" algn="ctr">
              <a:lnSpc>
                <a:spcPct val="100000"/>
              </a:lnSpc>
              <a:spcBef>
                <a:spcPts val="0"/>
              </a:spcBef>
              <a:spcAft>
                <a:spcPts val="0"/>
              </a:spcAft>
              <a:buSzPts val="1400"/>
              <a:buNone/>
              <a:defRPr/>
            </a:lvl8pPr>
            <a:lvl9pPr lvl="8" rtl="0" algn="ctr">
              <a:lnSpc>
                <a:spcPct val="100000"/>
              </a:lnSpc>
              <a:spcBef>
                <a:spcPts val="0"/>
              </a:spcBef>
              <a:spcAft>
                <a:spcPts val="0"/>
              </a:spcAft>
              <a:buSzPts val="1400"/>
              <a:buNone/>
              <a:defRPr/>
            </a:lvl9pPr>
          </a:lstStyle>
          <a:p/>
        </p:txBody>
      </p:sp>
      <p:sp>
        <p:nvSpPr>
          <p:cNvPr id="1223" name="Google Shape;1223;p27"/>
          <p:cNvSpPr txBox="1"/>
          <p:nvPr>
            <p:ph idx="7" type="subTitle"/>
          </p:nvPr>
        </p:nvSpPr>
        <p:spPr>
          <a:xfrm>
            <a:off x="720000"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4" name="Google Shape;1224;p27"/>
          <p:cNvSpPr txBox="1"/>
          <p:nvPr>
            <p:ph idx="8" type="subTitle"/>
          </p:nvPr>
        </p:nvSpPr>
        <p:spPr>
          <a:xfrm>
            <a:off x="3469873"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5" name="Google Shape;1225;p27"/>
          <p:cNvSpPr txBox="1"/>
          <p:nvPr>
            <p:ph idx="9" type="subTitle"/>
          </p:nvPr>
        </p:nvSpPr>
        <p:spPr>
          <a:xfrm>
            <a:off x="720000"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6" name="Google Shape;1226;p27"/>
          <p:cNvSpPr txBox="1"/>
          <p:nvPr>
            <p:ph idx="13" type="subTitle"/>
          </p:nvPr>
        </p:nvSpPr>
        <p:spPr>
          <a:xfrm>
            <a:off x="3469873"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7" name="Google Shape;1227;p27"/>
          <p:cNvSpPr txBox="1"/>
          <p:nvPr>
            <p:ph idx="14" type="subTitle"/>
          </p:nvPr>
        </p:nvSpPr>
        <p:spPr>
          <a:xfrm>
            <a:off x="6219752" y="1787675"/>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sp>
        <p:nvSpPr>
          <p:cNvPr id="1228" name="Google Shape;1228;p27"/>
          <p:cNvSpPr txBox="1"/>
          <p:nvPr>
            <p:ph idx="15" type="subTitle"/>
          </p:nvPr>
        </p:nvSpPr>
        <p:spPr>
          <a:xfrm>
            <a:off x="6219752" y="3533123"/>
            <a:ext cx="2204100" cy="402300"/>
          </a:xfrm>
          <a:prstGeom prst="rect">
            <a:avLst/>
          </a:prstGeom>
        </p:spPr>
        <p:txBody>
          <a:bodyPr anchorCtr="0" anchor="b" bIns="91425" lIns="91425" spcFirstLastPara="1" rIns="91425" wrap="square" tIns="91425">
            <a:noAutofit/>
          </a:bodyPr>
          <a:lstStyle>
            <a:lvl1pPr lvl="0" rtl="0">
              <a:spcBef>
                <a:spcPts val="0"/>
              </a:spcBef>
              <a:spcAft>
                <a:spcPts val="0"/>
              </a:spcAft>
              <a:buSzPts val="2400"/>
              <a:buFont typeface="IBM Plex Mono"/>
              <a:buNone/>
              <a:defRPr b="1" sz="2000">
                <a:latin typeface="IBM Plex Mono"/>
                <a:ea typeface="IBM Plex Mono"/>
                <a:cs typeface="IBM Plex Mono"/>
                <a:sym typeface="IBM Plex Mono"/>
              </a:defRPr>
            </a:lvl1pPr>
            <a:lvl2pPr lvl="1"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2pPr>
            <a:lvl3pPr lvl="2"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3pPr>
            <a:lvl4pPr lvl="3"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4pPr>
            <a:lvl5pPr lvl="4"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5pPr>
            <a:lvl6pPr lvl="5"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6pPr>
            <a:lvl7pPr lvl="6"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7pPr>
            <a:lvl8pPr lvl="7"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8pPr>
            <a:lvl9pPr lvl="8" rtl="0" algn="ctr">
              <a:lnSpc>
                <a:spcPct val="100000"/>
              </a:lnSpc>
              <a:spcBef>
                <a:spcPts val="0"/>
              </a:spcBef>
              <a:spcAft>
                <a:spcPts val="0"/>
              </a:spcAft>
              <a:buSzPts val="2400"/>
              <a:buFont typeface="IBM Plex Mono"/>
              <a:buNone/>
              <a:defRPr b="1" sz="2400">
                <a:latin typeface="IBM Plex Mono"/>
                <a:ea typeface="IBM Plex Mono"/>
                <a:cs typeface="IBM Plex Mono"/>
                <a:sym typeface="IBM Plex Mono"/>
              </a:defRPr>
            </a:lvl9pPr>
          </a:lstStyle>
          <a:p/>
        </p:txBody>
      </p:sp>
      <p:grpSp>
        <p:nvGrpSpPr>
          <p:cNvPr id="1229" name="Google Shape;1229;p27"/>
          <p:cNvGrpSpPr/>
          <p:nvPr/>
        </p:nvGrpSpPr>
        <p:grpSpPr>
          <a:xfrm>
            <a:off x="6102850" y="-1735180"/>
            <a:ext cx="4625025" cy="4171657"/>
            <a:chOff x="6026650" y="-1658980"/>
            <a:chExt cx="4625025" cy="4171657"/>
          </a:xfrm>
        </p:grpSpPr>
        <p:pic>
          <p:nvPicPr>
            <p:cNvPr id="1230" name="Google Shape;1230;p27"/>
            <p:cNvPicPr preferRelativeResize="0"/>
            <p:nvPr/>
          </p:nvPicPr>
          <p:blipFill rotWithShape="1">
            <a:blip r:embed="rId2">
              <a:alphaModFix/>
            </a:blip>
            <a:srcRect b="26177" l="16960" r="7121" t="24719"/>
            <a:stretch/>
          </p:blipFill>
          <p:spPr>
            <a:xfrm>
              <a:off x="7361325" y="-596625"/>
              <a:ext cx="2441950" cy="1863749"/>
            </a:xfrm>
            <a:prstGeom prst="rect">
              <a:avLst/>
            </a:prstGeom>
            <a:noFill/>
            <a:ln>
              <a:noFill/>
            </a:ln>
          </p:spPr>
        </p:pic>
        <p:grpSp>
          <p:nvGrpSpPr>
            <p:cNvPr id="1231" name="Google Shape;1231;p27"/>
            <p:cNvGrpSpPr/>
            <p:nvPr/>
          </p:nvGrpSpPr>
          <p:grpSpPr>
            <a:xfrm flipH="1" rot="-2700000">
              <a:off x="7289785" y="-1246897"/>
              <a:ext cx="2552124" cy="3347490"/>
              <a:chOff x="2976325" y="908175"/>
              <a:chExt cx="4028179" cy="5283555"/>
            </a:xfrm>
          </p:grpSpPr>
          <p:sp>
            <p:nvSpPr>
              <p:cNvPr id="1232" name="Google Shape;1232;p27"/>
              <p:cNvSpPr/>
              <p:nvPr/>
            </p:nvSpPr>
            <p:spPr>
              <a:xfrm>
                <a:off x="2976325" y="93003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3" name="Google Shape;1233;p27"/>
              <p:cNvSpPr/>
              <p:nvPr/>
            </p:nvSpPr>
            <p:spPr>
              <a:xfrm>
                <a:off x="3934943" y="908175"/>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4" name="Google Shape;1234;p27"/>
              <p:cNvSpPr/>
              <p:nvPr/>
            </p:nvSpPr>
            <p:spPr>
              <a:xfrm>
                <a:off x="3851189" y="1072525"/>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35" name="Google Shape;1235;p27"/>
            <p:cNvGrpSpPr/>
            <p:nvPr/>
          </p:nvGrpSpPr>
          <p:grpSpPr>
            <a:xfrm>
              <a:off x="6026650" y="-49075"/>
              <a:ext cx="803471" cy="494095"/>
              <a:chOff x="6394675" y="-49075"/>
              <a:chExt cx="803471" cy="494095"/>
            </a:xfrm>
          </p:grpSpPr>
          <p:sp>
            <p:nvSpPr>
              <p:cNvPr id="1236" name="Google Shape;1236;p27"/>
              <p:cNvSpPr/>
              <p:nvPr/>
            </p:nvSpPr>
            <p:spPr>
              <a:xfrm>
                <a:off x="6394675" y="0"/>
                <a:ext cx="284119" cy="246048"/>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7" name="Google Shape;1237;p27"/>
              <p:cNvSpPr/>
              <p:nvPr/>
            </p:nvSpPr>
            <p:spPr>
              <a:xfrm>
                <a:off x="6627600" y="-49075"/>
                <a:ext cx="570546" cy="494095"/>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38" name="Google Shape;1238;p27"/>
          <p:cNvGrpSpPr/>
          <p:nvPr/>
        </p:nvGrpSpPr>
        <p:grpSpPr>
          <a:xfrm>
            <a:off x="-1089100" y="4200325"/>
            <a:ext cx="5368850" cy="1863749"/>
            <a:chOff x="-1089100" y="4200325"/>
            <a:chExt cx="5368850" cy="1863749"/>
          </a:xfrm>
        </p:grpSpPr>
        <p:grpSp>
          <p:nvGrpSpPr>
            <p:cNvPr id="1239" name="Google Shape;1239;p27"/>
            <p:cNvGrpSpPr/>
            <p:nvPr/>
          </p:nvGrpSpPr>
          <p:grpSpPr>
            <a:xfrm>
              <a:off x="-185037" y="4598363"/>
              <a:ext cx="904666" cy="726121"/>
              <a:chOff x="7945225" y="4302000"/>
              <a:chExt cx="904666" cy="726121"/>
            </a:xfrm>
          </p:grpSpPr>
          <p:sp>
            <p:nvSpPr>
              <p:cNvPr id="1240" name="Google Shape;1240;p2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1" name="Google Shape;1241;p2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2" name="Google Shape;1242;p2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1243" name="Google Shape;1243;p27"/>
            <p:cNvPicPr preferRelativeResize="0"/>
            <p:nvPr/>
          </p:nvPicPr>
          <p:blipFill rotWithShape="1">
            <a:blip r:embed="rId2">
              <a:alphaModFix/>
            </a:blip>
            <a:srcRect b="26177" l="16960" r="7121" t="24719"/>
            <a:stretch/>
          </p:blipFill>
          <p:spPr>
            <a:xfrm>
              <a:off x="1837800" y="4200325"/>
              <a:ext cx="2441950" cy="1863749"/>
            </a:xfrm>
            <a:prstGeom prst="rect">
              <a:avLst/>
            </a:prstGeom>
            <a:noFill/>
            <a:ln>
              <a:noFill/>
            </a:ln>
          </p:spPr>
        </p:pic>
        <p:grpSp>
          <p:nvGrpSpPr>
            <p:cNvPr id="1244" name="Google Shape;1244;p27"/>
            <p:cNvGrpSpPr/>
            <p:nvPr/>
          </p:nvGrpSpPr>
          <p:grpSpPr>
            <a:xfrm rot="-2700000">
              <a:off x="390377" y="4688868"/>
              <a:ext cx="299453" cy="545119"/>
              <a:chOff x="-66426" y="1151064"/>
              <a:chExt cx="299455" cy="545125"/>
            </a:xfrm>
          </p:grpSpPr>
          <p:grpSp>
            <p:nvGrpSpPr>
              <p:cNvPr id="1245" name="Google Shape;1245;p27"/>
              <p:cNvGrpSpPr/>
              <p:nvPr/>
            </p:nvGrpSpPr>
            <p:grpSpPr>
              <a:xfrm>
                <a:off x="-66426" y="1396564"/>
                <a:ext cx="299455" cy="299625"/>
                <a:chOff x="3678700" y="407275"/>
                <a:chExt cx="708100" cy="708500"/>
              </a:xfrm>
            </p:grpSpPr>
            <p:sp>
              <p:nvSpPr>
                <p:cNvPr id="1246" name="Google Shape;1246;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7" name="Google Shape;1247;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8" name="Google Shape;1248;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9" name="Google Shape;1249;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0" name="Google Shape;1250;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1" name="Google Shape;1251;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2" name="Google Shape;1252;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53" name="Google Shape;1253;p27"/>
              <p:cNvGrpSpPr/>
              <p:nvPr/>
            </p:nvGrpSpPr>
            <p:grpSpPr>
              <a:xfrm>
                <a:off x="-66426" y="1151064"/>
                <a:ext cx="299455" cy="299625"/>
                <a:chOff x="3678700" y="407275"/>
                <a:chExt cx="708100" cy="708500"/>
              </a:xfrm>
            </p:grpSpPr>
            <p:sp>
              <p:nvSpPr>
                <p:cNvPr id="1254" name="Google Shape;1254;p27"/>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5" name="Google Shape;1255;p27"/>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6" name="Google Shape;1256;p27"/>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7" name="Google Shape;1257;p27"/>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8" name="Google Shape;1258;p27"/>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9" name="Google Shape;1259;p27"/>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0" name="Google Shape;1260;p27"/>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261" name="Google Shape;1261;p27"/>
            <p:cNvGrpSpPr/>
            <p:nvPr/>
          </p:nvGrpSpPr>
          <p:grpSpPr>
            <a:xfrm>
              <a:off x="-1089100" y="4894376"/>
              <a:ext cx="4558967" cy="134100"/>
              <a:chOff x="796100" y="3019701"/>
              <a:chExt cx="4558967" cy="134100"/>
            </a:xfrm>
          </p:grpSpPr>
          <p:sp>
            <p:nvSpPr>
              <p:cNvPr id="1262" name="Google Shape;1262;p27"/>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63" name="Google Shape;1263;p27"/>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64" name="Google Shape;1264;p27"/>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Numbers and text">
  <p:cSld name="CUSTOM_8">
    <p:spTree>
      <p:nvGrpSpPr>
        <p:cNvPr id="1265" name="Shape 1265"/>
        <p:cNvGrpSpPr/>
        <p:nvPr/>
      </p:nvGrpSpPr>
      <p:grpSpPr>
        <a:xfrm>
          <a:off x="0" y="0"/>
          <a:ext cx="0" cy="0"/>
          <a:chOff x="0" y="0"/>
          <a:chExt cx="0" cy="0"/>
        </a:xfrm>
      </p:grpSpPr>
      <p:sp>
        <p:nvSpPr>
          <p:cNvPr id="1266" name="Google Shape;1266;p28"/>
          <p:cNvSpPr txBox="1"/>
          <p:nvPr>
            <p:ph hasCustomPrompt="1" type="title"/>
          </p:nvPr>
        </p:nvSpPr>
        <p:spPr>
          <a:xfrm>
            <a:off x="2358450" y="664988"/>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7" name="Google Shape;1267;p2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68" name="Google Shape;1268;p28"/>
          <p:cNvSpPr txBox="1"/>
          <p:nvPr>
            <p:ph hasCustomPrompt="1" idx="2" type="title"/>
          </p:nvPr>
        </p:nvSpPr>
        <p:spPr>
          <a:xfrm>
            <a:off x="2358450" y="2027244"/>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69" name="Google Shape;1269;p2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0" name="Google Shape;1270;p28"/>
          <p:cNvSpPr txBox="1"/>
          <p:nvPr>
            <p:ph hasCustomPrompt="1" idx="4" type="title"/>
          </p:nvPr>
        </p:nvSpPr>
        <p:spPr>
          <a:xfrm>
            <a:off x="2358450" y="3390475"/>
            <a:ext cx="4696800" cy="768900"/>
          </a:xfrm>
          <a:prstGeom prst="rect">
            <a:avLst/>
          </a:prstGeom>
          <a:noFill/>
        </p:spPr>
        <p:txBody>
          <a:bodyPr anchorCtr="0" anchor="b" bIns="91425" lIns="91425" spcFirstLastPara="1" rIns="91425" wrap="square" tIns="91425">
            <a:noAutofit/>
          </a:bodyPr>
          <a:lstStyle>
            <a:lvl1pPr lvl="0" rtl="0">
              <a:spcBef>
                <a:spcPts val="0"/>
              </a:spcBef>
              <a:spcAft>
                <a:spcPts val="0"/>
              </a:spcAft>
              <a:buClr>
                <a:schemeClr val="lt1"/>
              </a:buClr>
              <a:buSzPts val="6000"/>
              <a:buNone/>
              <a:defRPr sz="4200">
                <a:latin typeface="Be Vietnam Pro"/>
                <a:ea typeface="Be Vietnam Pro"/>
                <a:cs typeface="Be Vietnam Pro"/>
                <a:sym typeface="Be Vietnam Pro"/>
              </a:defRPr>
            </a:lvl1pPr>
            <a:lvl2pPr lvl="1" rtl="0" algn="ctr">
              <a:spcBef>
                <a:spcPts val="0"/>
              </a:spcBef>
              <a:spcAft>
                <a:spcPts val="0"/>
              </a:spcAft>
              <a:buClr>
                <a:schemeClr val="lt1"/>
              </a:buClr>
              <a:buSzPts val="6000"/>
              <a:buNone/>
              <a:defRPr sz="6000">
                <a:solidFill>
                  <a:schemeClr val="lt1"/>
                </a:solidFill>
              </a:defRPr>
            </a:lvl2pPr>
            <a:lvl3pPr lvl="2" rtl="0" algn="ctr">
              <a:spcBef>
                <a:spcPts val="0"/>
              </a:spcBef>
              <a:spcAft>
                <a:spcPts val="0"/>
              </a:spcAft>
              <a:buClr>
                <a:schemeClr val="lt1"/>
              </a:buClr>
              <a:buSzPts val="6000"/>
              <a:buNone/>
              <a:defRPr sz="6000">
                <a:solidFill>
                  <a:schemeClr val="lt1"/>
                </a:solidFill>
              </a:defRPr>
            </a:lvl3pPr>
            <a:lvl4pPr lvl="3" rtl="0" algn="ctr">
              <a:spcBef>
                <a:spcPts val="0"/>
              </a:spcBef>
              <a:spcAft>
                <a:spcPts val="0"/>
              </a:spcAft>
              <a:buClr>
                <a:schemeClr val="lt1"/>
              </a:buClr>
              <a:buSzPts val="6000"/>
              <a:buNone/>
              <a:defRPr sz="6000">
                <a:solidFill>
                  <a:schemeClr val="lt1"/>
                </a:solidFill>
              </a:defRPr>
            </a:lvl4pPr>
            <a:lvl5pPr lvl="4" rtl="0" algn="ctr">
              <a:spcBef>
                <a:spcPts val="0"/>
              </a:spcBef>
              <a:spcAft>
                <a:spcPts val="0"/>
              </a:spcAft>
              <a:buClr>
                <a:schemeClr val="lt1"/>
              </a:buClr>
              <a:buSzPts val="6000"/>
              <a:buNone/>
              <a:defRPr sz="6000">
                <a:solidFill>
                  <a:schemeClr val="lt1"/>
                </a:solidFill>
              </a:defRPr>
            </a:lvl5pPr>
            <a:lvl6pPr lvl="5" rtl="0" algn="ctr">
              <a:spcBef>
                <a:spcPts val="0"/>
              </a:spcBef>
              <a:spcAft>
                <a:spcPts val="0"/>
              </a:spcAft>
              <a:buClr>
                <a:schemeClr val="lt1"/>
              </a:buClr>
              <a:buSzPts val="6000"/>
              <a:buNone/>
              <a:defRPr sz="6000">
                <a:solidFill>
                  <a:schemeClr val="lt1"/>
                </a:solidFill>
              </a:defRPr>
            </a:lvl6pPr>
            <a:lvl7pPr lvl="6" rtl="0" algn="ctr">
              <a:spcBef>
                <a:spcPts val="0"/>
              </a:spcBef>
              <a:spcAft>
                <a:spcPts val="0"/>
              </a:spcAft>
              <a:buClr>
                <a:schemeClr val="lt1"/>
              </a:buClr>
              <a:buSzPts val="6000"/>
              <a:buNone/>
              <a:defRPr sz="6000">
                <a:solidFill>
                  <a:schemeClr val="lt1"/>
                </a:solidFill>
              </a:defRPr>
            </a:lvl7pPr>
            <a:lvl8pPr lvl="7" rtl="0" algn="ctr">
              <a:spcBef>
                <a:spcPts val="0"/>
              </a:spcBef>
              <a:spcAft>
                <a:spcPts val="0"/>
              </a:spcAft>
              <a:buClr>
                <a:schemeClr val="lt1"/>
              </a:buClr>
              <a:buSzPts val="6000"/>
              <a:buNone/>
              <a:defRPr sz="6000">
                <a:solidFill>
                  <a:schemeClr val="lt1"/>
                </a:solidFill>
              </a:defRPr>
            </a:lvl8pPr>
            <a:lvl9pPr lvl="8" rtl="0" algn="ctr">
              <a:spcBef>
                <a:spcPts val="0"/>
              </a:spcBef>
              <a:spcAft>
                <a:spcPts val="0"/>
              </a:spcAft>
              <a:buClr>
                <a:schemeClr val="lt1"/>
              </a:buClr>
              <a:buSzPts val="6000"/>
              <a:buNone/>
              <a:defRPr sz="6000">
                <a:solidFill>
                  <a:schemeClr val="lt1"/>
                </a:solidFill>
              </a:defRPr>
            </a:lvl9pPr>
          </a:lstStyle>
          <a:p>
            <a:r>
              <a:t>xx%</a:t>
            </a:r>
          </a:p>
        </p:txBody>
      </p:sp>
      <p:sp>
        <p:nvSpPr>
          <p:cNvPr id="1271" name="Google Shape;1271;p2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dk1"/>
              </a:buClr>
              <a:buSzPts val="2400"/>
              <a:buFont typeface="Be Vietnam Pro"/>
              <a:buNone/>
              <a:defRPr sz="1600">
                <a:solidFill>
                  <a:schemeClr val="dk1"/>
                </a:solidFill>
              </a:defRPr>
            </a:lvl1pPr>
            <a:lvl2pPr lvl="1" rtl="0" algn="ctr">
              <a:lnSpc>
                <a:spcPct val="100000"/>
              </a:lnSpc>
              <a:spcBef>
                <a:spcPts val="0"/>
              </a:spcBef>
              <a:spcAft>
                <a:spcPts val="0"/>
              </a:spcAft>
              <a:buClr>
                <a:schemeClr val="dk1"/>
              </a:buClr>
              <a:buSzPts val="2100"/>
              <a:buNone/>
              <a:defRPr sz="2100">
                <a:solidFill>
                  <a:schemeClr val="dk1"/>
                </a:solidFill>
              </a:defRPr>
            </a:lvl2pPr>
            <a:lvl3pPr lvl="2" rtl="0" algn="ctr">
              <a:lnSpc>
                <a:spcPct val="100000"/>
              </a:lnSpc>
              <a:spcBef>
                <a:spcPts val="0"/>
              </a:spcBef>
              <a:spcAft>
                <a:spcPts val="0"/>
              </a:spcAft>
              <a:buClr>
                <a:schemeClr val="dk1"/>
              </a:buClr>
              <a:buSzPts val="2100"/>
              <a:buNone/>
              <a:defRPr sz="2100">
                <a:solidFill>
                  <a:schemeClr val="dk1"/>
                </a:solidFill>
              </a:defRPr>
            </a:lvl3pPr>
            <a:lvl4pPr lvl="3"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4pPr>
            <a:lvl5pPr lvl="4"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5pPr>
            <a:lvl6pPr lvl="5"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6pPr>
            <a:lvl7pPr lvl="6"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7pPr>
            <a:lvl8pPr lvl="7"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8pPr>
            <a:lvl9pPr lvl="8" rtl="0" algn="ctr">
              <a:lnSpc>
                <a:spcPct val="100000"/>
              </a:lnSpc>
              <a:spcBef>
                <a:spcPts val="0"/>
              </a:spcBef>
              <a:spcAft>
                <a:spcPts val="0"/>
              </a:spcAft>
              <a:buClr>
                <a:schemeClr val="dk1"/>
              </a:buClr>
              <a:buSzPts val="2100"/>
              <a:buFont typeface="Be Vietnam Pro"/>
              <a:buNone/>
              <a:defRPr sz="2100">
                <a:solidFill>
                  <a:schemeClr val="dk1"/>
                </a:solidFill>
                <a:latin typeface="Be Vietnam Pro"/>
                <a:ea typeface="Be Vietnam Pro"/>
                <a:cs typeface="Be Vietnam Pro"/>
                <a:sym typeface="Be Vietnam Pro"/>
              </a:defRPr>
            </a:lvl9pPr>
          </a:lstStyle>
          <a:p/>
        </p:txBody>
      </p:sp>
      <p:sp>
        <p:nvSpPr>
          <p:cNvPr id="1272" name="Google Shape;1272;p28"/>
          <p:cNvSpPr/>
          <p:nvPr/>
        </p:nvSpPr>
        <p:spPr>
          <a:xfrm>
            <a:off x="6751200" y="2645550"/>
            <a:ext cx="2925000" cy="2945400"/>
          </a:xfrm>
          <a:prstGeom prst="ellipse">
            <a:avLst/>
          </a:pr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73" name="Google Shape;1273;p28"/>
          <p:cNvGrpSpPr/>
          <p:nvPr/>
        </p:nvGrpSpPr>
        <p:grpSpPr>
          <a:xfrm rot="5400000">
            <a:off x="8359950" y="-226050"/>
            <a:ext cx="439200" cy="439100"/>
            <a:chOff x="1101075" y="2142375"/>
            <a:chExt cx="439200" cy="439100"/>
          </a:xfrm>
        </p:grpSpPr>
        <p:sp>
          <p:nvSpPr>
            <p:cNvPr id="1274" name="Google Shape;1274;p2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5" name="Google Shape;1275;p2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76" name="Google Shape;1276;p28"/>
          <p:cNvGrpSpPr/>
          <p:nvPr/>
        </p:nvGrpSpPr>
        <p:grpSpPr>
          <a:xfrm>
            <a:off x="-903250" y="4838101"/>
            <a:ext cx="4558967" cy="134100"/>
            <a:chOff x="796100" y="3019701"/>
            <a:chExt cx="4558967" cy="134100"/>
          </a:xfrm>
        </p:grpSpPr>
        <p:sp>
          <p:nvSpPr>
            <p:cNvPr id="1277" name="Google Shape;1277;p2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278" name="Google Shape;1278;p2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279" name="Google Shape;1279;p2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anks">
  <p:cSld name="CUSTOM_3">
    <p:spTree>
      <p:nvGrpSpPr>
        <p:cNvPr id="1280" name="Shape 1280"/>
        <p:cNvGrpSpPr/>
        <p:nvPr/>
      </p:nvGrpSpPr>
      <p:grpSpPr>
        <a:xfrm>
          <a:off x="0" y="0"/>
          <a:ext cx="0" cy="0"/>
          <a:chOff x="0" y="0"/>
          <a:chExt cx="0" cy="0"/>
        </a:xfrm>
      </p:grpSpPr>
      <p:sp>
        <p:nvSpPr>
          <p:cNvPr id="1281" name="Google Shape;1281;p29"/>
          <p:cNvSpPr txBox="1"/>
          <p:nvPr>
            <p:ph idx="1" type="subTitle"/>
          </p:nvPr>
        </p:nvSpPr>
        <p:spPr>
          <a:xfrm>
            <a:off x="1157250" y="1609575"/>
            <a:ext cx="4448100" cy="1239300"/>
          </a:xfrm>
          <a:prstGeom prst="rect">
            <a:avLst/>
          </a:prstGeom>
        </p:spPr>
        <p:txBody>
          <a:bodyPr anchorCtr="0" anchor="t" bIns="91425" lIns="91425" spcFirstLastPara="1" rIns="91425" wrap="square" tIns="91425">
            <a:noAutofit/>
          </a:bodyPr>
          <a:lstStyle>
            <a:lvl1pPr lvl="0">
              <a:spcBef>
                <a:spcPts val="0"/>
              </a:spcBef>
              <a:spcAft>
                <a:spcPts val="0"/>
              </a:spcAft>
              <a:buSzPts val="2500"/>
              <a:buFont typeface="IBM Plex Mono"/>
              <a:buNone/>
              <a:defRPr b="1" sz="2000">
                <a:latin typeface="IBM Plex Mono"/>
                <a:ea typeface="IBM Plex Mono"/>
                <a:cs typeface="IBM Plex Mono"/>
                <a:sym typeface="IBM Plex Mono"/>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82" name="Google Shape;1282;p29"/>
          <p:cNvSpPr txBox="1"/>
          <p:nvPr>
            <p:ph type="title"/>
          </p:nvPr>
        </p:nvSpPr>
        <p:spPr>
          <a:xfrm>
            <a:off x="1157302" y="494775"/>
            <a:ext cx="5126700" cy="1058700"/>
          </a:xfrm>
          <a:prstGeom prst="rect">
            <a:avLst/>
          </a:prstGeom>
        </p:spPr>
        <p:txBody>
          <a:bodyPr anchorCtr="0" anchor="t" bIns="91425" lIns="91425" spcFirstLastPara="1" rIns="91425" wrap="square" tIns="91425">
            <a:noAutofit/>
          </a:bodyPr>
          <a:lstStyle>
            <a:lvl1pPr lvl="0" rtl="0">
              <a:spcBef>
                <a:spcPts val="0"/>
              </a:spcBef>
              <a:spcAft>
                <a:spcPts val="0"/>
              </a:spcAft>
              <a:buSzPts val="3000"/>
              <a:buNone/>
              <a:defRPr sz="6500"/>
            </a:lvl1pPr>
            <a:lvl2pPr lvl="1" rtl="0">
              <a:spcBef>
                <a:spcPts val="0"/>
              </a:spcBef>
              <a:spcAft>
                <a:spcPts val="0"/>
              </a:spcAft>
              <a:buSzPts val="3000"/>
              <a:buNone/>
              <a:defRPr/>
            </a:lvl2pPr>
            <a:lvl3pPr lvl="2" rtl="0">
              <a:spcBef>
                <a:spcPts val="0"/>
              </a:spcBef>
              <a:spcAft>
                <a:spcPts val="0"/>
              </a:spcAft>
              <a:buSzPts val="3000"/>
              <a:buNone/>
              <a:defRPr/>
            </a:lvl3pPr>
            <a:lvl4pPr lvl="3" rtl="0">
              <a:spcBef>
                <a:spcPts val="0"/>
              </a:spcBef>
              <a:spcAft>
                <a:spcPts val="0"/>
              </a:spcAft>
              <a:buSzPts val="3000"/>
              <a:buNone/>
              <a:defRPr/>
            </a:lvl4pPr>
            <a:lvl5pPr lvl="4" rtl="0">
              <a:spcBef>
                <a:spcPts val="0"/>
              </a:spcBef>
              <a:spcAft>
                <a:spcPts val="0"/>
              </a:spcAft>
              <a:buSzPts val="3000"/>
              <a:buNone/>
              <a:defRPr/>
            </a:lvl5pPr>
            <a:lvl6pPr lvl="5" rtl="0">
              <a:spcBef>
                <a:spcPts val="0"/>
              </a:spcBef>
              <a:spcAft>
                <a:spcPts val="0"/>
              </a:spcAft>
              <a:buSzPts val="3000"/>
              <a:buNone/>
              <a:defRPr/>
            </a:lvl6pPr>
            <a:lvl7pPr lvl="6" rtl="0">
              <a:spcBef>
                <a:spcPts val="0"/>
              </a:spcBef>
              <a:spcAft>
                <a:spcPts val="0"/>
              </a:spcAft>
              <a:buSzPts val="3000"/>
              <a:buNone/>
              <a:defRPr/>
            </a:lvl7pPr>
            <a:lvl8pPr lvl="7" rtl="0">
              <a:spcBef>
                <a:spcPts val="0"/>
              </a:spcBef>
              <a:spcAft>
                <a:spcPts val="0"/>
              </a:spcAft>
              <a:buSzPts val="3000"/>
              <a:buNone/>
              <a:defRPr/>
            </a:lvl8pPr>
            <a:lvl9pPr lvl="8" rtl="0">
              <a:spcBef>
                <a:spcPts val="0"/>
              </a:spcBef>
              <a:spcAft>
                <a:spcPts val="0"/>
              </a:spcAft>
              <a:buSzPts val="3000"/>
              <a:buNone/>
              <a:defRPr/>
            </a:lvl9pPr>
          </a:lstStyle>
          <a:p/>
        </p:txBody>
      </p:sp>
      <p:grpSp>
        <p:nvGrpSpPr>
          <p:cNvPr id="1283" name="Google Shape;1283;p29"/>
          <p:cNvGrpSpPr/>
          <p:nvPr/>
        </p:nvGrpSpPr>
        <p:grpSpPr>
          <a:xfrm>
            <a:off x="-291585" y="-494819"/>
            <a:ext cx="1448824" cy="2238804"/>
            <a:chOff x="-308635" y="-494819"/>
            <a:chExt cx="1448824" cy="2238804"/>
          </a:xfrm>
        </p:grpSpPr>
        <p:grpSp>
          <p:nvGrpSpPr>
            <p:cNvPr id="1284" name="Google Shape;1284;p29"/>
            <p:cNvGrpSpPr/>
            <p:nvPr/>
          </p:nvGrpSpPr>
          <p:grpSpPr>
            <a:xfrm>
              <a:off x="-275757" y="-242066"/>
              <a:ext cx="981772" cy="1986051"/>
              <a:chOff x="-293545" y="3454371"/>
              <a:chExt cx="981772" cy="1986051"/>
            </a:xfrm>
          </p:grpSpPr>
          <p:sp>
            <p:nvSpPr>
              <p:cNvPr id="1285" name="Google Shape;1285;p29"/>
              <p:cNvSpPr/>
              <p:nvPr/>
            </p:nvSpPr>
            <p:spPr>
              <a:xfrm rot="10800000">
                <a:off x="-293545" y="3454371"/>
                <a:ext cx="844677" cy="1985522"/>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6" name="Google Shape;1286;p29"/>
              <p:cNvSpPr/>
              <p:nvPr/>
            </p:nvSpPr>
            <p:spPr>
              <a:xfrm rot="10800000">
                <a:off x="-156450" y="3454901"/>
                <a:ext cx="844677" cy="1985522"/>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87" name="Google Shape;1287;p29"/>
            <p:cNvGrpSpPr/>
            <p:nvPr/>
          </p:nvGrpSpPr>
          <p:grpSpPr>
            <a:xfrm>
              <a:off x="364499" y="794648"/>
              <a:ext cx="699940" cy="478601"/>
              <a:chOff x="39722" y="4349021"/>
              <a:chExt cx="1061964" cy="726143"/>
            </a:xfrm>
          </p:grpSpPr>
          <p:grpSp>
            <p:nvGrpSpPr>
              <p:cNvPr id="1288" name="Google Shape;1288;p29"/>
              <p:cNvGrpSpPr/>
              <p:nvPr/>
            </p:nvGrpSpPr>
            <p:grpSpPr>
              <a:xfrm rot="2700000">
                <a:off x="140502" y="4460924"/>
                <a:ext cx="524584" cy="502337"/>
                <a:chOff x="1189791" y="-1767331"/>
                <a:chExt cx="904284" cy="865933"/>
              </a:xfrm>
            </p:grpSpPr>
            <p:sp>
              <p:nvSpPr>
                <p:cNvPr id="1289" name="Google Shape;1289;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290" name="Google Shape;1290;p29"/>
                <p:cNvGrpSpPr/>
                <p:nvPr/>
              </p:nvGrpSpPr>
              <p:grpSpPr>
                <a:xfrm>
                  <a:off x="1232795" y="-1740829"/>
                  <a:ext cx="717621" cy="717392"/>
                  <a:chOff x="1483457" y="3953671"/>
                  <a:chExt cx="717621" cy="717392"/>
                </a:xfrm>
              </p:grpSpPr>
              <p:sp>
                <p:nvSpPr>
                  <p:cNvPr id="1291" name="Google Shape;1291;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2" name="Google Shape;1292;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3" name="Google Shape;1293;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4" name="Google Shape;1294;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5" name="Google Shape;1295;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296" name="Google Shape;1296;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297" name="Google Shape;1297;p29"/>
            <p:cNvGrpSpPr/>
            <p:nvPr/>
          </p:nvGrpSpPr>
          <p:grpSpPr>
            <a:xfrm rot="-5400000">
              <a:off x="-460623" y="-342832"/>
              <a:ext cx="1351491" cy="1047516"/>
              <a:chOff x="-2460210" y="2758493"/>
              <a:chExt cx="1351491" cy="1047516"/>
            </a:xfrm>
          </p:grpSpPr>
          <p:sp>
            <p:nvSpPr>
              <p:cNvPr id="1298" name="Google Shape;1298;p29"/>
              <p:cNvSpPr/>
              <p:nvPr/>
            </p:nvSpPr>
            <p:spPr>
              <a:xfrm rot="-2700000">
                <a:off x="-2341816" y="31085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9" name="Google Shape;1299;p29"/>
              <p:cNvSpPr/>
              <p:nvPr/>
            </p:nvSpPr>
            <p:spPr>
              <a:xfrm rot="-2700000">
                <a:off x="-2157466" y="30323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0" name="Google Shape;1300;p29"/>
              <p:cNvSpPr/>
              <p:nvPr/>
            </p:nvSpPr>
            <p:spPr>
              <a:xfrm rot="-2700000">
                <a:off x="-1993591" y="29561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1" name="Google Shape;1301;p29"/>
              <p:cNvSpPr/>
              <p:nvPr/>
            </p:nvSpPr>
            <p:spPr>
              <a:xfrm rot="-2700000">
                <a:off x="-1809241" y="2879954"/>
                <a:ext cx="582127" cy="575995"/>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02" name="Google Shape;1302;p29"/>
            <p:cNvGrpSpPr/>
            <p:nvPr/>
          </p:nvGrpSpPr>
          <p:grpSpPr>
            <a:xfrm>
              <a:off x="440249" y="455173"/>
              <a:ext cx="699940" cy="478601"/>
              <a:chOff x="39722" y="4349021"/>
              <a:chExt cx="1061964" cy="726143"/>
            </a:xfrm>
          </p:grpSpPr>
          <p:grpSp>
            <p:nvGrpSpPr>
              <p:cNvPr id="1303" name="Google Shape;1303;p29"/>
              <p:cNvGrpSpPr/>
              <p:nvPr/>
            </p:nvGrpSpPr>
            <p:grpSpPr>
              <a:xfrm rot="2700000">
                <a:off x="140502" y="4460924"/>
                <a:ext cx="524584" cy="502337"/>
                <a:chOff x="1189791" y="-1767331"/>
                <a:chExt cx="904284" cy="865933"/>
              </a:xfrm>
            </p:grpSpPr>
            <p:sp>
              <p:nvSpPr>
                <p:cNvPr id="1304" name="Google Shape;130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05" name="Google Shape;1305;p29"/>
                <p:cNvGrpSpPr/>
                <p:nvPr/>
              </p:nvGrpSpPr>
              <p:grpSpPr>
                <a:xfrm>
                  <a:off x="1232795" y="-1740829"/>
                  <a:ext cx="717621" cy="717392"/>
                  <a:chOff x="1483457" y="3953671"/>
                  <a:chExt cx="717621" cy="717392"/>
                </a:xfrm>
              </p:grpSpPr>
              <p:sp>
                <p:nvSpPr>
                  <p:cNvPr id="1306" name="Google Shape;130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7" name="Google Shape;130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8" name="Google Shape;130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9" name="Google Shape;130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0" name="Google Shape;131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11" name="Google Shape;131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12" name="Google Shape;1312;p29"/>
            <p:cNvGrpSpPr/>
            <p:nvPr/>
          </p:nvGrpSpPr>
          <p:grpSpPr>
            <a:xfrm>
              <a:off x="-63826" y="511661"/>
              <a:ext cx="699940" cy="478601"/>
              <a:chOff x="39722" y="4349021"/>
              <a:chExt cx="1061964" cy="726143"/>
            </a:xfrm>
          </p:grpSpPr>
          <p:grpSp>
            <p:nvGrpSpPr>
              <p:cNvPr id="1313" name="Google Shape;1313;p29"/>
              <p:cNvGrpSpPr/>
              <p:nvPr/>
            </p:nvGrpSpPr>
            <p:grpSpPr>
              <a:xfrm rot="2700000">
                <a:off x="140502" y="4460924"/>
                <a:ext cx="524584" cy="502337"/>
                <a:chOff x="1189791" y="-1767331"/>
                <a:chExt cx="904284" cy="865933"/>
              </a:xfrm>
            </p:grpSpPr>
            <p:sp>
              <p:nvSpPr>
                <p:cNvPr id="1314" name="Google Shape;1314;p29"/>
                <p:cNvSpPr/>
                <p:nvPr/>
              </p:nvSpPr>
              <p:spPr>
                <a:xfrm>
                  <a:off x="1189791" y="-1767331"/>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15" name="Google Shape;1315;p29"/>
                <p:cNvGrpSpPr/>
                <p:nvPr/>
              </p:nvGrpSpPr>
              <p:grpSpPr>
                <a:xfrm>
                  <a:off x="1232795" y="-1740829"/>
                  <a:ext cx="717621" cy="717392"/>
                  <a:chOff x="1483457" y="3953671"/>
                  <a:chExt cx="717621" cy="717392"/>
                </a:xfrm>
              </p:grpSpPr>
              <p:sp>
                <p:nvSpPr>
                  <p:cNvPr id="1316" name="Google Shape;1316;p29"/>
                  <p:cNvSpPr/>
                  <p:nvPr/>
                </p:nvSpPr>
                <p:spPr>
                  <a:xfrm>
                    <a:off x="1483457" y="4257265"/>
                    <a:ext cx="413799" cy="413799"/>
                  </a:xfrm>
                  <a:custGeom>
                    <a:rect b="b" l="l" r="r" t="t"/>
                    <a:pathLst>
                      <a:path extrusionOk="0" h="27121" w="27121">
                        <a:moveTo>
                          <a:pt x="381" y="1"/>
                        </a:moveTo>
                        <a:lnTo>
                          <a:pt x="0" y="382"/>
                        </a:lnTo>
                        <a:lnTo>
                          <a:pt x="26739" y="27121"/>
                        </a:lnTo>
                        <a:lnTo>
                          <a:pt x="27120" y="26740"/>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7" name="Google Shape;1317;p29"/>
                  <p:cNvSpPr/>
                  <p:nvPr/>
                </p:nvSpPr>
                <p:spPr>
                  <a:xfrm>
                    <a:off x="1559470" y="4181481"/>
                    <a:ext cx="413799" cy="413799"/>
                  </a:xfrm>
                  <a:custGeom>
                    <a:rect b="b" l="l" r="r" t="t"/>
                    <a:pathLst>
                      <a:path extrusionOk="0" h="27121" w="27121">
                        <a:moveTo>
                          <a:pt x="366" y="1"/>
                        </a:moveTo>
                        <a:lnTo>
                          <a:pt x="0" y="382"/>
                        </a:lnTo>
                        <a:lnTo>
                          <a:pt x="26739" y="27121"/>
                        </a:lnTo>
                        <a:lnTo>
                          <a:pt x="27120" y="26740"/>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8" name="Google Shape;1318;p29"/>
                  <p:cNvSpPr/>
                  <p:nvPr/>
                </p:nvSpPr>
                <p:spPr>
                  <a:xfrm>
                    <a:off x="1635483" y="4105239"/>
                    <a:ext cx="413799" cy="413799"/>
                  </a:xfrm>
                  <a:custGeom>
                    <a:rect b="b" l="l" r="r" t="t"/>
                    <a:pathLst>
                      <a:path extrusionOk="0" h="27121" w="27121">
                        <a:moveTo>
                          <a:pt x="366" y="1"/>
                        </a:moveTo>
                        <a:lnTo>
                          <a:pt x="1" y="381"/>
                        </a:lnTo>
                        <a:lnTo>
                          <a:pt x="26740" y="27120"/>
                        </a:lnTo>
                        <a:lnTo>
                          <a:pt x="27121" y="26755"/>
                        </a:lnTo>
                        <a:lnTo>
                          <a:pt x="366"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9" name="Google Shape;1319;p29"/>
                  <p:cNvSpPr/>
                  <p:nvPr/>
                </p:nvSpPr>
                <p:spPr>
                  <a:xfrm>
                    <a:off x="1711267" y="4029455"/>
                    <a:ext cx="413799" cy="413799"/>
                  </a:xfrm>
                  <a:custGeom>
                    <a:rect b="b" l="l" r="r" t="t"/>
                    <a:pathLst>
                      <a:path extrusionOk="0" h="27121" w="27121">
                        <a:moveTo>
                          <a:pt x="381" y="1"/>
                        </a:moveTo>
                        <a:lnTo>
                          <a:pt x="0" y="382"/>
                        </a:lnTo>
                        <a:lnTo>
                          <a:pt x="26755" y="27121"/>
                        </a:lnTo>
                        <a:lnTo>
                          <a:pt x="27120" y="26755"/>
                        </a:lnTo>
                        <a:lnTo>
                          <a:pt x="381"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0" name="Google Shape;1320;p29"/>
                  <p:cNvSpPr/>
                  <p:nvPr/>
                </p:nvSpPr>
                <p:spPr>
                  <a:xfrm>
                    <a:off x="1787280" y="3953671"/>
                    <a:ext cx="413799" cy="413799"/>
                  </a:xfrm>
                  <a:custGeom>
                    <a:rect b="b" l="l" r="r" t="t"/>
                    <a:pathLst>
                      <a:path extrusionOk="0" h="27121" w="27121">
                        <a:moveTo>
                          <a:pt x="382" y="1"/>
                        </a:moveTo>
                        <a:lnTo>
                          <a:pt x="1" y="382"/>
                        </a:lnTo>
                        <a:lnTo>
                          <a:pt x="26740" y="27121"/>
                        </a:lnTo>
                        <a:lnTo>
                          <a:pt x="27121" y="26740"/>
                        </a:lnTo>
                        <a:lnTo>
                          <a:pt x="382" y="1"/>
                        </a:lnTo>
                        <a:close/>
                      </a:path>
                    </a:pathLst>
                  </a:custGeom>
                  <a:gradFill>
                    <a:gsLst>
                      <a:gs pos="0">
                        <a:srgbClr val="9900FF">
                          <a:alpha val="46667"/>
                          <a:alpha val="46820"/>
                        </a:srgbClr>
                      </a:gs>
                      <a:gs pos="100000">
                        <a:srgbClr val="FFFFFF">
                          <a:alpha val="0"/>
                          <a:alpha val="4682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21" name="Google Shape;1321;p29"/>
              <p:cNvSpPr/>
              <p:nvPr/>
            </p:nvSpPr>
            <p:spPr>
              <a:xfrm rot="-2700000">
                <a:off x="542534" y="4469276"/>
                <a:ext cx="492898" cy="391560"/>
              </a:xfrm>
              <a:custGeom>
                <a:rect b="b" l="l" r="r" t="t"/>
                <a:pathLst>
                  <a:path extrusionOk="0" h="35440" w="44612">
                    <a:moveTo>
                      <a:pt x="40817" y="1"/>
                    </a:moveTo>
                    <a:lnTo>
                      <a:pt x="37420" y="3383"/>
                    </a:lnTo>
                    <a:lnTo>
                      <a:pt x="41213" y="7177"/>
                    </a:lnTo>
                    <a:lnTo>
                      <a:pt x="44611" y="3779"/>
                    </a:lnTo>
                    <a:lnTo>
                      <a:pt x="40817" y="1"/>
                    </a:lnTo>
                    <a:close/>
                    <a:moveTo>
                      <a:pt x="22184" y="4099"/>
                    </a:moveTo>
                    <a:lnTo>
                      <a:pt x="18801" y="7482"/>
                    </a:lnTo>
                    <a:lnTo>
                      <a:pt x="22595" y="11275"/>
                    </a:lnTo>
                    <a:lnTo>
                      <a:pt x="25978" y="7878"/>
                    </a:lnTo>
                    <a:lnTo>
                      <a:pt x="22184" y="4099"/>
                    </a:lnTo>
                    <a:close/>
                    <a:moveTo>
                      <a:pt x="15983" y="10300"/>
                    </a:moveTo>
                    <a:lnTo>
                      <a:pt x="12585" y="13698"/>
                    </a:lnTo>
                    <a:lnTo>
                      <a:pt x="16379" y="17476"/>
                    </a:lnTo>
                    <a:lnTo>
                      <a:pt x="19776" y="14094"/>
                    </a:lnTo>
                    <a:lnTo>
                      <a:pt x="15983" y="10300"/>
                    </a:lnTo>
                    <a:close/>
                    <a:moveTo>
                      <a:pt x="9431" y="16852"/>
                    </a:moveTo>
                    <a:lnTo>
                      <a:pt x="6034" y="20249"/>
                    </a:lnTo>
                    <a:lnTo>
                      <a:pt x="15190" y="29406"/>
                    </a:lnTo>
                    <a:lnTo>
                      <a:pt x="18588" y="26008"/>
                    </a:lnTo>
                    <a:lnTo>
                      <a:pt x="9431" y="16852"/>
                    </a:lnTo>
                    <a:close/>
                    <a:moveTo>
                      <a:pt x="3383" y="22885"/>
                    </a:moveTo>
                    <a:lnTo>
                      <a:pt x="0" y="26283"/>
                    </a:lnTo>
                    <a:lnTo>
                      <a:pt x="9157" y="35440"/>
                    </a:lnTo>
                    <a:lnTo>
                      <a:pt x="12555" y="32057"/>
                    </a:lnTo>
                    <a:lnTo>
                      <a:pt x="3383" y="22885"/>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22" name="Google Shape;1322;p29"/>
          <p:cNvGrpSpPr/>
          <p:nvPr/>
        </p:nvGrpSpPr>
        <p:grpSpPr>
          <a:xfrm>
            <a:off x="2659712" y="4275400"/>
            <a:ext cx="4952059" cy="2992224"/>
            <a:chOff x="2659712" y="4275400"/>
            <a:chExt cx="4952059" cy="2992224"/>
          </a:xfrm>
        </p:grpSpPr>
        <p:pic>
          <p:nvPicPr>
            <p:cNvPr id="1323" name="Google Shape;1323;p29"/>
            <p:cNvPicPr preferRelativeResize="0"/>
            <p:nvPr/>
          </p:nvPicPr>
          <p:blipFill rotWithShape="1">
            <a:blip r:embed="rId2">
              <a:alphaModFix/>
            </a:blip>
            <a:srcRect b="26177" l="16960" r="7121" t="24719"/>
            <a:stretch/>
          </p:blipFill>
          <p:spPr>
            <a:xfrm rot="10800000">
              <a:off x="2659712" y="4275400"/>
              <a:ext cx="3549051" cy="2992224"/>
            </a:xfrm>
            <a:prstGeom prst="rect">
              <a:avLst/>
            </a:prstGeom>
            <a:noFill/>
            <a:ln>
              <a:noFill/>
            </a:ln>
          </p:spPr>
        </p:pic>
        <p:grpSp>
          <p:nvGrpSpPr>
            <p:cNvPr id="1324" name="Google Shape;1324;p29"/>
            <p:cNvGrpSpPr/>
            <p:nvPr/>
          </p:nvGrpSpPr>
          <p:grpSpPr>
            <a:xfrm rot="-5400000">
              <a:off x="3258038" y="4413859"/>
              <a:ext cx="906953" cy="1517787"/>
              <a:chOff x="79748" y="2808602"/>
              <a:chExt cx="906953" cy="1517787"/>
            </a:xfrm>
          </p:grpSpPr>
          <p:sp>
            <p:nvSpPr>
              <p:cNvPr id="1325" name="Google Shape;1325;p29"/>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6" name="Google Shape;1326;p29"/>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7" name="Google Shape;1327;p29"/>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8" name="Google Shape;1328;p29"/>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29" name="Google Shape;1329;p29"/>
            <p:cNvGrpSpPr/>
            <p:nvPr/>
          </p:nvGrpSpPr>
          <p:grpSpPr>
            <a:xfrm rot="5400000">
              <a:off x="5484569" y="3756062"/>
              <a:ext cx="1421047" cy="2833357"/>
              <a:chOff x="334358" y="2186737"/>
              <a:chExt cx="1421047" cy="2833357"/>
            </a:xfrm>
          </p:grpSpPr>
          <p:sp>
            <p:nvSpPr>
              <p:cNvPr id="1330" name="Google Shape;1330;p29"/>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31" name="Google Shape;1331;p29"/>
              <p:cNvGrpSpPr/>
              <p:nvPr/>
            </p:nvGrpSpPr>
            <p:grpSpPr>
              <a:xfrm rot="5400000">
                <a:off x="1046250" y="3181856"/>
                <a:ext cx="161977" cy="161940"/>
                <a:chOff x="1101075" y="2142375"/>
                <a:chExt cx="439200" cy="439100"/>
              </a:xfrm>
            </p:grpSpPr>
            <p:sp>
              <p:nvSpPr>
                <p:cNvPr id="1332" name="Google Shape;1332;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3" name="Google Shape;1333;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34" name="Google Shape;1334;p29"/>
              <p:cNvGrpSpPr/>
              <p:nvPr/>
            </p:nvGrpSpPr>
            <p:grpSpPr>
              <a:xfrm rot="-5400000">
                <a:off x="628029" y="4564272"/>
                <a:ext cx="161977" cy="161940"/>
                <a:chOff x="1101075" y="2142375"/>
                <a:chExt cx="439200" cy="439100"/>
              </a:xfrm>
            </p:grpSpPr>
            <p:sp>
              <p:nvSpPr>
                <p:cNvPr id="1335" name="Google Shape;1335;p29"/>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6" name="Google Shape;1336;p29"/>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p:cSld name="CUSTOM_9">
    <p:spTree>
      <p:nvGrpSpPr>
        <p:cNvPr id="1338" name="Shape 1338"/>
        <p:cNvGrpSpPr/>
        <p:nvPr/>
      </p:nvGrpSpPr>
      <p:grpSpPr>
        <a:xfrm>
          <a:off x="0" y="0"/>
          <a:ext cx="0" cy="0"/>
          <a:chOff x="0" y="0"/>
          <a:chExt cx="0" cy="0"/>
        </a:xfrm>
      </p:grpSpPr>
      <p:grpSp>
        <p:nvGrpSpPr>
          <p:cNvPr id="1339" name="Google Shape;1339;p30"/>
          <p:cNvGrpSpPr/>
          <p:nvPr/>
        </p:nvGrpSpPr>
        <p:grpSpPr>
          <a:xfrm>
            <a:off x="-623241" y="3925887"/>
            <a:ext cx="2833357" cy="1517787"/>
            <a:chOff x="-623241" y="3849687"/>
            <a:chExt cx="2833357" cy="1517787"/>
          </a:xfrm>
        </p:grpSpPr>
        <p:grpSp>
          <p:nvGrpSpPr>
            <p:cNvPr id="1340" name="Google Shape;1340;p30"/>
            <p:cNvGrpSpPr/>
            <p:nvPr/>
          </p:nvGrpSpPr>
          <p:grpSpPr>
            <a:xfrm rot="5400000">
              <a:off x="-879113" y="4155104"/>
              <a:ext cx="1517787" cy="906953"/>
              <a:chOff x="-55500" y="4835979"/>
              <a:chExt cx="1517787" cy="906953"/>
            </a:xfrm>
          </p:grpSpPr>
          <p:sp>
            <p:nvSpPr>
              <p:cNvPr id="1341" name="Google Shape;1341;p30"/>
              <p:cNvSpPr/>
              <p:nvPr/>
            </p:nvSpPr>
            <p:spPr>
              <a:xfrm>
                <a:off x="-55500" y="489515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2" name="Google Shape;1342;p30"/>
              <p:cNvSpPr/>
              <p:nvPr/>
            </p:nvSpPr>
            <p:spPr>
              <a:xfrm>
                <a:off x="522674" y="4951702"/>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3" name="Google Shape;1343;p30"/>
              <p:cNvSpPr/>
              <p:nvPr/>
            </p:nvSpPr>
            <p:spPr>
              <a:xfrm>
                <a:off x="401812" y="51855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4" name="Google Shape;1344;p30"/>
              <p:cNvSpPr/>
              <p:nvPr/>
            </p:nvSpPr>
            <p:spPr>
              <a:xfrm>
                <a:off x="880250" y="4835979"/>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45" name="Google Shape;1345;p30"/>
            <p:cNvGrpSpPr/>
            <p:nvPr/>
          </p:nvGrpSpPr>
          <p:grpSpPr>
            <a:xfrm>
              <a:off x="-623241" y="3946426"/>
              <a:ext cx="2833357" cy="1421047"/>
              <a:chOff x="-677366" y="4067276"/>
              <a:chExt cx="2833357" cy="1421047"/>
            </a:xfrm>
          </p:grpSpPr>
          <p:sp>
            <p:nvSpPr>
              <p:cNvPr id="1346" name="Google Shape;1346;p30"/>
              <p:cNvSpPr/>
              <p:nvPr/>
            </p:nvSpPr>
            <p:spPr>
              <a:xfrm rot="5400000">
                <a:off x="28789" y="3361120"/>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47" name="Google Shape;1347;p30"/>
              <p:cNvGrpSpPr/>
              <p:nvPr/>
            </p:nvGrpSpPr>
            <p:grpSpPr>
              <a:xfrm>
                <a:off x="317735" y="4614472"/>
                <a:ext cx="161977" cy="161940"/>
                <a:chOff x="1101075" y="2142375"/>
                <a:chExt cx="439200" cy="439100"/>
              </a:xfrm>
            </p:grpSpPr>
            <p:sp>
              <p:nvSpPr>
                <p:cNvPr id="1348" name="Google Shape;1348;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9" name="Google Shape;1349;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0" name="Google Shape;1350;p30"/>
              <p:cNvGrpSpPr/>
              <p:nvPr/>
            </p:nvGrpSpPr>
            <p:grpSpPr>
              <a:xfrm rot="10800000">
                <a:off x="1700151" y="5032693"/>
                <a:ext cx="161977" cy="161940"/>
                <a:chOff x="1101075" y="2142375"/>
                <a:chExt cx="439200" cy="439100"/>
              </a:xfrm>
            </p:grpSpPr>
            <p:sp>
              <p:nvSpPr>
                <p:cNvPr id="1351" name="Google Shape;1351;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2" name="Google Shape;1352;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353" name="Google Shape;1353;p30"/>
            <p:cNvSpPr/>
            <p:nvPr/>
          </p:nvSpPr>
          <p:spPr>
            <a:xfrm rot="-5400000">
              <a:off x="289120" y="3696219"/>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54" name="Google Shape;1354;p30"/>
          <p:cNvGrpSpPr/>
          <p:nvPr/>
        </p:nvGrpSpPr>
        <p:grpSpPr>
          <a:xfrm>
            <a:off x="6323925" y="-1678249"/>
            <a:ext cx="4189199" cy="3065874"/>
            <a:chOff x="6171525" y="-1678249"/>
            <a:chExt cx="4189199" cy="3065874"/>
          </a:xfrm>
        </p:grpSpPr>
        <p:sp>
          <p:nvSpPr>
            <p:cNvPr id="1355" name="Google Shape;1355;p30"/>
            <p:cNvSpPr/>
            <p:nvPr/>
          </p:nvSpPr>
          <p:spPr>
            <a:xfrm rot="-5400000">
              <a:off x="6808863" y="-808395"/>
              <a:ext cx="1558682"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356" name="Google Shape;1356;p30"/>
            <p:cNvPicPr preferRelativeResize="0"/>
            <p:nvPr/>
          </p:nvPicPr>
          <p:blipFill rotWithShape="1">
            <a:blip r:embed="rId2">
              <a:alphaModFix/>
            </a:blip>
            <a:srcRect b="26177" l="16960" r="7121" t="24719"/>
            <a:stretch/>
          </p:blipFill>
          <p:spPr>
            <a:xfrm>
              <a:off x="6587425" y="-1678249"/>
              <a:ext cx="3773299" cy="2879876"/>
            </a:xfrm>
            <a:prstGeom prst="rect">
              <a:avLst/>
            </a:prstGeom>
            <a:noFill/>
            <a:ln>
              <a:noFill/>
            </a:ln>
          </p:spPr>
        </p:pic>
        <p:sp>
          <p:nvSpPr>
            <p:cNvPr id="1357" name="Google Shape;1357;p30"/>
            <p:cNvSpPr/>
            <p:nvPr/>
          </p:nvSpPr>
          <p:spPr>
            <a:xfrm>
              <a:off x="8292929" y="-80469"/>
              <a:ext cx="904284" cy="86593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58" name="Google Shape;1358;p30"/>
            <p:cNvGrpSpPr/>
            <p:nvPr/>
          </p:nvGrpSpPr>
          <p:grpSpPr>
            <a:xfrm rot="-2700000">
              <a:off x="8302147" y="61289"/>
              <a:ext cx="582044" cy="582419"/>
              <a:chOff x="959750" y="3039275"/>
              <a:chExt cx="582050" cy="582425"/>
            </a:xfrm>
          </p:grpSpPr>
          <p:sp>
            <p:nvSpPr>
              <p:cNvPr id="1359" name="Google Shape;1359;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0" name="Google Shape;1360;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1" name="Google Shape;1361;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2" name="Google Shape;1362;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3" name="Google Shape;1363;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4" name="Google Shape;1364;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5" name="Google Shape;1365;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66" name="Google Shape;1366;p30"/>
            <p:cNvGrpSpPr/>
            <p:nvPr/>
          </p:nvGrpSpPr>
          <p:grpSpPr>
            <a:xfrm rot="-2700000">
              <a:off x="8551447" y="61289"/>
              <a:ext cx="582044" cy="582419"/>
              <a:chOff x="959750" y="3039275"/>
              <a:chExt cx="582050" cy="582425"/>
            </a:xfrm>
          </p:grpSpPr>
          <p:sp>
            <p:nvSpPr>
              <p:cNvPr id="1367" name="Google Shape;1367;p30"/>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8" name="Google Shape;1368;p30"/>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9" name="Google Shape;1369;p30"/>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0" name="Google Shape;1370;p30"/>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1" name="Google Shape;1371;p30"/>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2" name="Google Shape;1372;p30"/>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3" name="Google Shape;1373;p30"/>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374" name="Google Shape;1374;p30"/>
          <p:cNvGrpSpPr/>
          <p:nvPr/>
        </p:nvGrpSpPr>
        <p:grpSpPr>
          <a:xfrm rot="2700000">
            <a:off x="8945322" y="2352177"/>
            <a:ext cx="439196" cy="439096"/>
            <a:chOff x="1101075" y="2142375"/>
            <a:chExt cx="439200" cy="439100"/>
          </a:xfrm>
        </p:grpSpPr>
        <p:sp>
          <p:nvSpPr>
            <p:cNvPr id="1375" name="Google Shape;1375;p30"/>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76" name="Google Shape;1376;p30"/>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ckground 1">
  <p:cSld name="CUSTOM_9_1">
    <p:bg>
      <p:bgPr>
        <a:solidFill>
          <a:schemeClr val="dk2"/>
        </a:solidFill>
      </p:bgPr>
    </p:bg>
    <p:spTree>
      <p:nvGrpSpPr>
        <p:cNvPr id="1377" name="Shape 1377"/>
        <p:cNvGrpSpPr/>
        <p:nvPr/>
      </p:nvGrpSpPr>
      <p:grpSpPr>
        <a:xfrm>
          <a:off x="0" y="0"/>
          <a:ext cx="0" cy="0"/>
          <a:chOff x="0" y="0"/>
          <a:chExt cx="0" cy="0"/>
        </a:xfrm>
      </p:grpSpPr>
      <p:grpSp>
        <p:nvGrpSpPr>
          <p:cNvPr id="1378" name="Google Shape;1378;p31"/>
          <p:cNvGrpSpPr/>
          <p:nvPr/>
        </p:nvGrpSpPr>
        <p:grpSpPr>
          <a:xfrm>
            <a:off x="8332551" y="-7"/>
            <a:ext cx="2386151" cy="3293873"/>
            <a:chOff x="8256351" y="-7"/>
            <a:chExt cx="2386151" cy="3293873"/>
          </a:xfrm>
        </p:grpSpPr>
        <p:pic>
          <p:nvPicPr>
            <p:cNvPr id="1379" name="Google Shape;1379;p31"/>
            <p:cNvPicPr preferRelativeResize="0"/>
            <p:nvPr/>
          </p:nvPicPr>
          <p:blipFill rotWithShape="1">
            <a:blip r:embed="rId2">
              <a:alphaModFix/>
            </a:blip>
            <a:srcRect b="26177" l="16960" r="7121" t="24719"/>
            <a:stretch/>
          </p:blipFill>
          <p:spPr>
            <a:xfrm rot="5400000">
              <a:off x="7886227" y="537590"/>
              <a:ext cx="3126400" cy="2386151"/>
            </a:xfrm>
            <a:prstGeom prst="rect">
              <a:avLst/>
            </a:prstGeom>
            <a:noFill/>
            <a:ln>
              <a:noFill/>
            </a:ln>
          </p:spPr>
        </p:pic>
        <p:grpSp>
          <p:nvGrpSpPr>
            <p:cNvPr id="1380" name="Google Shape;1380;p31"/>
            <p:cNvGrpSpPr/>
            <p:nvPr/>
          </p:nvGrpSpPr>
          <p:grpSpPr>
            <a:xfrm rot="10800000">
              <a:off x="8452444" y="-7"/>
              <a:ext cx="325154" cy="1788670"/>
              <a:chOff x="8869019" y="-622132"/>
              <a:chExt cx="325154" cy="1788670"/>
            </a:xfrm>
          </p:grpSpPr>
          <p:sp>
            <p:nvSpPr>
              <p:cNvPr id="1381" name="Google Shape;1381;p31"/>
              <p:cNvSpPr/>
              <p:nvPr/>
            </p:nvSpPr>
            <p:spPr>
              <a:xfrm rot="10800000">
                <a:off x="8869019" y="-622132"/>
                <a:ext cx="246869" cy="1703243"/>
              </a:xfrm>
              <a:custGeom>
                <a:rect b="b" l="l" r="r" t="t"/>
                <a:pathLst>
                  <a:path extrusionOk="0" h="29909" w="6019">
                    <a:moveTo>
                      <a:pt x="1" y="1"/>
                    </a:moveTo>
                    <a:lnTo>
                      <a:pt x="1" y="306"/>
                    </a:lnTo>
                    <a:lnTo>
                      <a:pt x="5699" y="306"/>
                    </a:lnTo>
                    <a:lnTo>
                      <a:pt x="5699" y="29909"/>
                    </a:lnTo>
                    <a:lnTo>
                      <a:pt x="6019" y="29909"/>
                    </a:lnTo>
                    <a:lnTo>
                      <a:pt x="6019" y="1"/>
                    </a:lnTo>
                    <a:close/>
                  </a:path>
                </a:pathLst>
              </a:cu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82" name="Google Shape;1382;p31"/>
              <p:cNvGrpSpPr/>
              <p:nvPr/>
            </p:nvGrpSpPr>
            <p:grpSpPr>
              <a:xfrm rot="1800062">
                <a:off x="9035610" y="1007995"/>
                <a:ext cx="134040" cy="134009"/>
                <a:chOff x="1101075" y="2142375"/>
                <a:chExt cx="439200" cy="439100"/>
              </a:xfrm>
            </p:grpSpPr>
            <p:sp>
              <p:nvSpPr>
                <p:cNvPr id="1383" name="Google Shape;1383;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40000">
                      <a:srgbClr val="FF9900">
                        <a:alpha val="40784"/>
                      </a:srgbClr>
                    </a:gs>
                    <a:gs pos="100000">
                      <a:srgbClr val="FFFFFF">
                        <a:alpha val="0"/>
                      </a:srgbClr>
                    </a:gs>
                  </a:gsLst>
                  <a:lin ang="2698631"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4" name="Google Shape;1384;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grpSp>
        <p:nvGrpSpPr>
          <p:cNvPr id="1385" name="Google Shape;1385;p31"/>
          <p:cNvGrpSpPr/>
          <p:nvPr/>
        </p:nvGrpSpPr>
        <p:grpSpPr>
          <a:xfrm>
            <a:off x="-213525" y="171225"/>
            <a:ext cx="439200" cy="439100"/>
            <a:chOff x="1101075" y="2142375"/>
            <a:chExt cx="439200" cy="439100"/>
          </a:xfrm>
        </p:grpSpPr>
        <p:sp>
          <p:nvSpPr>
            <p:cNvPr id="1386" name="Google Shape;1386;p31"/>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87" name="Google Shape;1387;p31"/>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1"/>
                </a:gs>
                <a:gs pos="18000">
                  <a:schemeClr val="lt1"/>
                </a:gs>
                <a:gs pos="56000">
                  <a:srgbClr val="FFFFFF">
                    <a:alpha val="0"/>
                  </a:srgbClr>
                </a:gs>
                <a:gs pos="74000">
                  <a:schemeClr val="lt1"/>
                </a:gs>
                <a:gs pos="100000">
                  <a:srgbClr val="0C0A9E">
                    <a:alpha val="20000"/>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388" name="Google Shape;1388;p31"/>
          <p:cNvGrpSpPr/>
          <p:nvPr/>
        </p:nvGrpSpPr>
        <p:grpSpPr>
          <a:xfrm>
            <a:off x="-1262974" y="3161328"/>
            <a:ext cx="4822591" cy="2934500"/>
            <a:chOff x="-1186774" y="3161328"/>
            <a:chExt cx="4822591" cy="2934500"/>
          </a:xfrm>
        </p:grpSpPr>
        <p:pic>
          <p:nvPicPr>
            <p:cNvPr id="1389" name="Google Shape;1389;p31"/>
            <p:cNvPicPr preferRelativeResize="0"/>
            <p:nvPr/>
          </p:nvPicPr>
          <p:blipFill rotWithShape="1">
            <a:blip r:embed="rId2">
              <a:alphaModFix/>
            </a:blip>
            <a:srcRect b="26177" l="16960" r="7121" t="24719"/>
            <a:stretch/>
          </p:blipFill>
          <p:spPr>
            <a:xfrm rot="5400000">
              <a:off x="-1534175" y="3508728"/>
              <a:ext cx="2934500" cy="2239699"/>
            </a:xfrm>
            <a:prstGeom prst="rect">
              <a:avLst/>
            </a:prstGeom>
            <a:noFill/>
            <a:ln>
              <a:noFill/>
            </a:ln>
          </p:spPr>
        </p:pic>
        <p:sp>
          <p:nvSpPr>
            <p:cNvPr id="1390" name="Google Shape;1390;p31"/>
            <p:cNvSpPr/>
            <p:nvPr/>
          </p:nvSpPr>
          <p:spPr>
            <a:xfrm rot="-5400000">
              <a:off x="-184180" y="3596444"/>
              <a:ext cx="503090" cy="2327806"/>
            </a:xfrm>
            <a:custGeom>
              <a:rect b="b" l="l" r="r" t="t"/>
              <a:pathLst>
                <a:path extrusionOk="0" h="56755" w="12266">
                  <a:moveTo>
                    <a:pt x="6811" y="1"/>
                  </a:moveTo>
                  <a:lnTo>
                    <a:pt x="2133" y="4663"/>
                  </a:lnTo>
                  <a:lnTo>
                    <a:pt x="2133" y="16836"/>
                  </a:lnTo>
                  <a:lnTo>
                    <a:pt x="2438" y="16836"/>
                  </a:lnTo>
                  <a:lnTo>
                    <a:pt x="2438" y="4800"/>
                  </a:lnTo>
                  <a:lnTo>
                    <a:pt x="6475" y="747"/>
                  </a:lnTo>
                  <a:lnTo>
                    <a:pt x="6475" y="11793"/>
                  </a:lnTo>
                  <a:lnTo>
                    <a:pt x="11534" y="11793"/>
                  </a:lnTo>
                  <a:lnTo>
                    <a:pt x="8197" y="15130"/>
                  </a:lnTo>
                  <a:lnTo>
                    <a:pt x="11640" y="18573"/>
                  </a:lnTo>
                  <a:lnTo>
                    <a:pt x="5668" y="24546"/>
                  </a:lnTo>
                  <a:lnTo>
                    <a:pt x="5668" y="41686"/>
                  </a:lnTo>
                  <a:lnTo>
                    <a:pt x="0" y="47369"/>
                  </a:lnTo>
                  <a:lnTo>
                    <a:pt x="0" y="56754"/>
                  </a:lnTo>
                  <a:lnTo>
                    <a:pt x="305" y="56754"/>
                  </a:lnTo>
                  <a:lnTo>
                    <a:pt x="305" y="47476"/>
                  </a:lnTo>
                  <a:lnTo>
                    <a:pt x="5973" y="41823"/>
                  </a:lnTo>
                  <a:lnTo>
                    <a:pt x="5973" y="24683"/>
                  </a:lnTo>
                  <a:lnTo>
                    <a:pt x="12082" y="18573"/>
                  </a:lnTo>
                  <a:lnTo>
                    <a:pt x="8639" y="15130"/>
                  </a:lnTo>
                  <a:lnTo>
                    <a:pt x="12265" y="11488"/>
                  </a:lnTo>
                  <a:lnTo>
                    <a:pt x="6811" y="11488"/>
                  </a:lnTo>
                  <a:lnTo>
                    <a:pt x="6811" y="1"/>
                  </a:lnTo>
                  <a:close/>
                </a:path>
              </a:pathLst>
            </a:custGeom>
            <a:gradFill>
              <a:gsLst>
                <a:gs pos="0">
                  <a:schemeClr val="lt1"/>
                </a:gs>
                <a:gs pos="18000">
                  <a:schemeClr val="lt1"/>
                </a:gs>
                <a:gs pos="56000">
                  <a:srgbClr val="FFFFFF">
                    <a:alpha val="0"/>
                  </a:srgbClr>
                </a:gs>
                <a:gs pos="74000">
                  <a:schemeClr val="lt1"/>
                </a:gs>
                <a:gs pos="100000">
                  <a:srgbClr val="9900FF">
                    <a:alpha val="28627"/>
                  </a:srgbClr>
                </a:gs>
              </a:gsLst>
              <a:path path="circle">
                <a:fillToRect b="100%" l="0%" r="100%" t="0%"/>
              </a:path>
              <a:tileRect b="0%" l="-100%" r="0%" t="-10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391" name="Google Shape;1391;p31"/>
            <p:cNvGrpSpPr/>
            <p:nvPr/>
          </p:nvGrpSpPr>
          <p:grpSpPr>
            <a:xfrm>
              <a:off x="58899" y="4608583"/>
              <a:ext cx="604346" cy="657081"/>
              <a:chOff x="58899" y="4608583"/>
              <a:chExt cx="604346" cy="657081"/>
            </a:xfrm>
          </p:grpSpPr>
          <p:grpSp>
            <p:nvGrpSpPr>
              <p:cNvPr id="1392" name="Google Shape;1392;p31"/>
              <p:cNvGrpSpPr/>
              <p:nvPr/>
            </p:nvGrpSpPr>
            <p:grpSpPr>
              <a:xfrm rot="10800000">
                <a:off x="58899" y="4608583"/>
                <a:ext cx="328346" cy="328531"/>
                <a:chOff x="3678700" y="407275"/>
                <a:chExt cx="708100" cy="708500"/>
              </a:xfrm>
            </p:grpSpPr>
            <p:sp>
              <p:nvSpPr>
                <p:cNvPr id="1393" name="Google Shape;1393;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4" name="Google Shape;1394;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5" name="Google Shape;1395;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6" name="Google Shape;1396;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7" name="Google Shape;1397;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8" name="Google Shape;1398;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9" name="Google Shape;1399;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0" name="Google Shape;1400;p31"/>
              <p:cNvGrpSpPr/>
              <p:nvPr/>
            </p:nvGrpSpPr>
            <p:grpSpPr>
              <a:xfrm rot="10800000">
                <a:off x="334899" y="4608583"/>
                <a:ext cx="328346" cy="328531"/>
                <a:chOff x="3678700" y="407275"/>
                <a:chExt cx="708100" cy="708500"/>
              </a:xfrm>
            </p:grpSpPr>
            <p:sp>
              <p:nvSpPr>
                <p:cNvPr id="1401" name="Google Shape;1401;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2" name="Google Shape;1402;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3" name="Google Shape;1403;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4" name="Google Shape;1404;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5" name="Google Shape;1405;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6" name="Google Shape;1406;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7" name="Google Shape;1407;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08" name="Google Shape;1408;p31"/>
              <p:cNvGrpSpPr/>
              <p:nvPr/>
            </p:nvGrpSpPr>
            <p:grpSpPr>
              <a:xfrm rot="10800000">
                <a:off x="282574" y="4937133"/>
                <a:ext cx="328346" cy="328531"/>
                <a:chOff x="3678700" y="407275"/>
                <a:chExt cx="708100" cy="708500"/>
              </a:xfrm>
            </p:grpSpPr>
            <p:sp>
              <p:nvSpPr>
                <p:cNvPr id="1409" name="Google Shape;1409;p31"/>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0" name="Google Shape;1410;p31"/>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1" name="Google Shape;1411;p31"/>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2" name="Google Shape;1412;p31"/>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3" name="Google Shape;1413;p31"/>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4" name="Google Shape;1414;p31"/>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15" name="Google Shape;1415;p31"/>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rgbClr val="0C0A9E">
                        <a:alpha val="37255"/>
                        <a:alpha val="46820"/>
                      </a:srgbClr>
                    </a:gs>
                    <a:gs pos="100000">
                      <a:srgbClr val="FFFFFF">
                        <a:alpha val="0"/>
                        <a:alpha val="4682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16" name="Google Shape;1416;p31"/>
            <p:cNvGrpSpPr/>
            <p:nvPr/>
          </p:nvGrpSpPr>
          <p:grpSpPr>
            <a:xfrm>
              <a:off x="-923150" y="4796551"/>
              <a:ext cx="4558967" cy="134100"/>
              <a:chOff x="796100" y="3019701"/>
              <a:chExt cx="4558967" cy="134100"/>
            </a:xfrm>
          </p:grpSpPr>
          <p:sp>
            <p:nvSpPr>
              <p:cNvPr id="1417" name="Google Shape;1417;p31"/>
              <p:cNvSpPr/>
              <p:nvPr/>
            </p:nvSpPr>
            <p:spPr>
              <a:xfrm>
                <a:off x="5220967" y="3019701"/>
                <a:ext cx="134100" cy="134100"/>
              </a:xfrm>
              <a:prstGeom prst="ellipse">
                <a:avLst/>
              </a:prstGeom>
              <a:no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18" name="Google Shape;1418;p31"/>
              <p:cNvCxnSpPr/>
              <p:nvPr/>
            </p:nvCxnSpPr>
            <p:spPr>
              <a:xfrm>
                <a:off x="796100" y="3086750"/>
                <a:ext cx="4462800" cy="0"/>
              </a:xfrm>
              <a:prstGeom prst="straightConnector1">
                <a:avLst/>
              </a:prstGeom>
              <a:noFill/>
              <a:ln cap="flat" cmpd="sng" w="9525">
                <a:solidFill>
                  <a:schemeClr val="lt1"/>
                </a:solidFill>
                <a:prstDash val="solid"/>
                <a:round/>
                <a:headEnd len="med" w="med" type="none"/>
                <a:tailEnd len="med" w="med" type="none"/>
              </a:ln>
            </p:spPr>
          </p:cxnSp>
          <p:sp>
            <p:nvSpPr>
              <p:cNvPr id="1419" name="Google Shape;1419;p31"/>
              <p:cNvSpPr/>
              <p:nvPr/>
            </p:nvSpPr>
            <p:spPr>
              <a:xfrm>
                <a:off x="5251079" y="3049843"/>
                <a:ext cx="73800" cy="73800"/>
              </a:xfrm>
              <a:prstGeom prst="ellipse">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lide" type="blank">
  <p:cSld name="BLANK">
    <p:spTree>
      <p:nvGrpSpPr>
        <p:cNvPr id="1423" name="Shape 1423"/>
        <p:cNvGrpSpPr/>
        <p:nvPr/>
      </p:nvGrpSpPr>
      <p:grpSpPr>
        <a:xfrm>
          <a:off x="0" y="0"/>
          <a:ext cx="0" cy="0"/>
          <a:chOff x="0" y="0"/>
          <a:chExt cx="0" cy="0"/>
        </a:xfrm>
      </p:grpSpPr>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
    <p:spTree>
      <p:nvGrpSpPr>
        <p:cNvPr id="1424" name="Shape 1424"/>
        <p:cNvGrpSpPr/>
        <p:nvPr/>
      </p:nvGrpSpPr>
      <p:grpSpPr>
        <a:xfrm>
          <a:off x="0" y="0"/>
          <a:ext cx="0" cy="0"/>
          <a:chOff x="0" y="0"/>
          <a:chExt cx="0" cy="0"/>
        </a:xfrm>
      </p:grpSpPr>
      <p:sp>
        <p:nvSpPr>
          <p:cNvPr id="1425" name="Google Shape;1425;p34"/>
          <p:cNvSpPr txBox="1"/>
          <p:nvPr>
            <p:ph type="title"/>
          </p:nvPr>
        </p:nvSpPr>
        <p:spPr>
          <a:xfrm>
            <a:off x="716775" y="510900"/>
            <a:ext cx="7710600" cy="482400"/>
          </a:xfrm>
          <a:prstGeom prst="rect">
            <a:avLst/>
          </a:prstGeom>
        </p:spPr>
        <p:txBody>
          <a:bodyPr anchorCtr="0" anchor="t" bIns="91425" lIns="91425" spcFirstLastPara="1" rIns="91425" wrap="square" tIns="91425">
            <a:noAutofit/>
          </a:bodyPr>
          <a:lstStyle>
            <a:lvl1pPr lvl="0" rtl="0">
              <a:spcBef>
                <a:spcPts val="0"/>
              </a:spcBef>
              <a:spcAft>
                <a:spcPts val="0"/>
              </a:spcAft>
              <a:buSzPts val="2400"/>
              <a:buNone/>
              <a:defRPr>
                <a:solidFill>
                  <a:schemeClr val="lt1"/>
                </a:solidFill>
              </a:defRPr>
            </a:lvl1pPr>
            <a:lvl2pPr lvl="1" rtl="0">
              <a:spcBef>
                <a:spcPts val="0"/>
              </a:spcBef>
              <a:spcAft>
                <a:spcPts val="0"/>
              </a:spcAft>
              <a:buSzPts val="2400"/>
              <a:buNone/>
              <a:defRPr/>
            </a:lvl2pPr>
            <a:lvl3pPr lvl="2" rtl="0">
              <a:spcBef>
                <a:spcPts val="0"/>
              </a:spcBef>
              <a:spcAft>
                <a:spcPts val="0"/>
              </a:spcAft>
              <a:buSzPts val="2400"/>
              <a:buNone/>
              <a:defRPr/>
            </a:lvl3pPr>
            <a:lvl4pPr lvl="3" rtl="0">
              <a:spcBef>
                <a:spcPts val="0"/>
              </a:spcBef>
              <a:spcAft>
                <a:spcPts val="0"/>
              </a:spcAft>
              <a:buSzPts val="2400"/>
              <a:buNone/>
              <a:defRPr/>
            </a:lvl4pPr>
            <a:lvl5pPr lvl="4" rtl="0">
              <a:spcBef>
                <a:spcPts val="0"/>
              </a:spcBef>
              <a:spcAft>
                <a:spcPts val="0"/>
              </a:spcAft>
              <a:buSzPts val="2400"/>
              <a:buNone/>
              <a:defRPr/>
            </a:lvl5pPr>
            <a:lvl6pPr lvl="5" rtl="0">
              <a:spcBef>
                <a:spcPts val="0"/>
              </a:spcBef>
              <a:spcAft>
                <a:spcPts val="0"/>
              </a:spcAft>
              <a:buSzPts val="2400"/>
              <a:buNone/>
              <a:defRPr/>
            </a:lvl6pPr>
            <a:lvl7pPr lvl="6" rtl="0">
              <a:spcBef>
                <a:spcPts val="0"/>
              </a:spcBef>
              <a:spcAft>
                <a:spcPts val="0"/>
              </a:spcAft>
              <a:buSzPts val="2400"/>
              <a:buNone/>
              <a:defRPr/>
            </a:lvl7pPr>
            <a:lvl8pPr lvl="7" rtl="0">
              <a:spcBef>
                <a:spcPts val="0"/>
              </a:spcBef>
              <a:spcAft>
                <a:spcPts val="0"/>
              </a:spcAft>
              <a:buSzPts val="2400"/>
              <a:buNone/>
              <a:defRPr/>
            </a:lvl8pPr>
            <a:lvl9pPr lvl="8" rtl="0">
              <a:spcBef>
                <a:spcPts val="0"/>
              </a:spcBef>
              <a:spcAft>
                <a:spcPts val="0"/>
              </a:spcAft>
              <a:buSzPts val="2400"/>
              <a:buNone/>
              <a:defRPr/>
            </a:lvl9pPr>
          </a:lstStyle>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theme" Target="../theme/theme3.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1.xml"/><Relationship Id="rId2" Type="http://schemas.openxmlformats.org/officeDocument/2006/relationships/slideLayout" Target="../slideLayouts/slideLayout3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713225" y="445025"/>
            <a:ext cx="77175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1pPr>
            <a:lvl2pPr lvl="1"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2pPr>
            <a:lvl3pPr lvl="2"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3pPr>
            <a:lvl4pPr lvl="3"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4pPr>
            <a:lvl5pPr lvl="4"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5pPr>
            <a:lvl6pPr lvl="5"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6pPr>
            <a:lvl7pPr lvl="6"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7pPr>
            <a:lvl8pPr lvl="7"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8pPr>
            <a:lvl9pPr lvl="8" rtl="0">
              <a:spcBef>
                <a:spcPts val="0"/>
              </a:spcBef>
              <a:spcAft>
                <a:spcPts val="0"/>
              </a:spcAft>
              <a:buClr>
                <a:schemeClr val="dk2"/>
              </a:buClr>
              <a:buSzPts val="3000"/>
              <a:buFont typeface="IBM Plex Mono"/>
              <a:buNone/>
              <a:defRPr b="1" sz="3000">
                <a:solidFill>
                  <a:schemeClr val="dk2"/>
                </a:solidFill>
                <a:latin typeface="IBM Plex Mono"/>
                <a:ea typeface="IBM Plex Mono"/>
                <a:cs typeface="IBM Plex Mono"/>
                <a:sym typeface="IBM Plex Mono"/>
              </a:defRPr>
            </a:lvl9pPr>
          </a:lstStyle>
          <a:p/>
        </p:txBody>
      </p:sp>
      <p:sp>
        <p:nvSpPr>
          <p:cNvPr id="7" name="Google Shape;7;p1"/>
          <p:cNvSpPr txBox="1"/>
          <p:nvPr>
            <p:ph idx="1" type="body"/>
          </p:nvPr>
        </p:nvSpPr>
        <p:spPr>
          <a:xfrm>
            <a:off x="713225" y="1152475"/>
            <a:ext cx="7681800" cy="3416400"/>
          </a:xfrm>
          <a:prstGeom prst="rect">
            <a:avLst/>
          </a:prstGeom>
          <a:noFill/>
          <a:ln>
            <a:noFill/>
          </a:ln>
        </p:spPr>
        <p:txBody>
          <a:bodyPr anchorCtr="0" anchor="t" bIns="91425" lIns="91425" spcFirstLastPara="1" rIns="91425" wrap="square" tIns="91425">
            <a:noAutofit/>
          </a:bodyPr>
          <a:lstStyle>
            <a:lvl1pPr indent="-317500" lvl="0" marL="457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1pPr>
            <a:lvl2pPr indent="-317500" lvl="1" marL="914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2pPr>
            <a:lvl3pPr indent="-317500" lvl="2" marL="1371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3pPr>
            <a:lvl4pPr indent="-317500" lvl="3" marL="1828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4pPr>
            <a:lvl5pPr indent="-317500" lvl="4" marL="22860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5pPr>
            <a:lvl6pPr indent="-317500" lvl="5" marL="27432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6pPr>
            <a:lvl7pPr indent="-317500" lvl="6" marL="32004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7pPr>
            <a:lvl8pPr indent="-317500" lvl="7" marL="36576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8pPr>
            <a:lvl9pPr indent="-317500" lvl="8" marL="4114800">
              <a:lnSpc>
                <a:spcPct val="115000"/>
              </a:lnSpc>
              <a:spcBef>
                <a:spcPts val="0"/>
              </a:spcBef>
              <a:spcAft>
                <a:spcPts val="0"/>
              </a:spcAft>
              <a:buClr>
                <a:schemeClr val="dk1"/>
              </a:buClr>
              <a:buSzPts val="1400"/>
              <a:buFont typeface="Be Vietnam Pro"/>
              <a:buChar char="■"/>
              <a:defRPr>
                <a:solidFill>
                  <a:schemeClr val="dk1"/>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0E2A47"/>
        </a:solidFill>
      </p:bgPr>
    </p:bg>
    <p:spTree>
      <p:nvGrpSpPr>
        <p:cNvPr id="1420" name="Shape 1420"/>
        <p:cNvGrpSpPr/>
        <p:nvPr/>
      </p:nvGrpSpPr>
      <p:grpSpPr>
        <a:xfrm>
          <a:off x="0" y="0"/>
          <a:ext cx="0" cy="0"/>
          <a:chOff x="0" y="0"/>
          <a:chExt cx="0" cy="0"/>
        </a:xfrm>
      </p:grpSpPr>
      <p:sp>
        <p:nvSpPr>
          <p:cNvPr id="1421" name="Google Shape;1421;p32"/>
          <p:cNvSpPr txBox="1"/>
          <p:nvPr>
            <p:ph type="title"/>
          </p:nvPr>
        </p:nvSpPr>
        <p:spPr>
          <a:xfrm>
            <a:off x="1068100" y="933450"/>
            <a:ext cx="7047300" cy="482400"/>
          </a:xfrm>
          <a:prstGeom prst="rect">
            <a:avLst/>
          </a:prstGeom>
          <a:noFill/>
          <a:ln>
            <a:noFill/>
          </a:ln>
        </p:spPr>
        <p:txBody>
          <a:bodyPr anchorCtr="0" anchor="t" bIns="91425" lIns="91425" spcFirstLastPara="1" rIns="91425" wrap="square" tIns="91425">
            <a:noAutofit/>
          </a:bodyPr>
          <a:lstStyle>
            <a:lvl1pPr lvl="0" rtl="0" algn="ctr">
              <a:spcBef>
                <a:spcPts val="0"/>
              </a:spcBef>
              <a:spcAft>
                <a:spcPts val="0"/>
              </a:spcAft>
              <a:buClr>
                <a:srgbClr val="FFFFFF"/>
              </a:buClr>
              <a:buSzPts val="2400"/>
              <a:buNone/>
              <a:defRPr sz="2400">
                <a:solidFill>
                  <a:srgbClr val="FFFFFF"/>
                </a:solidFill>
              </a:defRPr>
            </a:lvl1pPr>
            <a:lvl2pPr lvl="1" rtl="0" algn="ctr">
              <a:spcBef>
                <a:spcPts val="0"/>
              </a:spcBef>
              <a:spcAft>
                <a:spcPts val="0"/>
              </a:spcAft>
              <a:buClr>
                <a:srgbClr val="FFFFFF"/>
              </a:buClr>
              <a:buSzPts val="2400"/>
              <a:buNone/>
              <a:defRPr sz="2400">
                <a:solidFill>
                  <a:srgbClr val="FFFFFF"/>
                </a:solidFill>
              </a:defRPr>
            </a:lvl2pPr>
            <a:lvl3pPr lvl="2" rtl="0" algn="ctr">
              <a:spcBef>
                <a:spcPts val="0"/>
              </a:spcBef>
              <a:spcAft>
                <a:spcPts val="0"/>
              </a:spcAft>
              <a:buClr>
                <a:srgbClr val="FFFFFF"/>
              </a:buClr>
              <a:buSzPts val="2400"/>
              <a:buNone/>
              <a:defRPr sz="2400">
                <a:solidFill>
                  <a:srgbClr val="FFFFFF"/>
                </a:solidFill>
              </a:defRPr>
            </a:lvl3pPr>
            <a:lvl4pPr lvl="3" rtl="0" algn="ctr">
              <a:spcBef>
                <a:spcPts val="0"/>
              </a:spcBef>
              <a:spcAft>
                <a:spcPts val="0"/>
              </a:spcAft>
              <a:buClr>
                <a:srgbClr val="FFFFFF"/>
              </a:buClr>
              <a:buSzPts val="2400"/>
              <a:buNone/>
              <a:defRPr sz="2400">
                <a:solidFill>
                  <a:srgbClr val="FFFFFF"/>
                </a:solidFill>
              </a:defRPr>
            </a:lvl4pPr>
            <a:lvl5pPr lvl="4" rtl="0" algn="ctr">
              <a:spcBef>
                <a:spcPts val="0"/>
              </a:spcBef>
              <a:spcAft>
                <a:spcPts val="0"/>
              </a:spcAft>
              <a:buClr>
                <a:srgbClr val="FFFFFF"/>
              </a:buClr>
              <a:buSzPts val="2400"/>
              <a:buNone/>
              <a:defRPr sz="2400">
                <a:solidFill>
                  <a:srgbClr val="FFFFFF"/>
                </a:solidFill>
              </a:defRPr>
            </a:lvl5pPr>
            <a:lvl6pPr lvl="5" rtl="0" algn="ctr">
              <a:spcBef>
                <a:spcPts val="0"/>
              </a:spcBef>
              <a:spcAft>
                <a:spcPts val="0"/>
              </a:spcAft>
              <a:buClr>
                <a:srgbClr val="FFFFFF"/>
              </a:buClr>
              <a:buSzPts val="2400"/>
              <a:buNone/>
              <a:defRPr sz="2400">
                <a:solidFill>
                  <a:srgbClr val="FFFFFF"/>
                </a:solidFill>
              </a:defRPr>
            </a:lvl6pPr>
            <a:lvl7pPr lvl="6" rtl="0" algn="ctr">
              <a:spcBef>
                <a:spcPts val="0"/>
              </a:spcBef>
              <a:spcAft>
                <a:spcPts val="0"/>
              </a:spcAft>
              <a:buClr>
                <a:srgbClr val="FFFFFF"/>
              </a:buClr>
              <a:buSzPts val="2400"/>
              <a:buNone/>
              <a:defRPr sz="2400">
                <a:solidFill>
                  <a:srgbClr val="FFFFFF"/>
                </a:solidFill>
              </a:defRPr>
            </a:lvl7pPr>
            <a:lvl8pPr lvl="7" rtl="0" algn="ctr">
              <a:spcBef>
                <a:spcPts val="0"/>
              </a:spcBef>
              <a:spcAft>
                <a:spcPts val="0"/>
              </a:spcAft>
              <a:buClr>
                <a:srgbClr val="FFFFFF"/>
              </a:buClr>
              <a:buSzPts val="2400"/>
              <a:buNone/>
              <a:defRPr sz="2400">
                <a:solidFill>
                  <a:srgbClr val="FFFFFF"/>
                </a:solidFill>
              </a:defRPr>
            </a:lvl8pPr>
            <a:lvl9pPr lvl="8" rtl="0" algn="ctr">
              <a:spcBef>
                <a:spcPts val="0"/>
              </a:spcBef>
              <a:spcAft>
                <a:spcPts val="0"/>
              </a:spcAft>
              <a:buClr>
                <a:srgbClr val="FFFFFF"/>
              </a:buClr>
              <a:buSzPts val="2400"/>
              <a:buNone/>
              <a:defRPr sz="2400">
                <a:solidFill>
                  <a:srgbClr val="FFFFFF"/>
                </a:solidFill>
              </a:defRPr>
            </a:lvl9pPr>
          </a:lstStyle>
          <a:p/>
        </p:txBody>
      </p:sp>
      <p:sp>
        <p:nvSpPr>
          <p:cNvPr id="1422" name="Google Shape;1422;p32"/>
          <p:cNvSpPr txBox="1"/>
          <p:nvPr>
            <p:ph idx="1" type="body"/>
          </p:nvPr>
        </p:nvSpPr>
        <p:spPr>
          <a:xfrm>
            <a:off x="1068100" y="1695450"/>
            <a:ext cx="7047300" cy="2502000"/>
          </a:xfrm>
          <a:prstGeom prst="rect">
            <a:avLst/>
          </a:prstGeom>
          <a:noFill/>
          <a:ln>
            <a:noFill/>
          </a:ln>
        </p:spPr>
        <p:txBody>
          <a:bodyPr anchorCtr="0" anchor="t" bIns="91425" lIns="91425" spcFirstLastPara="1" rIns="91425" wrap="square" tIns="91425">
            <a:noAutofit/>
          </a:bodyPr>
          <a:lstStyle>
            <a:lvl1pPr indent="-298450" lvl="0" marL="4572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1pPr>
            <a:lvl2pPr indent="-298450" lvl="1" marL="9144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2pPr>
            <a:lvl3pPr indent="-298450" lvl="2" marL="13716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3pPr>
            <a:lvl4pPr indent="-298450" lvl="3" marL="18288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4pPr>
            <a:lvl5pPr indent="-298450" lvl="4" marL="22860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5pPr>
            <a:lvl6pPr indent="-298450" lvl="5" marL="27432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6pPr>
            <a:lvl7pPr indent="-298450" lvl="6" marL="32004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7pPr>
            <a:lvl8pPr indent="-298450" lvl="7" marL="36576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8pPr>
            <a:lvl9pPr indent="-298450" lvl="8" marL="4114800" rtl="0">
              <a:lnSpc>
                <a:spcPct val="115000"/>
              </a:lnSpc>
              <a:spcBef>
                <a:spcPts val="0"/>
              </a:spcBef>
              <a:spcAft>
                <a:spcPts val="0"/>
              </a:spcAft>
              <a:buClr>
                <a:srgbClr val="435D74"/>
              </a:buClr>
              <a:buSzPts val="1100"/>
              <a:buFont typeface="Be Vietnam Pro"/>
              <a:buChar char="■"/>
              <a:defRPr sz="1100">
                <a:solidFill>
                  <a:srgbClr val="435D74"/>
                </a:solidFill>
                <a:latin typeface="Be Vietnam Pro"/>
                <a:ea typeface="Be Vietnam Pro"/>
                <a:cs typeface="Be Vietnam Pro"/>
                <a:sym typeface="Be Vietnam Pro"/>
              </a:defRPr>
            </a:lvl9pPr>
          </a:lstStyle>
          <a:p/>
        </p:txBody>
      </p:sp>
    </p:spTree>
  </p:cSld>
  <p:clrMap accent1="accent1" accent2="accent2" accent3="accent3" accent4="accent4" accent5="accent5" accent6="accent6" bg1="lt1" bg2="dk2" tx1="dk1" tx2="lt2" folHlink="folHlink" hlink="hlink"/>
  <p:sldLayoutIdLst>
    <p:sldLayoutId id="2147483678" r:id="rId1"/>
    <p:sldLayoutId id="214748367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5.xml"/><Relationship Id="rId3" Type="http://schemas.openxmlformats.org/officeDocument/2006/relationships/image" Target="../media/bat-cong-nghe.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5.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17.jpg"/><Relationship Id="rId4" Type="http://schemas.openxmlformats.org/officeDocument/2006/relationships/image" Target="../media/bat-thuat-toan-khoi-noi-dung.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3.xml"/><Relationship Id="rId3" Type="http://schemas.openxmlformats.org/officeDocument/2006/relationships/image" Target="../media/image1.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0.xml"/><Relationship Id="rId3" Type="http://schemas.openxmlformats.org/officeDocument/2006/relationships/image" Target="../media/image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3" Type="http://schemas.openxmlformats.org/officeDocument/2006/relationships/image" Target="../media/image2.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bat-kien-truc.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bat-dieu-phoi-tai.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bat-reader.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image" Target="../media/bat-luoc-do-mongo.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3" Type="http://schemas.openxmlformats.org/officeDocument/2006/relationships/image" Target="../media/image17.jpg"/><Relationship Id="rId4" Type="http://schemas.openxmlformats.org/officeDocument/2006/relationships/image" Target="../media/bat-merger.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 Id="rId3" Type="http://schemas.openxmlformats.org/officeDocument/2006/relationships/image" Target="../media/image17.jpg"/><Relationship Id="rId4" Type="http://schemas.openxmlformats.org/officeDocument/2006/relationships/image" Target="../media/bat-storage.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429" name="Shape 1429"/>
        <p:cNvGrpSpPr/>
        <p:nvPr/>
      </p:nvGrpSpPr>
      <p:grpSpPr>
        <a:xfrm>
          <a:off x="0" y="0"/>
          <a:ext cx="0" cy="0"/>
          <a:chOff x="0" y="0"/>
          <a:chExt cx="0" cy="0"/>
        </a:xfrm>
      </p:grpSpPr>
      <p:sp>
        <p:nvSpPr>
          <p:cNvPr id="1430" name="Google Shape;1430;p35"/>
          <p:cNvSpPr txBox="1"/>
          <p:nvPr>
            <p:ph idx="1" type="subTitle"/>
          </p:nvPr>
        </p:nvSpPr>
        <p:spPr>
          <a:xfrm>
            <a:off x="1096850" y="3310128"/>
            <a:ext cx="6035040" cy="1371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sz="1200" lang="vi-VN"/>
              <a:t xml:space="preserve">IT4863 Tìm kiếm thông tin · Giảng viên: TS. Nguyễn Bá Ngọc</a:t>
            </a:r>
          </a:p>
          <a:p>
            <a:pPr indent="0" lvl="0" marL="0" rtl="0" algn="l">
              <a:spcBef>
                <a:spcPts val="0"/>
              </a:spcBef>
              <a:spcAft>
                <a:spcPts val="0"/>
              </a:spcAft>
              <a:buNone/>
            </a:pPr>
            <a:r>
              <a:rPr b="1" sz="1200" lang="vi-VN"/>
              <a:t xml:space="preserve">Nhóm BAT:</a:t>
            </a:r>
            <a:r>
              <a:rPr sz="1200" lang="vi-VN"/>
              <a:t xml:space="preserve"> Doãn Văn An · [Họ và tên] · [Họ và tên]</a:t>
            </a:r>
          </a:p>
        </p:txBody>
      </p:sp>
      <p:sp>
        <p:nvSpPr>
          <p:cNvPr id="1431" name="Google Shape;1431;p35"/>
          <p:cNvSpPr txBox="1"/>
          <p:nvPr>
            <p:ph type="ctrTitle"/>
          </p:nvPr>
        </p:nvSpPr>
        <p:spPr>
          <a:xfrm>
            <a:off x="1096850" y="816324"/>
            <a:ext cx="6974700" cy="2326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sz="2600" lang="vi-VN">
                <a:solidFill>
                  <a:schemeClr val="dk2"/>
                </a:solidFill>
              </a:rPr>
              <a:t xml:space="preserve">Thu thập, bóc tách và tìm kiếm thông tin trên các website Đại học Bách khoa Hà Nội</a:t>
            </a:r>
          </a:p>
        </p:txBody>
      </p:sp>
      <p:grpSp>
        <p:nvGrpSpPr>
          <p:cNvPr id="1432" name="Google Shape;1432;p35"/>
          <p:cNvGrpSpPr/>
          <p:nvPr/>
        </p:nvGrpSpPr>
        <p:grpSpPr>
          <a:xfrm>
            <a:off x="1096850" y="3242811"/>
            <a:ext cx="3936683" cy="134070"/>
            <a:chOff x="1096850" y="3242811"/>
            <a:chExt cx="3936683" cy="134070"/>
          </a:xfrm>
        </p:grpSpPr>
        <p:cxnSp>
          <p:nvCxnSpPr>
            <p:cNvPr id="1433" name="Google Shape;1433;p35"/>
            <p:cNvCxnSpPr/>
            <p:nvPr/>
          </p:nvCxnSpPr>
          <p:spPr>
            <a:xfrm>
              <a:off x="1096850" y="3309850"/>
              <a:ext cx="3840600" cy="0"/>
            </a:xfrm>
            <a:prstGeom prst="straightConnector1">
              <a:avLst/>
            </a:prstGeom>
            <a:noFill/>
            <a:ln cap="flat" cmpd="sng" w="9525">
              <a:solidFill>
                <a:schemeClr val="dk2"/>
              </a:solidFill>
              <a:prstDash val="solid"/>
              <a:round/>
              <a:headEnd len="med" w="med" type="none"/>
              <a:tailEnd len="med" w="med" type="none"/>
            </a:ln>
          </p:spPr>
        </p:cxnSp>
        <p:grpSp>
          <p:nvGrpSpPr>
            <p:cNvPr id="1434" name="Google Shape;1434;p35"/>
            <p:cNvGrpSpPr/>
            <p:nvPr/>
          </p:nvGrpSpPr>
          <p:grpSpPr>
            <a:xfrm>
              <a:off x="4899464" y="3242811"/>
              <a:ext cx="134070" cy="134070"/>
              <a:chOff x="8382514" y="1084976"/>
              <a:chExt cx="265800" cy="265800"/>
            </a:xfrm>
          </p:grpSpPr>
          <p:sp>
            <p:nvSpPr>
              <p:cNvPr id="1435" name="Google Shape;1435;p35"/>
              <p:cNvSpPr/>
              <p:nvPr/>
            </p:nvSpPr>
            <p:spPr>
              <a:xfrm>
                <a:off x="8442213" y="1144734"/>
                <a:ext cx="146400" cy="1464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6" name="Google Shape;1436;p35"/>
              <p:cNvSpPr/>
              <p:nvPr/>
            </p:nvSpPr>
            <p:spPr>
              <a:xfrm>
                <a:off x="8382514" y="1084976"/>
                <a:ext cx="265800" cy="2658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437" name="Google Shape;1437;p35"/>
          <p:cNvGrpSpPr/>
          <p:nvPr/>
        </p:nvGrpSpPr>
        <p:grpSpPr>
          <a:xfrm>
            <a:off x="8017432" y="-313900"/>
            <a:ext cx="134070" cy="1891362"/>
            <a:chOff x="8017432" y="-313900"/>
            <a:chExt cx="134070" cy="1891362"/>
          </a:xfrm>
        </p:grpSpPr>
        <p:sp>
          <p:nvSpPr>
            <p:cNvPr id="1438" name="Google Shape;1438;p35"/>
            <p:cNvSpPr/>
            <p:nvPr/>
          </p:nvSpPr>
          <p:spPr>
            <a:xfrm rot="5400000">
              <a:off x="8017432" y="1443393"/>
              <a:ext cx="134070" cy="13407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439" name="Google Shape;1439;p35"/>
            <p:cNvCxnSpPr/>
            <p:nvPr/>
          </p:nvCxnSpPr>
          <p:spPr>
            <a:xfrm>
              <a:off x="8084450" y="-313900"/>
              <a:ext cx="0" cy="1795200"/>
            </a:xfrm>
            <a:prstGeom prst="straightConnector1">
              <a:avLst/>
            </a:prstGeom>
            <a:noFill/>
            <a:ln cap="flat" cmpd="sng" w="9525">
              <a:solidFill>
                <a:schemeClr val="dk2"/>
              </a:solidFill>
              <a:prstDash val="solid"/>
              <a:round/>
              <a:headEnd len="med" w="med" type="none"/>
              <a:tailEnd len="med" w="med" type="none"/>
            </a:ln>
          </p:spPr>
        </p:cxnSp>
        <p:sp>
          <p:nvSpPr>
            <p:cNvPr id="1440" name="Google Shape;1440;p35"/>
            <p:cNvSpPr/>
            <p:nvPr/>
          </p:nvSpPr>
          <p:spPr>
            <a:xfrm rot="5400000">
              <a:off x="8047515" y="1473505"/>
              <a:ext cx="73844" cy="73844"/>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1" name="Google Shape;1441;p35"/>
          <p:cNvGrpSpPr/>
          <p:nvPr/>
        </p:nvGrpSpPr>
        <p:grpSpPr>
          <a:xfrm>
            <a:off x="6309526" y="957475"/>
            <a:ext cx="3504715" cy="5119205"/>
            <a:chOff x="6309526" y="836950"/>
            <a:chExt cx="3504715" cy="5119205"/>
          </a:xfrm>
        </p:grpSpPr>
        <p:sp>
          <p:nvSpPr>
            <p:cNvPr id="1442" name="Google Shape;1442;p35"/>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443" name="Google Shape;1443;p35"/>
            <p:cNvGrpSpPr/>
            <p:nvPr/>
          </p:nvGrpSpPr>
          <p:grpSpPr>
            <a:xfrm>
              <a:off x="7728436" y="3524084"/>
              <a:ext cx="134004" cy="134004"/>
              <a:chOff x="8356813" y="1074288"/>
              <a:chExt cx="351900" cy="351900"/>
            </a:xfrm>
          </p:grpSpPr>
          <p:sp>
            <p:nvSpPr>
              <p:cNvPr id="1444" name="Google Shape;1444;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5" name="Google Shape;1445;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6" name="Google Shape;1446;p35"/>
            <p:cNvGrpSpPr/>
            <p:nvPr/>
          </p:nvGrpSpPr>
          <p:grpSpPr>
            <a:xfrm>
              <a:off x="7344361" y="3150259"/>
              <a:ext cx="134004" cy="134004"/>
              <a:chOff x="8356813" y="1074288"/>
              <a:chExt cx="351900" cy="351900"/>
            </a:xfrm>
          </p:grpSpPr>
          <p:sp>
            <p:nvSpPr>
              <p:cNvPr id="1447" name="Google Shape;1447;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8" name="Google Shape;1448;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449" name="Google Shape;1449;p35"/>
            <p:cNvGrpSpPr/>
            <p:nvPr/>
          </p:nvGrpSpPr>
          <p:grpSpPr>
            <a:xfrm>
              <a:off x="8337811" y="2464059"/>
              <a:ext cx="134004" cy="134004"/>
              <a:chOff x="8356813" y="1074288"/>
              <a:chExt cx="351900" cy="351900"/>
            </a:xfrm>
          </p:grpSpPr>
          <p:sp>
            <p:nvSpPr>
              <p:cNvPr id="1450" name="Google Shape;1450;p35"/>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51" name="Google Shape;1451;p35"/>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52" name="Google Shape;1452;p35"/>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5" name="Shape 1465"/>
        <p:cNvGrpSpPr/>
        <p:nvPr/>
      </p:nvGrpSpPr>
      <p:grpSpPr>
        <a:xfrm>
          <a:off x="0" y="0"/>
          <a:ext cx="0" cy="0"/>
          <a:chOff x="0" y="0"/>
          <a:chExt cx="0" cy="0"/>
        </a:xfrm>
      </p:grpSpPr>
      <p:sp>
        <p:nvSpPr>
          <p:cNvPr id="1466" name="Google Shape;1466;p37"/>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sz="3200">
                <a:solidFill>
                  <a:schemeClr val="dk2"/>
                </a:solidFill>
                <a:latin typeface="IBM Plex Mono"/>
                <a:ea typeface="IBM Plex Mono"/>
                <a:cs typeface="IBM Plex Mono"/>
                <a:sym typeface="IBM Plex Mono"/>
              </a:rPr>
              <a:t xml:space="preserve">Nội dung</a:t>
            </a:r>
          </a:p>
        </p:txBody>
      </p:sp>
      <p:sp>
        <p:nvSpPr>
          <p:cNvPr id="1467" name="Google Shape;1467;p37"/>
          <p:cNvSpPr txBox="1"/>
          <p:nvPr>
            <p:ph idx="9" type="subTitle"/>
          </p:nvPr>
        </p:nvSpPr>
        <p:spPr>
          <a:xfrm>
            <a:off x="720000" y="1918675"/>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Giới thiệu</a:t>
            </a:r>
          </a:p>
        </p:txBody>
      </p:sp>
      <p:sp>
        <p:nvSpPr>
          <p:cNvPr id="1468" name="Google Shape;1468;p37"/>
          <p:cNvSpPr txBox="1"/>
          <p:nvPr>
            <p:ph idx="1" type="subTitle"/>
          </p:nvPr>
        </p:nvSpPr>
        <p:spPr>
          <a:xfrm>
            <a:off x="720000" y="2244725"/>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Đề bài và phạm vi thu thập</a:t>
            </a:r>
          </a:p>
        </p:txBody>
      </p:sp>
      <p:sp>
        <p:nvSpPr>
          <p:cNvPr id="1469" name="Google Shape;1469;p37"/>
          <p:cNvSpPr txBox="1"/>
          <p:nvPr>
            <p:ph idx="2" type="subTitle"/>
          </p:nvPr>
        </p:nvSpPr>
        <p:spPr>
          <a:xfrm>
            <a:off x="4366700" y="2244725"/>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Năm dịch vụ, từ tải trang tới lưu MongoDB</a:t>
            </a:r>
          </a:p>
        </p:txBody>
      </p:sp>
      <p:sp>
        <p:nvSpPr>
          <p:cNvPr id="1470" name="Google Shape;1470;p37"/>
          <p:cNvSpPr txBox="1"/>
          <p:nvPr>
            <p:ph idx="3" type="subTitle"/>
          </p:nvPr>
        </p:nvSpPr>
        <p:spPr>
          <a:xfrm>
            <a:off x="720000" y="3940900"/>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Lập chỉ mục và tìm kiếm trên kho dữ liệu</a:t>
            </a:r>
          </a:p>
        </p:txBody>
      </p:sp>
      <p:sp>
        <p:nvSpPr>
          <p:cNvPr id="1471" name="Google Shape;1471;p37"/>
          <p:cNvSpPr txBox="1"/>
          <p:nvPr>
            <p:ph idx="4" type="subTitle"/>
          </p:nvPr>
        </p:nvSpPr>
        <p:spPr>
          <a:xfrm>
            <a:off x="4366700" y="3940900"/>
            <a:ext cx="2661000" cy="604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Bộ dữ liệu thu được và kết quả tìm kiếm</a:t>
            </a:r>
          </a:p>
        </p:txBody>
      </p:sp>
      <p:sp>
        <p:nvSpPr>
          <p:cNvPr id="1472" name="Google Shape;1472;p37"/>
          <p:cNvSpPr txBox="1"/>
          <p:nvPr>
            <p:ph idx="5" type="title"/>
          </p:nvPr>
        </p:nvSpPr>
        <p:spPr>
          <a:xfrm>
            <a:off x="720003" y="1344775"/>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01</a:t>
            </a:r>
            <a:endParaRPr/>
          </a:p>
        </p:txBody>
      </p:sp>
      <p:sp>
        <p:nvSpPr>
          <p:cNvPr id="1473" name="Google Shape;1473;p37"/>
          <p:cNvSpPr txBox="1"/>
          <p:nvPr>
            <p:ph idx="6" type="title"/>
          </p:nvPr>
        </p:nvSpPr>
        <p:spPr>
          <a:xfrm>
            <a:off x="720003" y="3040971"/>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03</a:t>
            </a:r>
            <a:endParaRPr/>
          </a:p>
        </p:txBody>
      </p:sp>
      <p:sp>
        <p:nvSpPr>
          <p:cNvPr id="1474" name="Google Shape;1474;p37"/>
          <p:cNvSpPr txBox="1"/>
          <p:nvPr>
            <p:ph idx="7" type="title"/>
          </p:nvPr>
        </p:nvSpPr>
        <p:spPr>
          <a:xfrm>
            <a:off x="4366698" y="1344775"/>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02</a:t>
            </a:r>
            <a:endParaRPr/>
          </a:p>
        </p:txBody>
      </p:sp>
      <p:sp>
        <p:nvSpPr>
          <p:cNvPr id="1475" name="Google Shape;1475;p37"/>
          <p:cNvSpPr txBox="1"/>
          <p:nvPr>
            <p:ph idx="8" type="title"/>
          </p:nvPr>
        </p:nvSpPr>
        <p:spPr>
          <a:xfrm>
            <a:off x="4366698" y="3040971"/>
            <a:ext cx="1057500" cy="640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en"/>
              <a:t>04</a:t>
            </a:r>
            <a:endParaRPr/>
          </a:p>
        </p:txBody>
      </p:sp>
      <p:sp>
        <p:nvSpPr>
          <p:cNvPr id="1476" name="Google Shape;1476;p37"/>
          <p:cNvSpPr txBox="1"/>
          <p:nvPr>
            <p:ph idx="13" type="subTitle"/>
          </p:nvPr>
        </p:nvSpPr>
        <p:spPr>
          <a:xfrm>
            <a:off x="4366698" y="1918675"/>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Thu thập và bóc tách</a:t>
            </a:r>
          </a:p>
        </p:txBody>
      </p:sp>
      <p:sp>
        <p:nvSpPr>
          <p:cNvPr id="1477" name="Google Shape;1477;p37"/>
          <p:cNvSpPr txBox="1"/>
          <p:nvPr>
            <p:ph idx="14" type="subTitle"/>
          </p:nvPr>
        </p:nvSpPr>
        <p:spPr>
          <a:xfrm>
            <a:off x="720000" y="3614801"/>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Tìm kiếm với Lucene</a:t>
            </a:r>
          </a:p>
        </p:txBody>
      </p:sp>
      <p:sp>
        <p:nvSpPr>
          <p:cNvPr id="1478" name="Google Shape;1478;p37"/>
          <p:cNvSpPr txBox="1"/>
          <p:nvPr>
            <p:ph idx="15" type="subTitle"/>
          </p:nvPr>
        </p:nvSpPr>
        <p:spPr>
          <a:xfrm>
            <a:off x="4366698" y="3614801"/>
            <a:ext cx="3233700" cy="4023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Kết quả</a:t>
            </a: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 xml:space="preserve">01</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Đề bài và phạm vi thu thập</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sz="3600" lang="vi-VN"/>
              <a:t xml:space="preserve">Giới thiệu</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Công nghệ sử dụng</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05" name="cong-nghe.png" descr="cong-nghe.png"/>
          <p:cNvPicPr>
            <a:picLocks noChangeAspect="1"/>
          </p:cNvPicPr>
          <p:nvPr/>
        </p:nvPicPr>
        <p:blipFill>
          <a:blip r:embed="rId3"/>
          <a:stretch>
            <a:fillRect/>
          </a:stretch>
        </p:blipFill>
        <p:spPr>
          <a:xfrm>
            <a:off x="1998950" y="1097280"/>
            <a:ext cx="5146099" cy="38404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1" name="Shape 1731"/>
        <p:cNvGrpSpPr/>
        <p:nvPr/>
      </p:nvGrpSpPr>
      <p:grpSpPr>
        <a:xfrm>
          <a:off x="0" y="0"/>
          <a:ext cx="0" cy="0"/>
          <a:chOff x="0" y="0"/>
          <a:chExt cx="0" cy="0"/>
        </a:xfrm>
      </p:grpSpPr>
      <p:sp>
        <p:nvSpPr>
          <p:cNvPr id="1732" name="Google Shape;1732;p43"/>
          <p:cNvSpPr txBox="1"/>
          <p:nvPr>
            <p:ph idx="2" type="subTitle"/>
          </p:nvPr>
        </p:nvSpPr>
        <p:spPr>
          <a:xfrm>
            <a:off x="5237152" y="1935218"/>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Nội dung văn bản và trang dẫn tới tài liệu</a:t>
            </a:r>
          </a:p>
        </p:txBody>
      </p:sp>
      <p:sp>
        <p:nvSpPr>
          <p:cNvPr id="1733" name="Google Shape;1733;p43"/>
          <p:cNvSpPr txBox="1"/>
          <p:nvPr>
            <p:ph idx="8" type="subTitle"/>
          </p:nvPr>
        </p:nvSpPr>
        <p:spPr>
          <a:xfrm>
            <a:off x="5237150" y="3231981"/>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Đồ thị liên kết</a:t>
            </a:r>
          </a:p>
        </p:txBody>
      </p:sp>
      <p:sp>
        <p:nvSpPr>
          <p:cNvPr id="1734" name="Google Shape;1734;p43"/>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Đề bài yêu cầu bóc tách gì</a:t>
            </a:r>
          </a:p>
        </p:txBody>
      </p:sp>
      <p:sp>
        <p:nvSpPr>
          <p:cNvPr id="1735" name="Google Shape;1735;p43"/>
          <p:cNvSpPr txBox="1"/>
          <p:nvPr>
            <p:ph idx="5" type="subTitle"/>
          </p:nvPr>
        </p:nvSpPr>
        <p:spPr>
          <a:xfrm>
            <a:off x="1804750" y="160577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Trang web</a:t>
            </a:r>
          </a:p>
        </p:txBody>
      </p:sp>
      <p:sp>
        <p:nvSpPr>
          <p:cNvPr id="1736" name="Google Shape;1736;p43"/>
          <p:cNvSpPr txBox="1"/>
          <p:nvPr>
            <p:ph idx="6" type="subTitle"/>
          </p:nvPr>
        </p:nvSpPr>
        <p:spPr>
          <a:xfrm>
            <a:off x="5237150" y="1605775"/>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Tệp tài liệu</a:t>
            </a:r>
          </a:p>
        </p:txBody>
      </p:sp>
      <p:sp>
        <p:nvSpPr>
          <p:cNvPr id="1737" name="Google Shape;1737;p43"/>
          <p:cNvSpPr txBox="1"/>
          <p:nvPr>
            <p:ph idx="3" type="subTitle"/>
          </p:nvPr>
        </p:nvSpPr>
        <p:spPr>
          <a:xfrm>
            <a:off x="1804750" y="3561374"/>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Trang chứa ảnh và dữ liệu ảnh</a:t>
            </a:r>
          </a:p>
        </p:txBody>
      </p:sp>
      <p:sp>
        <p:nvSpPr>
          <p:cNvPr id="1738" name="Google Shape;1738;p43"/>
          <p:cNvSpPr txBox="1"/>
          <p:nvPr>
            <p:ph idx="4" type="subTitle"/>
          </p:nvPr>
        </p:nvSpPr>
        <p:spPr>
          <a:xfrm>
            <a:off x="5237152" y="3561374"/>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Từ trang nguồn tới trang đích, kèm văn bản mô tả liên kết</a:t>
            </a:r>
          </a:p>
        </p:txBody>
      </p:sp>
      <p:sp>
        <p:nvSpPr>
          <p:cNvPr id="1739" name="Google Shape;1739;p43"/>
          <p:cNvSpPr txBox="1"/>
          <p:nvPr>
            <p:ph idx="7" type="subTitle"/>
          </p:nvPr>
        </p:nvSpPr>
        <p:spPr>
          <a:xfrm>
            <a:off x="1804750" y="3231981"/>
            <a:ext cx="2102100" cy="4056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Tệp ảnh</a:t>
            </a:r>
          </a:p>
        </p:txBody>
      </p:sp>
      <p:sp>
        <p:nvSpPr>
          <p:cNvPr id="1740" name="Google Shape;1740;p43"/>
          <p:cNvSpPr txBox="1"/>
          <p:nvPr>
            <p:ph idx="1" type="subTitle"/>
          </p:nvPr>
        </p:nvSpPr>
        <p:spPr>
          <a:xfrm>
            <a:off x="1804750" y="1935218"/>
            <a:ext cx="2102100" cy="665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Tiêu đề, ngày đăng, tác giả, nội dung, văn bản liên kết trỏ tới</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Tìm vùng nội dung chính</a:t>
            </a:r>
          </a:p>
        </p:txBody>
      </p:sp>
      <p:sp>
        <p:nvSpPr>
          <p:cNvPr id="1842" name="Google Shape;1842;p46"/>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Trang web có menu, thanh bên, chân trang lẫn với bài viết.</a:t>
            </a:r>
          </a:p>
          <a:p>
            <a:pPr indent="0" lvl="0" marL="0" rtl="0" algn="l">
              <a:spcBef>
                <a:spcPts val="0"/>
              </a:spcBef>
              <a:spcAft>
                <a:spcPts val="0"/>
              </a:spcAft>
              <a:buNone/>
            </a:pPr>
            <a:r>
              <a:rPr lang="vi-VN"/>
              <a:t xml:space="preserve">Mỗi vùng được chấm điểm: nhiều chữ, nhiều đoạn văn thì cao; nhiều chữ trong liên kết thì bị trừ.</a:t>
            </a:r>
          </a:p>
          <a:p>
            <a:pPr indent="0" lvl="0" marL="0" rtl="0" algn="l">
              <a:spcBef>
                <a:spcPts val="0"/>
              </a:spcBef>
              <a:spcAft>
                <a:spcPts val="0"/>
              </a:spcAft>
              <a:buNone/>
            </a:pPr>
            <a:r>
              <a:rPr lang="vi-VN"/>
              <a:t xml:space="preserve">Vùng điểm cao nhất là bài viết.</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12" name="thuat-toan-khoi-noi-dung.png" descr="thuat-toan-khoi-noi-dung.png"/>
          <p:cNvPicPr>
            <a:picLocks noChangeAspect="1"/>
          </p:cNvPicPr>
          <p:nvPr/>
        </p:nvPicPr>
        <p:blipFill>
          <a:blip r:embed="rId4"/>
          <a:stretch>
            <a:fillRect/>
          </a:stretch>
        </p:blipFill>
        <p:spPr>
          <a:xfrm>
            <a:off x="4345705" y="228600"/>
            <a:ext cx="4201629" cy="46634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5" name="Shape 1855"/>
        <p:cNvGrpSpPr/>
        <p:nvPr/>
      </p:nvGrpSpPr>
      <p:grpSpPr>
        <a:xfrm>
          <a:off x="0" y="0"/>
          <a:ext cx="0" cy="0"/>
          <a:chOff x="0" y="0"/>
          <a:chExt cx="0" cy="0"/>
        </a:xfrm>
      </p:grpSpPr>
      <p:sp>
        <p:nvSpPr>
          <p:cNvPr id="1856" name="Google Shape;1856;p47"/>
          <p:cNvSpPr txBox="1"/>
          <p:nvPr>
            <p:ph type="title"/>
          </p:nvPr>
        </p:nvSpPr>
        <p:spPr>
          <a:xfrm>
            <a:off x="713225" y="1766475"/>
            <a:ext cx="6576000" cy="10362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77 website</a:t>
            </a:r>
          </a:p>
        </p:txBody>
      </p:sp>
      <p:sp>
        <p:nvSpPr>
          <p:cNvPr id="1857" name="Google Shape;1857;p47"/>
          <p:cNvSpPr txBox="1"/>
          <p:nvPr>
            <p:ph idx="1" type="subTitle"/>
          </p:nvPr>
        </p:nvSpPr>
        <p:spPr>
          <a:xfrm>
            <a:off x="713225" y="3118375"/>
            <a:ext cx="6576000" cy="4971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chọn từ 603 tên miền của trường làm điểm bắt đầu thu thập</a:t>
            </a:r>
          </a:p>
        </p:txBody>
      </p:sp>
      <p:grpSp>
        <p:nvGrpSpPr>
          <p:cNvPr id="1858" name="Google Shape;1858;p47"/>
          <p:cNvGrpSpPr/>
          <p:nvPr/>
        </p:nvGrpSpPr>
        <p:grpSpPr>
          <a:xfrm>
            <a:off x="6527600" y="-628478"/>
            <a:ext cx="5128253" cy="6694378"/>
            <a:chOff x="6222800" y="-628478"/>
            <a:chExt cx="5128253" cy="6694378"/>
          </a:xfrm>
        </p:grpSpPr>
        <p:pic>
          <p:nvPicPr>
            <p:cNvPr id="1859" name="Google Shape;1859;p47"/>
            <p:cNvPicPr preferRelativeResize="0"/>
            <p:nvPr/>
          </p:nvPicPr>
          <p:blipFill rotWithShape="1">
            <a:blip r:embed="rId3">
              <a:alphaModFix/>
            </a:blip>
            <a:srcRect b="17664" l="0" r="0" t="17657"/>
            <a:stretch/>
          </p:blipFill>
          <p:spPr>
            <a:xfrm>
              <a:off x="7517168" y="-628478"/>
              <a:ext cx="3082266" cy="2352450"/>
            </a:xfrm>
            <a:prstGeom prst="rect">
              <a:avLst/>
            </a:prstGeom>
            <a:noFill/>
            <a:ln>
              <a:noFill/>
            </a:ln>
          </p:spPr>
        </p:pic>
        <p:pic>
          <p:nvPicPr>
            <p:cNvPr id="1860" name="Google Shape;1860;p47"/>
            <p:cNvPicPr preferRelativeResize="0"/>
            <p:nvPr/>
          </p:nvPicPr>
          <p:blipFill rotWithShape="1">
            <a:blip r:embed="rId4">
              <a:alphaModFix/>
            </a:blip>
            <a:srcRect b="26177" l="16960" r="7121" t="24719"/>
            <a:stretch/>
          </p:blipFill>
          <p:spPr>
            <a:xfrm>
              <a:off x="6714900" y="3028141"/>
              <a:ext cx="3980176" cy="3037760"/>
            </a:xfrm>
            <a:prstGeom prst="rect">
              <a:avLst/>
            </a:prstGeom>
            <a:noFill/>
            <a:ln>
              <a:noFill/>
            </a:ln>
          </p:spPr>
        </p:pic>
        <p:sp>
          <p:nvSpPr>
            <p:cNvPr id="1861" name="Google Shape;1861;p47"/>
            <p:cNvSpPr/>
            <p:nvPr/>
          </p:nvSpPr>
          <p:spPr>
            <a:xfrm rot="10800000">
              <a:off x="7698559" y="2460647"/>
              <a:ext cx="1239218" cy="2912943"/>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2" name="Google Shape;1862;p47"/>
            <p:cNvSpPr/>
            <p:nvPr/>
          </p:nvSpPr>
          <p:spPr>
            <a:xfrm rot="10800000">
              <a:off x="7899688" y="2461423"/>
              <a:ext cx="1239218" cy="2912943"/>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3" name="Google Shape;1863;p47"/>
            <p:cNvSpPr/>
            <p:nvPr/>
          </p:nvSpPr>
          <p:spPr>
            <a:xfrm>
              <a:off x="6222800" y="-628462"/>
              <a:ext cx="3980181" cy="6461569"/>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64" name="Google Shape;1864;p47"/>
            <p:cNvGrpSpPr/>
            <p:nvPr/>
          </p:nvGrpSpPr>
          <p:grpSpPr>
            <a:xfrm>
              <a:off x="6794737" y="4179460"/>
              <a:ext cx="734664" cy="735137"/>
              <a:chOff x="959750" y="3039275"/>
              <a:chExt cx="582050" cy="582425"/>
            </a:xfrm>
          </p:grpSpPr>
          <p:sp>
            <p:nvSpPr>
              <p:cNvPr id="1865" name="Google Shape;1865;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6" name="Google Shape;1866;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7" name="Google Shape;1867;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8" name="Google Shape;1868;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9" name="Google Shape;1869;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0" name="Google Shape;1870;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1" name="Google Shape;1871;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2" name="Google Shape;1872;p47"/>
            <p:cNvGrpSpPr/>
            <p:nvPr/>
          </p:nvGrpSpPr>
          <p:grpSpPr>
            <a:xfrm>
              <a:off x="8128313" y="1310040"/>
              <a:ext cx="169158" cy="169158"/>
              <a:chOff x="8356813" y="1074288"/>
              <a:chExt cx="351900" cy="351900"/>
            </a:xfrm>
          </p:grpSpPr>
          <p:sp>
            <p:nvSpPr>
              <p:cNvPr id="1873" name="Google Shape;1873;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4" name="Google Shape;1874;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5" name="Google Shape;1875;p47"/>
            <p:cNvGrpSpPr/>
            <p:nvPr/>
          </p:nvGrpSpPr>
          <p:grpSpPr>
            <a:xfrm>
              <a:off x="7360240" y="2075006"/>
              <a:ext cx="169158" cy="169158"/>
              <a:chOff x="8356813" y="1074288"/>
              <a:chExt cx="351900" cy="351900"/>
            </a:xfrm>
          </p:grpSpPr>
          <p:sp>
            <p:nvSpPr>
              <p:cNvPr id="1876" name="Google Shape;1876;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7" name="Google Shape;1877;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78" name="Google Shape;1878;p47"/>
            <p:cNvGrpSpPr/>
            <p:nvPr/>
          </p:nvGrpSpPr>
          <p:grpSpPr>
            <a:xfrm>
              <a:off x="8233587" y="3028150"/>
              <a:ext cx="169158" cy="169158"/>
              <a:chOff x="8356813" y="1074288"/>
              <a:chExt cx="351900" cy="351900"/>
            </a:xfrm>
          </p:grpSpPr>
          <p:sp>
            <p:nvSpPr>
              <p:cNvPr id="1879" name="Google Shape;1879;p47"/>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0" name="Google Shape;1880;p47"/>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81" name="Google Shape;1881;p47"/>
            <p:cNvSpPr/>
            <p:nvPr/>
          </p:nvSpPr>
          <p:spPr>
            <a:xfrm>
              <a:off x="8754821" y="2763320"/>
              <a:ext cx="606949" cy="600556"/>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82" name="Google Shape;1882;p47"/>
            <p:cNvGrpSpPr/>
            <p:nvPr/>
          </p:nvGrpSpPr>
          <p:grpSpPr>
            <a:xfrm>
              <a:off x="8782808" y="2723340"/>
              <a:ext cx="883449" cy="2083923"/>
              <a:chOff x="8337812" y="3492483"/>
              <a:chExt cx="699928" cy="1651024"/>
            </a:xfrm>
          </p:grpSpPr>
          <p:sp>
            <p:nvSpPr>
              <p:cNvPr id="1883" name="Google Shape;1883;p47"/>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4" name="Google Shape;1884;p47"/>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5" name="Google Shape;1885;p47"/>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86" name="Google Shape;1886;p47"/>
            <p:cNvGrpSpPr/>
            <p:nvPr/>
          </p:nvGrpSpPr>
          <p:grpSpPr>
            <a:xfrm>
              <a:off x="8215673" y="4178313"/>
              <a:ext cx="1141869" cy="916509"/>
              <a:chOff x="7945225" y="4302000"/>
              <a:chExt cx="904666" cy="726121"/>
            </a:xfrm>
          </p:grpSpPr>
          <p:sp>
            <p:nvSpPr>
              <p:cNvPr id="1887" name="Google Shape;1887;p47"/>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8" name="Google Shape;1888;p47"/>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89" name="Google Shape;1889;p47"/>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890" name="Google Shape;1890;p47"/>
            <p:cNvSpPr/>
            <p:nvPr/>
          </p:nvSpPr>
          <p:spPr>
            <a:xfrm rot="5400000">
              <a:off x="8491754" y="371428"/>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891" name="Google Shape;1891;p47"/>
            <p:cNvGrpSpPr/>
            <p:nvPr/>
          </p:nvGrpSpPr>
          <p:grpSpPr>
            <a:xfrm>
              <a:off x="7774724" y="3187835"/>
              <a:ext cx="734664" cy="735137"/>
              <a:chOff x="959750" y="3039275"/>
              <a:chExt cx="582050" cy="582425"/>
            </a:xfrm>
          </p:grpSpPr>
          <p:sp>
            <p:nvSpPr>
              <p:cNvPr id="1892" name="Google Shape;1892;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3" name="Google Shape;1893;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4" name="Google Shape;1894;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5" name="Google Shape;1895;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6" name="Google Shape;1896;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7" name="Google Shape;1897;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8" name="Google Shape;1898;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899" name="Google Shape;1899;p47"/>
            <p:cNvGrpSpPr/>
            <p:nvPr/>
          </p:nvGrpSpPr>
          <p:grpSpPr>
            <a:xfrm>
              <a:off x="7625399" y="3691035"/>
              <a:ext cx="734664" cy="735137"/>
              <a:chOff x="959750" y="3039275"/>
              <a:chExt cx="582050" cy="582425"/>
            </a:xfrm>
          </p:grpSpPr>
          <p:sp>
            <p:nvSpPr>
              <p:cNvPr id="1900" name="Google Shape;1900;p47"/>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1" name="Google Shape;1901;p47"/>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2" name="Google Shape;1902;p47"/>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3" name="Google Shape;1903;p47"/>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4" name="Google Shape;1904;p47"/>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5" name="Google Shape;1905;p47"/>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6" name="Google Shape;1906;p47"/>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907" name="Google Shape;1907;p47"/>
            <p:cNvSpPr/>
            <p:nvPr/>
          </p:nvSpPr>
          <p:spPr>
            <a:xfrm rot="5400000">
              <a:off x="8666054" y="247478"/>
              <a:ext cx="1793675" cy="3576323"/>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08" name="Google Shape;1908;p47"/>
          <p:cNvGrpSpPr/>
          <p:nvPr/>
        </p:nvGrpSpPr>
        <p:grpSpPr>
          <a:xfrm>
            <a:off x="741975" y="2893476"/>
            <a:ext cx="5132617" cy="134100"/>
            <a:chOff x="741975" y="2893476"/>
            <a:chExt cx="5132617" cy="134100"/>
          </a:xfrm>
        </p:grpSpPr>
        <p:sp>
          <p:nvSpPr>
            <p:cNvPr id="1909" name="Google Shape;1909;p47"/>
            <p:cNvSpPr/>
            <p:nvPr/>
          </p:nvSpPr>
          <p:spPr>
            <a:xfrm>
              <a:off x="5740492" y="2893476"/>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910" name="Google Shape;1910;p47"/>
            <p:cNvCxnSpPr/>
            <p:nvPr/>
          </p:nvCxnSpPr>
          <p:spPr>
            <a:xfrm>
              <a:off x="741975" y="2960525"/>
              <a:ext cx="5036400" cy="0"/>
            </a:xfrm>
            <a:prstGeom prst="straightConnector1">
              <a:avLst/>
            </a:prstGeom>
            <a:noFill/>
            <a:ln cap="flat" cmpd="sng" w="9525">
              <a:solidFill>
                <a:schemeClr val="dk2"/>
              </a:solidFill>
              <a:prstDash val="solid"/>
              <a:round/>
              <a:headEnd len="med" w="med" type="none"/>
              <a:tailEnd len="med" w="med" type="none"/>
            </a:ln>
          </p:spPr>
        </p:cxnSp>
        <p:sp>
          <p:nvSpPr>
            <p:cNvPr id="1911" name="Google Shape;1911;p47"/>
            <p:cNvSpPr/>
            <p:nvPr/>
          </p:nvSpPr>
          <p:spPr>
            <a:xfrm>
              <a:off x="5770604" y="2923618"/>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5" name="Shape 1915"/>
        <p:cNvGrpSpPr/>
        <p:nvPr/>
      </p:nvGrpSpPr>
      <p:grpSpPr>
        <a:xfrm>
          <a:off x="0" y="0"/>
          <a:ext cx="0" cy="0"/>
          <a:chOff x="0" y="0"/>
          <a:chExt cx="0" cy="0"/>
        </a:xfrm>
      </p:grpSpPr>
      <p:sp>
        <p:nvSpPr>
          <p:cNvPr id="1916" name="Google Shape;1916;p48"/>
          <p:cNvSpPr txBox="1"/>
          <p:nvPr>
            <p:ph type="title"/>
          </p:nvPr>
        </p:nvSpPr>
        <p:spPr>
          <a:xfrm>
            <a:off x="2358450" y="664988"/>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141.353 trang</a:t>
            </a:r>
          </a:p>
        </p:txBody>
      </p:sp>
      <p:sp>
        <p:nvSpPr>
          <p:cNvPr id="1917" name="Google Shape;1917;p48"/>
          <p:cNvSpPr txBox="1"/>
          <p:nvPr>
            <p:ph idx="1" type="subTitle"/>
          </p:nvPr>
        </p:nvSpPr>
        <p:spPr>
          <a:xfrm>
            <a:off x="2358450" y="1282313"/>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từ 80 website, kèm 5.860 tệp tài liệu</a:t>
            </a:r>
          </a:p>
        </p:txBody>
      </p:sp>
      <p:sp>
        <p:nvSpPr>
          <p:cNvPr id="1918" name="Google Shape;1918;p48"/>
          <p:cNvSpPr txBox="1"/>
          <p:nvPr>
            <p:ph idx="2" type="title"/>
          </p:nvPr>
        </p:nvSpPr>
        <p:spPr>
          <a:xfrm>
            <a:off x="2358450" y="2027244"/>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114.476 ảnh</a:t>
            </a:r>
          </a:p>
        </p:txBody>
      </p:sp>
      <p:sp>
        <p:nvSpPr>
          <p:cNvPr id="1919" name="Google Shape;1919;p48"/>
          <p:cNvSpPr txBox="1"/>
          <p:nvPr>
            <p:ph idx="3" type="subTitle"/>
          </p:nvPr>
        </p:nvSpPr>
        <p:spPr>
          <a:xfrm>
            <a:off x="2358450" y="2645558"/>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98.274 ảnh tải được, đạt 85,8%</a:t>
            </a:r>
          </a:p>
        </p:txBody>
      </p:sp>
      <p:sp>
        <p:nvSpPr>
          <p:cNvPr id="1920" name="Google Shape;1920;p48"/>
          <p:cNvSpPr txBox="1"/>
          <p:nvPr>
            <p:ph idx="4" type="title"/>
          </p:nvPr>
        </p:nvSpPr>
        <p:spPr>
          <a:xfrm>
            <a:off x="2358450" y="3390475"/>
            <a:ext cx="4696800" cy="7689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8,25 triệu</a:t>
            </a:r>
          </a:p>
        </p:txBody>
      </p:sp>
      <p:sp>
        <p:nvSpPr>
          <p:cNvPr id="1921" name="Google Shape;1921;p48"/>
          <p:cNvSpPr txBox="1"/>
          <p:nvPr>
            <p:ph idx="5" type="subTitle"/>
          </p:nvPr>
        </p:nvSpPr>
        <p:spPr>
          <a:xfrm>
            <a:off x="2358450" y="4009779"/>
            <a:ext cx="4696800" cy="598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liên kết giữa các trang trong đồ thị</a:t>
            </a:r>
          </a:p>
        </p:txBody>
      </p:sp>
      <p:grpSp>
        <p:nvGrpSpPr>
          <p:cNvPr id="1922" name="Google Shape;1922;p48"/>
          <p:cNvGrpSpPr/>
          <p:nvPr/>
        </p:nvGrpSpPr>
        <p:grpSpPr>
          <a:xfrm>
            <a:off x="7143188" y="-2762276"/>
            <a:ext cx="4028179" cy="6346320"/>
            <a:chOff x="6914588" y="-2762276"/>
            <a:chExt cx="4028179" cy="6346320"/>
          </a:xfrm>
        </p:grpSpPr>
        <p:sp>
          <p:nvSpPr>
            <p:cNvPr id="1923" name="Google Shape;1923;p48"/>
            <p:cNvSpPr/>
            <p:nvPr/>
          </p:nvSpPr>
          <p:spPr>
            <a:xfrm>
              <a:off x="6914588" y="-2762276"/>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4" name="Google Shape;1924;p48"/>
            <p:cNvSpPr/>
            <p:nvPr/>
          </p:nvSpPr>
          <p:spPr>
            <a:xfrm>
              <a:off x="7191305" y="-124437"/>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5" name="Google Shape;1925;p48"/>
            <p:cNvSpPr/>
            <p:nvPr/>
          </p:nvSpPr>
          <p:spPr>
            <a:xfrm>
              <a:off x="7867013" y="75068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6" name="Google Shape;1926;p48"/>
            <p:cNvSpPr/>
            <p:nvPr/>
          </p:nvSpPr>
          <p:spPr>
            <a:xfrm>
              <a:off x="7789451" y="-2619788"/>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27" name="Google Shape;1927;p48"/>
          <p:cNvGrpSpPr/>
          <p:nvPr/>
        </p:nvGrpSpPr>
        <p:grpSpPr>
          <a:xfrm rot="-5400000">
            <a:off x="8884618" y="480749"/>
            <a:ext cx="88142" cy="1137387"/>
            <a:chOff x="3054755" y="4367024"/>
            <a:chExt cx="88142" cy="1137387"/>
          </a:xfrm>
        </p:grpSpPr>
        <p:sp>
          <p:nvSpPr>
            <p:cNvPr id="1928" name="Google Shape;1928;p48"/>
            <p:cNvSpPr/>
            <p:nvPr/>
          </p:nvSpPr>
          <p:spPr>
            <a:xfrm>
              <a:off x="3054755" y="4367024"/>
              <a:ext cx="12551" cy="1137387"/>
            </a:xfrm>
            <a:custGeom>
              <a:rect b="b" l="l" r="r" t="t"/>
              <a:pathLst>
                <a:path extrusionOk="0" h="27731" w="306">
                  <a:moveTo>
                    <a:pt x="1" y="1"/>
                  </a:moveTo>
                  <a:lnTo>
                    <a:pt x="1"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9" name="Google Shape;1929;p48"/>
            <p:cNvSpPr/>
            <p:nvPr/>
          </p:nvSpPr>
          <p:spPr>
            <a:xfrm>
              <a:off x="3130388" y="4367024"/>
              <a:ext cx="12510" cy="1137387"/>
            </a:xfrm>
            <a:custGeom>
              <a:rect b="b" l="l" r="r" t="t"/>
              <a:pathLst>
                <a:path extrusionOk="0" h="27731" w="305">
                  <a:moveTo>
                    <a:pt x="0" y="1"/>
                  </a:moveTo>
                  <a:lnTo>
                    <a:pt x="0" y="27730"/>
                  </a:lnTo>
                  <a:lnTo>
                    <a:pt x="305" y="27730"/>
                  </a:lnTo>
                  <a:lnTo>
                    <a:pt x="305" y="1"/>
                  </a:lnTo>
                  <a:close/>
                </a:path>
              </a:pathLst>
            </a:custGeom>
            <a:gradFill>
              <a:gsLst>
                <a:gs pos="0">
                  <a:srgbClr val="9900FF">
                    <a:alpha val="46667"/>
                    <a:alpha val="46820"/>
                  </a:srgbClr>
                </a:gs>
                <a:gs pos="100000">
                  <a:srgbClr val="FFFFFF">
                    <a:alpha val="0"/>
                    <a:alpha val="4682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30" name="Google Shape;1930;p48"/>
          <p:cNvGrpSpPr/>
          <p:nvPr/>
        </p:nvGrpSpPr>
        <p:grpSpPr>
          <a:xfrm>
            <a:off x="-1402325" y="1246899"/>
            <a:ext cx="2992224" cy="3549051"/>
            <a:chOff x="-1325700" y="1246899"/>
            <a:chExt cx="2992224" cy="3549051"/>
          </a:xfrm>
        </p:grpSpPr>
        <p:pic>
          <p:nvPicPr>
            <p:cNvPr id="1931" name="Google Shape;1931;p48"/>
            <p:cNvPicPr preferRelativeResize="0"/>
            <p:nvPr/>
          </p:nvPicPr>
          <p:blipFill rotWithShape="1">
            <a:blip r:embed="rId3">
              <a:alphaModFix/>
            </a:blip>
            <a:srcRect b="26177" l="16960" r="7121" t="24719"/>
            <a:stretch/>
          </p:blipFill>
          <p:spPr>
            <a:xfrm rot="-5400000">
              <a:off x="-1604113" y="1525312"/>
              <a:ext cx="3549051" cy="2992224"/>
            </a:xfrm>
            <a:prstGeom prst="rect">
              <a:avLst/>
            </a:prstGeom>
            <a:noFill/>
            <a:ln>
              <a:noFill/>
            </a:ln>
          </p:spPr>
        </p:pic>
        <p:grpSp>
          <p:nvGrpSpPr>
            <p:cNvPr id="1932" name="Google Shape;1932;p48"/>
            <p:cNvGrpSpPr/>
            <p:nvPr/>
          </p:nvGrpSpPr>
          <p:grpSpPr>
            <a:xfrm>
              <a:off x="-369917" y="2704683"/>
              <a:ext cx="906953" cy="1517787"/>
              <a:chOff x="79748" y="2808602"/>
              <a:chExt cx="906953" cy="1517787"/>
            </a:xfrm>
          </p:grpSpPr>
          <p:sp>
            <p:nvSpPr>
              <p:cNvPr id="1933" name="Google Shape;1933;p48"/>
              <p:cNvSpPr/>
              <p:nvPr/>
            </p:nvSpPr>
            <p:spPr>
              <a:xfrm rot="5400000">
                <a:off x="357831" y="282094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4" name="Google Shape;1934;p48"/>
              <p:cNvSpPr/>
              <p:nvPr/>
            </p:nvSpPr>
            <p:spPr>
              <a:xfrm rot="5400000">
                <a:off x="537866" y="3393994"/>
                <a:ext cx="340329" cy="325895"/>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5" name="Google Shape;1935;p48"/>
              <p:cNvSpPr/>
              <p:nvPr/>
            </p:nvSpPr>
            <p:spPr>
              <a:xfrm rot="5400000">
                <a:off x="67406" y="3278257"/>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alpha val="31360"/>
                    </a:schemeClr>
                  </a:gs>
                  <a:gs pos="22000">
                    <a:schemeClr val="lt1">
                      <a:alpha val="31360"/>
                    </a:schemeClr>
                  </a:gs>
                  <a:gs pos="45000">
                    <a:srgbClr val="FFFFFF">
                      <a:alpha val="0"/>
                      <a:alpha val="31360"/>
                    </a:srgbClr>
                  </a:gs>
                  <a:gs pos="100000">
                    <a:srgbClr val="0C0A9E">
                      <a:alpha val="50196"/>
                      <a:alpha val="3136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6" name="Google Shape;1936;p48"/>
              <p:cNvSpPr/>
              <p:nvPr/>
            </p:nvSpPr>
            <p:spPr>
              <a:xfrm rot="5400000">
                <a:off x="417006" y="3756694"/>
                <a:ext cx="582037" cy="557353"/>
              </a:xfrm>
              <a:custGeom>
                <a:rect b="b" l="l" r="r" t="t"/>
                <a:pathLst>
                  <a:path extrusionOk="0" h="35337" w="36902">
                    <a:moveTo>
                      <a:pt x="18449" y="1"/>
                    </a:moveTo>
                    <a:cubicBezTo>
                      <a:pt x="16409" y="1"/>
                      <a:pt x="14368" y="778"/>
                      <a:pt x="12814" y="2332"/>
                    </a:cubicBezTo>
                    <a:lnTo>
                      <a:pt x="3108" y="12037"/>
                    </a:lnTo>
                    <a:cubicBezTo>
                      <a:pt x="0" y="15145"/>
                      <a:pt x="0" y="20189"/>
                      <a:pt x="3108" y="23297"/>
                    </a:cubicBezTo>
                    <a:lnTo>
                      <a:pt x="12814" y="33017"/>
                    </a:lnTo>
                    <a:cubicBezTo>
                      <a:pt x="14368" y="34564"/>
                      <a:pt x="16405" y="35337"/>
                      <a:pt x="18443" y="35337"/>
                    </a:cubicBezTo>
                    <a:cubicBezTo>
                      <a:pt x="20481" y="35337"/>
                      <a:pt x="22519" y="34564"/>
                      <a:pt x="24073" y="33017"/>
                    </a:cubicBezTo>
                    <a:lnTo>
                      <a:pt x="33794" y="23297"/>
                    </a:lnTo>
                    <a:cubicBezTo>
                      <a:pt x="36902" y="20189"/>
                      <a:pt x="36902" y="15145"/>
                      <a:pt x="33794" y="12037"/>
                    </a:cubicBezTo>
                    <a:lnTo>
                      <a:pt x="24073" y="2332"/>
                    </a:lnTo>
                    <a:cubicBezTo>
                      <a:pt x="22527" y="778"/>
                      <a:pt x="20489" y="1"/>
                      <a:pt x="18449" y="1"/>
                    </a:cubicBezTo>
                    <a:close/>
                  </a:path>
                </a:pathLst>
              </a:custGeom>
              <a:gradFill>
                <a:gsLst>
                  <a:gs pos="0">
                    <a:schemeClr val="lt1"/>
                  </a:gs>
                  <a:gs pos="22000">
                    <a:schemeClr val="lt1"/>
                  </a:gs>
                  <a:gs pos="45000">
                    <a:srgbClr val="FFFFFF">
                      <a:alpha val="0"/>
                    </a:srgbClr>
                  </a:gs>
                  <a:gs pos="100000">
                    <a:srgbClr val="0C0A9E">
                      <a:alpha val="50196"/>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grpSp>
        <p:nvGrpSpPr>
          <p:cNvPr id="1937" name="Google Shape;1937;p48"/>
          <p:cNvGrpSpPr/>
          <p:nvPr/>
        </p:nvGrpSpPr>
        <p:grpSpPr>
          <a:xfrm rot="10800000">
            <a:off x="-181052" y="1778576"/>
            <a:ext cx="1421047" cy="2833357"/>
            <a:chOff x="334358" y="2186737"/>
            <a:chExt cx="1421047" cy="2833357"/>
          </a:xfrm>
        </p:grpSpPr>
        <p:sp>
          <p:nvSpPr>
            <p:cNvPr id="1938" name="Google Shape;1938;p48"/>
            <p:cNvSpPr/>
            <p:nvPr/>
          </p:nvSpPr>
          <p:spPr>
            <a:xfrm rot="10800000">
              <a:off x="334358" y="2186737"/>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lt2"/>
                </a:gs>
                <a:gs pos="40000">
                  <a:srgbClr val="FF9900">
                    <a:alpha val="40784"/>
                  </a:srgbClr>
                </a:gs>
                <a:gs pos="100000">
                  <a:srgbClr val="FFFFFF">
                    <a:alpha val="0"/>
                  </a:srgbClr>
                </a:gs>
              </a:gsLst>
              <a:lin ang="2698631"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1939" name="Google Shape;1939;p48"/>
            <p:cNvGrpSpPr/>
            <p:nvPr/>
          </p:nvGrpSpPr>
          <p:grpSpPr>
            <a:xfrm rot="5400000">
              <a:off x="1046250" y="3181856"/>
              <a:ext cx="161977" cy="161940"/>
              <a:chOff x="1101075" y="2142375"/>
              <a:chExt cx="439200" cy="439100"/>
            </a:xfrm>
          </p:grpSpPr>
          <p:sp>
            <p:nvSpPr>
              <p:cNvPr id="1940" name="Google Shape;1940;p4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1" name="Google Shape;1941;p4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942" name="Google Shape;1942;p48"/>
            <p:cNvGrpSpPr/>
            <p:nvPr/>
          </p:nvGrpSpPr>
          <p:grpSpPr>
            <a:xfrm rot="-5400000">
              <a:off x="628029" y="4564272"/>
              <a:ext cx="161977" cy="161940"/>
              <a:chOff x="1101075" y="2142375"/>
              <a:chExt cx="439200" cy="439100"/>
            </a:xfrm>
          </p:grpSpPr>
          <p:sp>
            <p:nvSpPr>
              <p:cNvPr id="1943" name="Google Shape;1943;p48"/>
              <p:cNvSpPr/>
              <p:nvPr/>
            </p:nvSpPr>
            <p:spPr>
              <a:xfrm>
                <a:off x="1101075" y="2142375"/>
                <a:ext cx="439200" cy="439100"/>
              </a:xfrm>
              <a:custGeom>
                <a:rect b="b" l="l" r="r" t="t"/>
                <a:pathLst>
                  <a:path extrusionOk="0" h="17564" w="17568">
                    <a:moveTo>
                      <a:pt x="8792" y="1291"/>
                    </a:moveTo>
                    <a:cubicBezTo>
                      <a:pt x="10711" y="1291"/>
                      <a:pt x="12631" y="2008"/>
                      <a:pt x="14094" y="3501"/>
                    </a:cubicBezTo>
                    <a:cubicBezTo>
                      <a:pt x="15526" y="4902"/>
                      <a:pt x="16303" y="6807"/>
                      <a:pt x="16303" y="8803"/>
                    </a:cubicBezTo>
                    <a:cubicBezTo>
                      <a:pt x="16303" y="10814"/>
                      <a:pt x="15526" y="12688"/>
                      <a:pt x="14094" y="14120"/>
                    </a:cubicBezTo>
                    <a:cubicBezTo>
                      <a:pt x="12692" y="15552"/>
                      <a:pt x="10788" y="16329"/>
                      <a:pt x="8792" y="16329"/>
                    </a:cubicBezTo>
                    <a:cubicBezTo>
                      <a:pt x="6780" y="16329"/>
                      <a:pt x="4906" y="15552"/>
                      <a:pt x="3474" y="14120"/>
                    </a:cubicBezTo>
                    <a:cubicBezTo>
                      <a:pt x="2042" y="12718"/>
                      <a:pt x="1265" y="10814"/>
                      <a:pt x="1265" y="8803"/>
                    </a:cubicBezTo>
                    <a:cubicBezTo>
                      <a:pt x="1265" y="6807"/>
                      <a:pt x="2042" y="4918"/>
                      <a:pt x="3474" y="3501"/>
                    </a:cubicBezTo>
                    <a:cubicBezTo>
                      <a:pt x="4937" y="2023"/>
                      <a:pt x="6857" y="1291"/>
                      <a:pt x="8792" y="1291"/>
                    </a:cubicBezTo>
                    <a:close/>
                    <a:moveTo>
                      <a:pt x="8784" y="0"/>
                    </a:moveTo>
                    <a:cubicBezTo>
                      <a:pt x="6537" y="0"/>
                      <a:pt x="4289" y="857"/>
                      <a:pt x="2575" y="2571"/>
                    </a:cubicBezTo>
                    <a:cubicBezTo>
                      <a:pt x="915" y="4232"/>
                      <a:pt x="1" y="6441"/>
                      <a:pt x="1" y="8788"/>
                    </a:cubicBezTo>
                    <a:cubicBezTo>
                      <a:pt x="1" y="11134"/>
                      <a:pt x="915" y="13343"/>
                      <a:pt x="2575" y="15004"/>
                    </a:cubicBezTo>
                    <a:cubicBezTo>
                      <a:pt x="4236" y="16649"/>
                      <a:pt x="6445" y="17563"/>
                      <a:pt x="8792" y="17563"/>
                    </a:cubicBezTo>
                    <a:cubicBezTo>
                      <a:pt x="11123" y="17563"/>
                      <a:pt x="13332" y="16649"/>
                      <a:pt x="14993" y="15004"/>
                    </a:cubicBezTo>
                    <a:cubicBezTo>
                      <a:pt x="16653" y="13343"/>
                      <a:pt x="17568" y="11134"/>
                      <a:pt x="17568" y="8788"/>
                    </a:cubicBezTo>
                    <a:cubicBezTo>
                      <a:pt x="17568" y="6441"/>
                      <a:pt x="16653" y="4232"/>
                      <a:pt x="14993" y="2571"/>
                    </a:cubicBezTo>
                    <a:cubicBezTo>
                      <a:pt x="13279" y="857"/>
                      <a:pt x="11031" y="0"/>
                      <a:pt x="8784" y="0"/>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4" name="Google Shape;1944;p48"/>
              <p:cNvSpPr/>
              <p:nvPr/>
            </p:nvSpPr>
            <p:spPr>
              <a:xfrm>
                <a:off x="1189450" y="2242350"/>
                <a:ext cx="262850" cy="239700"/>
              </a:xfrm>
              <a:custGeom>
                <a:rect b="b" l="l" r="r" t="t"/>
                <a:pathLst>
                  <a:path extrusionOk="0" h="9588" w="10514">
                    <a:moveTo>
                      <a:pt x="5257" y="1269"/>
                    </a:moveTo>
                    <a:cubicBezTo>
                      <a:pt x="6171" y="1269"/>
                      <a:pt x="7054" y="1604"/>
                      <a:pt x="7771" y="2290"/>
                    </a:cubicBezTo>
                    <a:cubicBezTo>
                      <a:pt x="9127" y="3692"/>
                      <a:pt x="9127" y="5931"/>
                      <a:pt x="7771" y="7302"/>
                    </a:cubicBezTo>
                    <a:cubicBezTo>
                      <a:pt x="7070" y="7988"/>
                      <a:pt x="6159" y="8331"/>
                      <a:pt x="5253" y="8331"/>
                    </a:cubicBezTo>
                    <a:cubicBezTo>
                      <a:pt x="4346" y="8331"/>
                      <a:pt x="3444" y="7988"/>
                      <a:pt x="2758" y="7302"/>
                    </a:cubicBezTo>
                    <a:cubicBezTo>
                      <a:pt x="1387" y="5916"/>
                      <a:pt x="1387" y="3661"/>
                      <a:pt x="2758" y="2290"/>
                    </a:cubicBezTo>
                    <a:cubicBezTo>
                      <a:pt x="3444" y="1604"/>
                      <a:pt x="4342" y="1269"/>
                      <a:pt x="5257" y="1269"/>
                    </a:cubicBezTo>
                    <a:close/>
                    <a:moveTo>
                      <a:pt x="5255" y="1"/>
                    </a:moveTo>
                    <a:cubicBezTo>
                      <a:pt x="4026" y="1"/>
                      <a:pt x="2796" y="469"/>
                      <a:pt x="1859" y="1406"/>
                    </a:cubicBezTo>
                    <a:cubicBezTo>
                      <a:pt x="0" y="3265"/>
                      <a:pt x="0" y="6312"/>
                      <a:pt x="1859" y="8186"/>
                    </a:cubicBezTo>
                    <a:cubicBezTo>
                      <a:pt x="2788" y="9116"/>
                      <a:pt x="4038" y="9588"/>
                      <a:pt x="5257" y="9588"/>
                    </a:cubicBezTo>
                    <a:cubicBezTo>
                      <a:pt x="6491" y="9588"/>
                      <a:pt x="7710" y="9131"/>
                      <a:pt x="8639" y="8186"/>
                    </a:cubicBezTo>
                    <a:cubicBezTo>
                      <a:pt x="10513" y="6312"/>
                      <a:pt x="10513" y="3265"/>
                      <a:pt x="8639" y="1406"/>
                    </a:cubicBezTo>
                    <a:cubicBezTo>
                      <a:pt x="7710" y="469"/>
                      <a:pt x="6483" y="1"/>
                      <a:pt x="5255" y="1"/>
                    </a:cubicBez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0" name="Shape 2410"/>
        <p:cNvGrpSpPr/>
        <p:nvPr/>
      </p:nvGrpSpPr>
      <p:grpSpPr>
        <a:xfrm>
          <a:off x="0" y="0"/>
          <a:ext cx="0" cy="0"/>
          <a:chOff x="0" y="0"/>
          <a:chExt cx="0" cy="0"/>
        </a:xfrm>
      </p:grpSpPr>
      <p:sp>
        <p:nvSpPr>
          <p:cNvPr id="2412" name="Google Shape;2412;p64"/>
          <p:cNvSpPr txBox="1"/>
          <p:nvPr>
            <p:ph type="title"/>
          </p:nvPr>
        </p:nvSpPr>
        <p:spPr>
          <a:xfrm>
            <a:off x="1157302" y="1783080"/>
            <a:ext cx="5126700" cy="1058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Cảm ơn!</a:t>
            </a:r>
          </a:p>
        </p:txBody>
      </p:sp>
      <p:grpSp>
        <p:nvGrpSpPr>
          <p:cNvPr id="2431" name="Google Shape;2431;p64"/>
          <p:cNvGrpSpPr/>
          <p:nvPr/>
        </p:nvGrpSpPr>
        <p:grpSpPr>
          <a:xfrm flipH="1" rot="10800000">
            <a:off x="6773992" y="-1205456"/>
            <a:ext cx="4151819" cy="5527900"/>
            <a:chOff x="6309526" y="836950"/>
            <a:chExt cx="3920509" cy="5219925"/>
          </a:xfrm>
        </p:grpSpPr>
        <p:pic>
          <p:nvPicPr>
            <p:cNvPr id="2432" name="Google Shape;2432;p64"/>
            <p:cNvPicPr preferRelativeResize="0"/>
            <p:nvPr/>
          </p:nvPicPr>
          <p:blipFill rotWithShape="1">
            <a:blip r:embed="rId3">
              <a:alphaModFix/>
            </a:blip>
            <a:srcRect b="26177" l="16960" r="7121" t="24719"/>
            <a:stretch/>
          </p:blipFill>
          <p:spPr>
            <a:xfrm>
              <a:off x="6309535" y="3064650"/>
              <a:ext cx="3920501" cy="2992224"/>
            </a:xfrm>
            <a:prstGeom prst="rect">
              <a:avLst/>
            </a:prstGeom>
            <a:noFill/>
            <a:ln>
              <a:noFill/>
            </a:ln>
          </p:spPr>
        </p:pic>
        <p:sp>
          <p:nvSpPr>
            <p:cNvPr id="2433" name="Google Shape;2433;p64"/>
            <p:cNvSpPr/>
            <p:nvPr/>
          </p:nvSpPr>
          <p:spPr>
            <a:xfrm rot="10800000">
              <a:off x="7535449" y="294113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4" name="Google Shape;2434;p64"/>
            <p:cNvSpPr/>
            <p:nvPr/>
          </p:nvSpPr>
          <p:spPr>
            <a:xfrm rot="10800000">
              <a:off x="7694795" y="2941747"/>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40000">
                  <a:srgbClr val="FF9900">
                    <a:alpha val="40784"/>
                  </a:srgbClr>
                </a:gs>
                <a:gs pos="100000">
                  <a:srgbClr val="FFFFFF">
                    <a:alpha val="0"/>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5" name="Google Shape;2435;p64"/>
            <p:cNvSpPr/>
            <p:nvPr/>
          </p:nvSpPr>
          <p:spPr>
            <a:xfrm>
              <a:off x="6309526" y="8369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36" name="Google Shape;2436;p64"/>
            <p:cNvGrpSpPr/>
            <p:nvPr/>
          </p:nvGrpSpPr>
          <p:grpSpPr>
            <a:xfrm>
              <a:off x="7280400" y="3719575"/>
              <a:ext cx="582050" cy="582425"/>
              <a:chOff x="959750" y="3039275"/>
              <a:chExt cx="582050" cy="582425"/>
            </a:xfrm>
          </p:grpSpPr>
          <p:sp>
            <p:nvSpPr>
              <p:cNvPr id="2437" name="Google Shape;2437;p64"/>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8" name="Google Shape;2438;p64"/>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9" name="Google Shape;2439;p64"/>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0" name="Google Shape;2440;p64"/>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1" name="Google Shape;2441;p64"/>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2" name="Google Shape;2442;p64"/>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3" name="Google Shape;2443;p64"/>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0C0A9E">
                      <a:alpha val="20000"/>
                      <a:alpha val="37270"/>
                    </a:srgbClr>
                  </a:gs>
                  <a:gs pos="100000">
                    <a:srgbClr val="FFFFFF">
                      <a:alpha val="0"/>
                      <a:alpha val="3727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4" name="Google Shape;2444;p64"/>
            <p:cNvGrpSpPr/>
            <p:nvPr/>
          </p:nvGrpSpPr>
          <p:grpSpPr>
            <a:xfrm>
              <a:off x="7728436" y="3524084"/>
              <a:ext cx="134004" cy="134004"/>
              <a:chOff x="8356813" y="1074288"/>
              <a:chExt cx="351900" cy="351900"/>
            </a:xfrm>
          </p:grpSpPr>
          <p:sp>
            <p:nvSpPr>
              <p:cNvPr id="2445" name="Google Shape;2445;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6" name="Google Shape;2446;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47" name="Google Shape;2447;p64"/>
            <p:cNvGrpSpPr/>
            <p:nvPr/>
          </p:nvGrpSpPr>
          <p:grpSpPr>
            <a:xfrm>
              <a:off x="7344361" y="3150259"/>
              <a:ext cx="134004" cy="134004"/>
              <a:chOff x="8356813" y="1074288"/>
              <a:chExt cx="351900" cy="351900"/>
            </a:xfrm>
          </p:grpSpPr>
          <p:sp>
            <p:nvSpPr>
              <p:cNvPr id="2448" name="Google Shape;2448;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9" name="Google Shape;2449;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0" name="Google Shape;2450;p64"/>
            <p:cNvGrpSpPr/>
            <p:nvPr/>
          </p:nvGrpSpPr>
          <p:grpSpPr>
            <a:xfrm>
              <a:off x="8337811" y="2464059"/>
              <a:ext cx="134004" cy="134004"/>
              <a:chOff x="8356813" y="1074288"/>
              <a:chExt cx="351900" cy="351900"/>
            </a:xfrm>
          </p:grpSpPr>
          <p:sp>
            <p:nvSpPr>
              <p:cNvPr id="2451" name="Google Shape;2451;p64"/>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2" name="Google Shape;2452;p64"/>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53" name="Google Shape;2453;p64"/>
            <p:cNvSpPr/>
            <p:nvPr/>
          </p:nvSpPr>
          <p:spPr>
            <a:xfrm>
              <a:off x="8430775" y="2842975"/>
              <a:ext cx="480893" cy="475828"/>
            </a:xfrm>
            <a:custGeom>
              <a:rect b="b" l="l" r="r" t="t"/>
              <a:pathLst>
                <a:path extrusionOk="0" h="35790" w="36171">
                  <a:moveTo>
                    <a:pt x="34030" y="1"/>
                  </a:moveTo>
                  <a:cubicBezTo>
                    <a:pt x="33531" y="1"/>
                    <a:pt x="33032" y="191"/>
                    <a:pt x="32651" y="572"/>
                  </a:cubicBezTo>
                  <a:cubicBezTo>
                    <a:pt x="31890" y="1334"/>
                    <a:pt x="31890" y="2568"/>
                    <a:pt x="32651" y="3330"/>
                  </a:cubicBezTo>
                  <a:cubicBezTo>
                    <a:pt x="33032" y="3711"/>
                    <a:pt x="33531" y="3901"/>
                    <a:pt x="34030" y="3901"/>
                  </a:cubicBezTo>
                  <a:cubicBezTo>
                    <a:pt x="34529" y="3901"/>
                    <a:pt x="35028" y="3711"/>
                    <a:pt x="35409" y="3330"/>
                  </a:cubicBezTo>
                  <a:cubicBezTo>
                    <a:pt x="36171" y="2568"/>
                    <a:pt x="36171" y="1334"/>
                    <a:pt x="35409" y="572"/>
                  </a:cubicBezTo>
                  <a:cubicBezTo>
                    <a:pt x="35028" y="191"/>
                    <a:pt x="34529" y="1"/>
                    <a:pt x="34030" y="1"/>
                  </a:cubicBezTo>
                  <a:close/>
                  <a:moveTo>
                    <a:pt x="27662" y="6385"/>
                  </a:moveTo>
                  <a:cubicBezTo>
                    <a:pt x="27163" y="6385"/>
                    <a:pt x="26664" y="6575"/>
                    <a:pt x="26283" y="6956"/>
                  </a:cubicBezTo>
                  <a:cubicBezTo>
                    <a:pt x="25521" y="7718"/>
                    <a:pt x="25521" y="8952"/>
                    <a:pt x="26283" y="9714"/>
                  </a:cubicBezTo>
                  <a:cubicBezTo>
                    <a:pt x="26664" y="10095"/>
                    <a:pt x="27163" y="10285"/>
                    <a:pt x="27662" y="10285"/>
                  </a:cubicBezTo>
                  <a:cubicBezTo>
                    <a:pt x="28161" y="10285"/>
                    <a:pt x="28660" y="10095"/>
                    <a:pt x="29040" y="9714"/>
                  </a:cubicBezTo>
                  <a:cubicBezTo>
                    <a:pt x="29802" y="8952"/>
                    <a:pt x="29802" y="7718"/>
                    <a:pt x="29040" y="6956"/>
                  </a:cubicBezTo>
                  <a:cubicBezTo>
                    <a:pt x="28660" y="6575"/>
                    <a:pt x="28161" y="6385"/>
                    <a:pt x="27662" y="6385"/>
                  </a:cubicBezTo>
                  <a:close/>
                  <a:moveTo>
                    <a:pt x="21285" y="12753"/>
                  </a:moveTo>
                  <a:cubicBezTo>
                    <a:pt x="20783" y="12753"/>
                    <a:pt x="20280" y="12944"/>
                    <a:pt x="19899" y="13325"/>
                  </a:cubicBezTo>
                  <a:cubicBezTo>
                    <a:pt x="19137" y="14086"/>
                    <a:pt x="19137" y="15336"/>
                    <a:pt x="19899" y="16097"/>
                  </a:cubicBezTo>
                  <a:cubicBezTo>
                    <a:pt x="20280" y="16478"/>
                    <a:pt x="20783" y="16669"/>
                    <a:pt x="21285" y="16669"/>
                  </a:cubicBezTo>
                  <a:cubicBezTo>
                    <a:pt x="21788" y="16669"/>
                    <a:pt x="22291" y="16478"/>
                    <a:pt x="22672" y="16097"/>
                  </a:cubicBezTo>
                  <a:cubicBezTo>
                    <a:pt x="23434" y="15336"/>
                    <a:pt x="23434" y="14086"/>
                    <a:pt x="22672" y="13325"/>
                  </a:cubicBezTo>
                  <a:cubicBezTo>
                    <a:pt x="22291" y="12944"/>
                    <a:pt x="21788" y="12753"/>
                    <a:pt x="21285" y="12753"/>
                  </a:cubicBezTo>
                  <a:close/>
                  <a:moveTo>
                    <a:pt x="14917" y="19128"/>
                  </a:moveTo>
                  <a:cubicBezTo>
                    <a:pt x="14415" y="19128"/>
                    <a:pt x="13913" y="19318"/>
                    <a:pt x="13530" y="19693"/>
                  </a:cubicBezTo>
                  <a:cubicBezTo>
                    <a:pt x="12768" y="20455"/>
                    <a:pt x="12768" y="21689"/>
                    <a:pt x="13530" y="22451"/>
                  </a:cubicBezTo>
                  <a:cubicBezTo>
                    <a:pt x="13911" y="22832"/>
                    <a:pt x="14410" y="23022"/>
                    <a:pt x="14909" y="23022"/>
                  </a:cubicBezTo>
                  <a:cubicBezTo>
                    <a:pt x="15408" y="23022"/>
                    <a:pt x="15907" y="22832"/>
                    <a:pt x="16288" y="22451"/>
                  </a:cubicBezTo>
                  <a:cubicBezTo>
                    <a:pt x="17050" y="21689"/>
                    <a:pt x="17050" y="20455"/>
                    <a:pt x="16288" y="19693"/>
                  </a:cubicBezTo>
                  <a:cubicBezTo>
                    <a:pt x="15909" y="19314"/>
                    <a:pt x="15413" y="19128"/>
                    <a:pt x="14917" y="19128"/>
                  </a:cubicBezTo>
                  <a:close/>
                  <a:moveTo>
                    <a:pt x="8525" y="25506"/>
                  </a:moveTo>
                  <a:cubicBezTo>
                    <a:pt x="8026" y="25506"/>
                    <a:pt x="7527" y="25696"/>
                    <a:pt x="7146" y="26077"/>
                  </a:cubicBezTo>
                  <a:cubicBezTo>
                    <a:pt x="6385" y="26839"/>
                    <a:pt x="6385" y="28073"/>
                    <a:pt x="7146" y="28835"/>
                  </a:cubicBezTo>
                  <a:cubicBezTo>
                    <a:pt x="7527" y="29216"/>
                    <a:pt x="8026" y="29406"/>
                    <a:pt x="8525" y="29406"/>
                  </a:cubicBezTo>
                  <a:cubicBezTo>
                    <a:pt x="9024" y="29406"/>
                    <a:pt x="9523" y="29216"/>
                    <a:pt x="9904" y="28835"/>
                  </a:cubicBezTo>
                  <a:cubicBezTo>
                    <a:pt x="10666" y="28073"/>
                    <a:pt x="10666" y="26839"/>
                    <a:pt x="9904" y="26077"/>
                  </a:cubicBezTo>
                  <a:cubicBezTo>
                    <a:pt x="9523" y="25696"/>
                    <a:pt x="9024" y="25506"/>
                    <a:pt x="8525" y="25506"/>
                  </a:cubicBezTo>
                  <a:close/>
                  <a:moveTo>
                    <a:pt x="2141" y="31874"/>
                  </a:moveTo>
                  <a:cubicBezTo>
                    <a:pt x="1642" y="31874"/>
                    <a:pt x="1143" y="32065"/>
                    <a:pt x="763" y="32446"/>
                  </a:cubicBezTo>
                  <a:cubicBezTo>
                    <a:pt x="1" y="33207"/>
                    <a:pt x="1" y="34457"/>
                    <a:pt x="763" y="35219"/>
                  </a:cubicBezTo>
                  <a:cubicBezTo>
                    <a:pt x="1143" y="35599"/>
                    <a:pt x="1642" y="35790"/>
                    <a:pt x="2141" y="35790"/>
                  </a:cubicBezTo>
                  <a:cubicBezTo>
                    <a:pt x="2640" y="35790"/>
                    <a:pt x="3139" y="35599"/>
                    <a:pt x="3520" y="35219"/>
                  </a:cubicBezTo>
                  <a:cubicBezTo>
                    <a:pt x="4282" y="34457"/>
                    <a:pt x="4282" y="33207"/>
                    <a:pt x="3520" y="32446"/>
                  </a:cubicBezTo>
                  <a:cubicBezTo>
                    <a:pt x="3139" y="32065"/>
                    <a:pt x="2640" y="31874"/>
                    <a:pt x="2141" y="31874"/>
                  </a:cubicBez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2454" name="Google Shape;2454;p64"/>
            <p:cNvGrpSpPr/>
            <p:nvPr/>
          </p:nvGrpSpPr>
          <p:grpSpPr>
            <a:xfrm>
              <a:off x="8337812" y="3492483"/>
              <a:ext cx="699928" cy="1651024"/>
              <a:chOff x="8337812" y="3492483"/>
              <a:chExt cx="699928" cy="1651024"/>
            </a:xfrm>
          </p:grpSpPr>
          <p:sp>
            <p:nvSpPr>
              <p:cNvPr id="2455" name="Google Shape;2455;p64"/>
              <p:cNvSpPr/>
              <p:nvPr/>
            </p:nvSpPr>
            <p:spPr>
              <a:xfrm>
                <a:off x="8337812" y="3492483"/>
                <a:ext cx="483116" cy="1013645"/>
              </a:xfrm>
              <a:custGeom>
                <a:rect b="b" l="l" r="r" t="t"/>
                <a:pathLst>
                  <a:path extrusionOk="0" h="24714" w="11779">
                    <a:moveTo>
                      <a:pt x="6735" y="1"/>
                    </a:moveTo>
                    <a:lnTo>
                      <a:pt x="1" y="6750"/>
                    </a:lnTo>
                    <a:lnTo>
                      <a:pt x="229" y="6964"/>
                    </a:lnTo>
                    <a:lnTo>
                      <a:pt x="6415" y="763"/>
                    </a:lnTo>
                    <a:lnTo>
                      <a:pt x="6415" y="13165"/>
                    </a:lnTo>
                    <a:lnTo>
                      <a:pt x="11458" y="13165"/>
                    </a:lnTo>
                    <a:lnTo>
                      <a:pt x="11458" y="24713"/>
                    </a:lnTo>
                    <a:lnTo>
                      <a:pt x="11778" y="24713"/>
                    </a:lnTo>
                    <a:lnTo>
                      <a:pt x="11778" y="12860"/>
                    </a:lnTo>
                    <a:lnTo>
                      <a:pt x="6735" y="12860"/>
                    </a:lnTo>
                    <a:lnTo>
                      <a:pt x="6735"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6" name="Google Shape;2456;p64"/>
              <p:cNvSpPr/>
              <p:nvPr/>
            </p:nvSpPr>
            <p:spPr>
              <a:xfrm>
                <a:off x="8698380" y="3916789"/>
                <a:ext cx="246869" cy="1226718"/>
              </a:xfrm>
              <a:custGeom>
                <a:rect b="b" l="l" r="r" t="t"/>
                <a:pathLst>
                  <a:path extrusionOk="0" h="29909" w="6019">
                    <a:moveTo>
                      <a:pt x="1" y="1"/>
                    </a:moveTo>
                    <a:lnTo>
                      <a:pt x="1" y="306"/>
                    </a:lnTo>
                    <a:lnTo>
                      <a:pt x="5699" y="306"/>
                    </a:lnTo>
                    <a:lnTo>
                      <a:pt x="5699"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7" name="Google Shape;2457;p64"/>
              <p:cNvSpPr/>
              <p:nvPr/>
            </p:nvSpPr>
            <p:spPr>
              <a:xfrm>
                <a:off x="8790871" y="3823684"/>
                <a:ext cx="246869" cy="1226718"/>
              </a:xfrm>
              <a:custGeom>
                <a:rect b="b" l="l" r="r" t="t"/>
                <a:pathLst>
                  <a:path extrusionOk="0" h="29909" w="6019">
                    <a:moveTo>
                      <a:pt x="1" y="1"/>
                    </a:moveTo>
                    <a:lnTo>
                      <a:pt x="1" y="305"/>
                    </a:lnTo>
                    <a:lnTo>
                      <a:pt x="5714" y="305"/>
                    </a:lnTo>
                    <a:lnTo>
                      <a:pt x="5714" y="29909"/>
                    </a:lnTo>
                    <a:lnTo>
                      <a:pt x="6019" y="29909"/>
                    </a:lnTo>
                    <a:lnTo>
                      <a:pt x="6019" y="1"/>
                    </a:lnTo>
                    <a:close/>
                  </a:path>
                </a:pathLst>
              </a:custGeom>
              <a:gradFill>
                <a:gsLst>
                  <a:gs pos="0">
                    <a:srgbClr val="0C0A9E">
                      <a:alpha val="37255"/>
                    </a:srgbClr>
                  </a:gs>
                  <a:gs pos="100000">
                    <a:srgbClr val="FFFFFF">
                      <a:alpha val="0"/>
                    </a:srgbClr>
                  </a:gs>
                </a:gsLst>
                <a:lin ang="1350003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58" name="Google Shape;2458;p64"/>
            <p:cNvGrpSpPr/>
            <p:nvPr/>
          </p:nvGrpSpPr>
          <p:grpSpPr>
            <a:xfrm>
              <a:off x="7945225" y="4302000"/>
              <a:ext cx="904666" cy="726121"/>
              <a:chOff x="7945225" y="4302000"/>
              <a:chExt cx="904666" cy="726121"/>
            </a:xfrm>
          </p:grpSpPr>
          <p:sp>
            <p:nvSpPr>
              <p:cNvPr id="2459" name="Google Shape;2459;p64"/>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0" name="Google Shape;2460;p64"/>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1" name="Google Shape;2461;p64"/>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2462" name="Google Shape;2462;p64"/>
            <p:cNvSpPr/>
            <p:nvPr/>
          </p:nvSpPr>
          <p:spPr>
            <a:xfrm rot="5400000">
              <a:off x="7687039" y="1023058"/>
              <a:ext cx="1421047" cy="2833357"/>
            </a:xfrm>
            <a:custGeom>
              <a:rect b="b" l="l" r="r" t="t"/>
              <a:pathLst>
                <a:path extrusionOk="0" h="69081" w="34647">
                  <a:moveTo>
                    <a:pt x="34434" y="1"/>
                  </a:moveTo>
                  <a:lnTo>
                    <a:pt x="25429" y="8990"/>
                  </a:lnTo>
                  <a:lnTo>
                    <a:pt x="25383" y="9051"/>
                  </a:lnTo>
                  <a:lnTo>
                    <a:pt x="25383" y="32651"/>
                  </a:lnTo>
                  <a:lnTo>
                    <a:pt x="15130" y="42920"/>
                  </a:lnTo>
                  <a:lnTo>
                    <a:pt x="15084" y="42951"/>
                  </a:lnTo>
                  <a:lnTo>
                    <a:pt x="15084" y="60472"/>
                  </a:lnTo>
                  <a:lnTo>
                    <a:pt x="9614" y="65957"/>
                  </a:lnTo>
                  <a:lnTo>
                    <a:pt x="0" y="65957"/>
                  </a:lnTo>
                  <a:lnTo>
                    <a:pt x="0" y="69080"/>
                  </a:lnTo>
                  <a:lnTo>
                    <a:pt x="320" y="69080"/>
                  </a:lnTo>
                  <a:lnTo>
                    <a:pt x="320" y="66262"/>
                  </a:lnTo>
                  <a:lnTo>
                    <a:pt x="9751" y="66262"/>
                  </a:lnTo>
                  <a:lnTo>
                    <a:pt x="15389" y="60609"/>
                  </a:lnTo>
                  <a:lnTo>
                    <a:pt x="15389" y="43088"/>
                  </a:lnTo>
                  <a:lnTo>
                    <a:pt x="25658" y="32819"/>
                  </a:lnTo>
                  <a:lnTo>
                    <a:pt x="25688" y="32788"/>
                  </a:lnTo>
                  <a:lnTo>
                    <a:pt x="25688" y="9188"/>
                  </a:lnTo>
                  <a:lnTo>
                    <a:pt x="34647" y="214"/>
                  </a:lnTo>
                  <a:lnTo>
                    <a:pt x="34434" y="1"/>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2463" name="Google Shape;2463;p64"/>
          <p:cNvGrpSpPr/>
          <p:nvPr/>
        </p:nvGrpSpPr>
        <p:grpSpPr>
          <a:xfrm>
            <a:off x="1234025" y="4151751"/>
            <a:ext cx="4558967" cy="134100"/>
            <a:chOff x="796100" y="3019701"/>
            <a:chExt cx="4558967" cy="134100"/>
          </a:xfrm>
        </p:grpSpPr>
        <p:sp>
          <p:nvSpPr>
            <p:cNvPr id="2464" name="Google Shape;2464;p64"/>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2465" name="Google Shape;2465;p64"/>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2466" name="Google Shape;2466;p64"/>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 xml:space="preserve">02</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Năm dịch vụ theo kiến trúc của thầy</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sz="3600" lang="vi-VN"/>
              <a:t xml:space="preserve">Thu thập dữ liệu</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 xml:space="preserve">03</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[Phần do thành viên phụ trách Lucene điền]</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sz="3600" lang="vi-VN"/>
              <a:t xml:space="preserve">Tìm kiếm Lucene</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2" name="Shape 1482"/>
        <p:cNvGrpSpPr/>
        <p:nvPr/>
      </p:nvGrpSpPr>
      <p:grpSpPr>
        <a:xfrm>
          <a:off x="0" y="0"/>
          <a:ext cx="0" cy="0"/>
          <a:chOff x="0" y="0"/>
          <a:chExt cx="0" cy="0"/>
        </a:xfrm>
      </p:grpSpPr>
      <p:sp>
        <p:nvSpPr>
          <p:cNvPr id="1483" name="Google Shape;1483;p38"/>
          <p:cNvSpPr txBox="1"/>
          <p:nvPr>
            <p:ph idx="2" type="title"/>
          </p:nvPr>
        </p:nvSpPr>
        <p:spPr>
          <a:xfrm>
            <a:off x="720000" y="1025725"/>
            <a:ext cx="1702500" cy="9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lang="vi-VN"/>
              <a:t xml:space="preserve">04</a:t>
            </a:r>
          </a:p>
        </p:txBody>
      </p:sp>
      <p:sp>
        <p:nvSpPr>
          <p:cNvPr id="1484" name="Google Shape;1484;p38"/>
          <p:cNvSpPr txBox="1"/>
          <p:nvPr>
            <p:ph idx="1" type="subTitle"/>
          </p:nvPr>
        </p:nvSpPr>
        <p:spPr>
          <a:xfrm>
            <a:off x="720000" y="3252375"/>
            <a:ext cx="5598000" cy="457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Bộ dữ liệu thu được và kết quả tìm kiếm</a:t>
            </a:r>
          </a:p>
        </p:txBody>
      </p:sp>
      <p:grpSp>
        <p:nvGrpSpPr>
          <p:cNvPr id="1485" name="Google Shape;1485;p38"/>
          <p:cNvGrpSpPr/>
          <p:nvPr/>
        </p:nvGrpSpPr>
        <p:grpSpPr>
          <a:xfrm>
            <a:off x="-374387" y="3354325"/>
            <a:ext cx="3922590" cy="2969900"/>
            <a:chOff x="-374387" y="3354325"/>
            <a:chExt cx="3922590" cy="2969900"/>
          </a:xfrm>
        </p:grpSpPr>
        <p:pic>
          <p:nvPicPr>
            <p:cNvPr id="1486" name="Google Shape;1486;p38"/>
            <p:cNvPicPr preferRelativeResize="0"/>
            <p:nvPr/>
          </p:nvPicPr>
          <p:blipFill rotWithShape="1">
            <a:blip r:embed="rId3">
              <a:alphaModFix/>
            </a:blip>
            <a:srcRect b="26177" l="16960" r="7121" t="24719"/>
            <a:stretch/>
          </p:blipFill>
          <p:spPr>
            <a:xfrm>
              <a:off x="-374387" y="3354325"/>
              <a:ext cx="3891276" cy="2969900"/>
            </a:xfrm>
            <a:prstGeom prst="rect">
              <a:avLst/>
            </a:prstGeom>
            <a:noFill/>
            <a:ln>
              <a:noFill/>
            </a:ln>
          </p:spPr>
        </p:pic>
        <p:grpSp>
          <p:nvGrpSpPr>
            <p:cNvPr id="1487" name="Google Shape;1487;p38"/>
            <p:cNvGrpSpPr/>
            <p:nvPr/>
          </p:nvGrpSpPr>
          <p:grpSpPr>
            <a:xfrm>
              <a:off x="1853583" y="4445557"/>
              <a:ext cx="1694620" cy="1360169"/>
              <a:chOff x="7945225" y="4302000"/>
              <a:chExt cx="904666" cy="726121"/>
            </a:xfrm>
          </p:grpSpPr>
          <p:sp>
            <p:nvSpPr>
              <p:cNvPr id="1488" name="Google Shape;1488;p38"/>
              <p:cNvSpPr/>
              <p:nvPr/>
            </p:nvSpPr>
            <p:spPr>
              <a:xfrm>
                <a:off x="8176775" y="4445200"/>
                <a:ext cx="673116" cy="582921"/>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9" name="Google Shape;1489;p38"/>
              <p:cNvSpPr/>
              <p:nvPr/>
            </p:nvSpPr>
            <p:spPr>
              <a:xfrm>
                <a:off x="8164350" y="43020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0" name="Google Shape;1490;p38"/>
              <p:cNvSpPr/>
              <p:nvPr/>
            </p:nvSpPr>
            <p:spPr>
              <a:xfrm>
                <a:off x="7945225" y="4445200"/>
                <a:ext cx="480925" cy="416483"/>
              </a:xfrm>
              <a:custGeom>
                <a:rect b="b" l="l" r="r" t="t"/>
                <a:pathLst>
                  <a:path extrusionOk="0" h="44413" w="51285">
                    <a:moveTo>
                      <a:pt x="12814" y="0"/>
                    </a:moveTo>
                    <a:lnTo>
                      <a:pt x="0" y="22199"/>
                    </a:lnTo>
                    <a:lnTo>
                      <a:pt x="12814" y="44413"/>
                    </a:lnTo>
                    <a:lnTo>
                      <a:pt x="38471" y="44413"/>
                    </a:lnTo>
                    <a:lnTo>
                      <a:pt x="51285" y="22199"/>
                    </a:lnTo>
                    <a:lnTo>
                      <a:pt x="38471" y="0"/>
                    </a:lnTo>
                    <a:close/>
                  </a:path>
                </a:pathLst>
              </a:custGeom>
              <a:gradFill>
                <a:gsLst>
                  <a:gs pos="0">
                    <a:schemeClr val="lt1"/>
                  </a:gs>
                  <a:gs pos="22000">
                    <a:schemeClr val="lt1"/>
                  </a:gs>
                  <a:gs pos="45000">
                    <a:srgbClr val="FFFFFF">
                      <a:alpha val="0"/>
                    </a:srgbClr>
                  </a:gs>
                  <a:gs pos="100000">
                    <a:srgbClr val="0C0A9E">
                      <a:alpha val="50196"/>
                    </a:srgbClr>
                  </a:gs>
                </a:gsLst>
                <a:lin ang="2700006"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
        <p:nvSpPr>
          <p:cNvPr id="1491" name="Google Shape;1491;p38"/>
          <p:cNvSpPr txBox="1"/>
          <p:nvPr>
            <p:ph type="title"/>
          </p:nvPr>
        </p:nvSpPr>
        <p:spPr>
          <a:xfrm>
            <a:off x="720000" y="2079325"/>
            <a:ext cx="5598000" cy="841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sz="3600" lang="vi-VN"/>
              <a:t xml:space="preserve">Kết quả</a:t>
            </a:r>
          </a:p>
        </p:txBody>
      </p:sp>
      <p:grpSp>
        <p:nvGrpSpPr>
          <p:cNvPr id="1492" name="Google Shape;1492;p38"/>
          <p:cNvGrpSpPr/>
          <p:nvPr/>
        </p:nvGrpSpPr>
        <p:grpSpPr>
          <a:xfrm>
            <a:off x="6487513" y="-1301175"/>
            <a:ext cx="4268216" cy="6666030"/>
            <a:chOff x="6128138" y="-1301175"/>
            <a:chExt cx="4268216" cy="6666030"/>
          </a:xfrm>
        </p:grpSpPr>
        <p:sp>
          <p:nvSpPr>
            <p:cNvPr id="1493" name="Google Shape;1493;p38"/>
            <p:cNvSpPr/>
            <p:nvPr/>
          </p:nvSpPr>
          <p:spPr>
            <a:xfrm>
              <a:off x="6368175" y="103161"/>
              <a:ext cx="4006263" cy="4749291"/>
            </a:xfrm>
            <a:custGeom>
              <a:rect b="b" l="l" r="r" t="t"/>
              <a:pathLst>
                <a:path extrusionOk="0" h="115794" w="97678">
                  <a:moveTo>
                    <a:pt x="97449" y="0"/>
                  </a:moveTo>
                  <a:lnTo>
                    <a:pt x="76805" y="20645"/>
                  </a:lnTo>
                  <a:lnTo>
                    <a:pt x="76744" y="20691"/>
                  </a:lnTo>
                  <a:lnTo>
                    <a:pt x="76744" y="35927"/>
                  </a:lnTo>
                  <a:lnTo>
                    <a:pt x="63107" y="49563"/>
                  </a:lnTo>
                  <a:lnTo>
                    <a:pt x="63077" y="49608"/>
                  </a:lnTo>
                  <a:lnTo>
                    <a:pt x="63077" y="56571"/>
                  </a:lnTo>
                  <a:lnTo>
                    <a:pt x="61005" y="58659"/>
                  </a:lnTo>
                  <a:lnTo>
                    <a:pt x="61005" y="62407"/>
                  </a:lnTo>
                  <a:lnTo>
                    <a:pt x="52473" y="70939"/>
                  </a:lnTo>
                  <a:lnTo>
                    <a:pt x="52412" y="70969"/>
                  </a:lnTo>
                  <a:lnTo>
                    <a:pt x="52412" y="78541"/>
                  </a:lnTo>
                  <a:lnTo>
                    <a:pt x="46912" y="84057"/>
                  </a:lnTo>
                  <a:lnTo>
                    <a:pt x="46912" y="89633"/>
                  </a:lnTo>
                  <a:lnTo>
                    <a:pt x="33123" y="103406"/>
                  </a:lnTo>
                  <a:lnTo>
                    <a:pt x="12174" y="103406"/>
                  </a:lnTo>
                  <a:lnTo>
                    <a:pt x="0" y="115565"/>
                  </a:lnTo>
                  <a:lnTo>
                    <a:pt x="229" y="115793"/>
                  </a:lnTo>
                  <a:lnTo>
                    <a:pt x="12280" y="103711"/>
                  </a:lnTo>
                  <a:lnTo>
                    <a:pt x="33245" y="103711"/>
                  </a:lnTo>
                  <a:lnTo>
                    <a:pt x="47155" y="89801"/>
                  </a:lnTo>
                  <a:lnTo>
                    <a:pt x="47216" y="89770"/>
                  </a:lnTo>
                  <a:lnTo>
                    <a:pt x="47216" y="84179"/>
                  </a:lnTo>
                  <a:lnTo>
                    <a:pt x="52732" y="78663"/>
                  </a:lnTo>
                  <a:lnTo>
                    <a:pt x="52732" y="71106"/>
                  </a:lnTo>
                  <a:lnTo>
                    <a:pt x="61264" y="62574"/>
                  </a:lnTo>
                  <a:lnTo>
                    <a:pt x="61310" y="62513"/>
                  </a:lnTo>
                  <a:lnTo>
                    <a:pt x="61310" y="58780"/>
                  </a:lnTo>
                  <a:lnTo>
                    <a:pt x="63382" y="56708"/>
                  </a:lnTo>
                  <a:lnTo>
                    <a:pt x="63382" y="49730"/>
                  </a:lnTo>
                  <a:lnTo>
                    <a:pt x="77018" y="36109"/>
                  </a:lnTo>
                  <a:lnTo>
                    <a:pt x="77048" y="36064"/>
                  </a:lnTo>
                  <a:lnTo>
                    <a:pt x="77048" y="20828"/>
                  </a:lnTo>
                  <a:lnTo>
                    <a:pt x="97678" y="198"/>
                  </a:lnTo>
                  <a:lnTo>
                    <a:pt x="97449"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4" name="Google Shape;1494;p38"/>
            <p:cNvSpPr/>
            <p:nvPr/>
          </p:nvSpPr>
          <p:spPr>
            <a:xfrm>
              <a:off x="6711143" y="81300"/>
              <a:ext cx="2925190" cy="3057668"/>
            </a:xfrm>
            <a:custGeom>
              <a:rect b="b" l="l" r="r" t="t"/>
              <a:pathLst>
                <a:path extrusionOk="0" h="74550" w="71320">
                  <a:moveTo>
                    <a:pt x="71091" y="0"/>
                  </a:moveTo>
                  <a:lnTo>
                    <a:pt x="59679" y="11397"/>
                  </a:lnTo>
                  <a:lnTo>
                    <a:pt x="54895" y="11397"/>
                  </a:lnTo>
                  <a:lnTo>
                    <a:pt x="41015" y="25307"/>
                  </a:lnTo>
                  <a:lnTo>
                    <a:pt x="40954" y="25337"/>
                  </a:lnTo>
                  <a:lnTo>
                    <a:pt x="40954" y="42325"/>
                  </a:lnTo>
                  <a:lnTo>
                    <a:pt x="31767" y="51528"/>
                  </a:lnTo>
                  <a:lnTo>
                    <a:pt x="31721" y="51574"/>
                  </a:lnTo>
                  <a:lnTo>
                    <a:pt x="31721" y="59237"/>
                  </a:lnTo>
                  <a:lnTo>
                    <a:pt x="22824" y="68135"/>
                  </a:lnTo>
                  <a:lnTo>
                    <a:pt x="6186" y="68135"/>
                  </a:lnTo>
                  <a:lnTo>
                    <a:pt x="0" y="74321"/>
                  </a:lnTo>
                  <a:lnTo>
                    <a:pt x="229" y="74549"/>
                  </a:lnTo>
                  <a:lnTo>
                    <a:pt x="6323" y="68455"/>
                  </a:lnTo>
                  <a:lnTo>
                    <a:pt x="22945" y="68455"/>
                  </a:lnTo>
                  <a:lnTo>
                    <a:pt x="31980" y="59420"/>
                  </a:lnTo>
                  <a:lnTo>
                    <a:pt x="32026" y="59374"/>
                  </a:lnTo>
                  <a:lnTo>
                    <a:pt x="32026" y="51695"/>
                  </a:lnTo>
                  <a:lnTo>
                    <a:pt x="41229" y="42508"/>
                  </a:lnTo>
                  <a:lnTo>
                    <a:pt x="41259" y="42463"/>
                  </a:lnTo>
                  <a:lnTo>
                    <a:pt x="41259" y="25475"/>
                  </a:lnTo>
                  <a:lnTo>
                    <a:pt x="55032" y="11732"/>
                  </a:lnTo>
                  <a:lnTo>
                    <a:pt x="59786" y="11732"/>
                  </a:lnTo>
                  <a:lnTo>
                    <a:pt x="71320" y="213"/>
                  </a:lnTo>
                  <a:lnTo>
                    <a:pt x="71091" y="0"/>
                  </a:lnTo>
                  <a:close/>
                </a:path>
              </a:pathLst>
            </a:custGeom>
            <a:gradFill>
              <a:gsLst>
                <a:gs pos="0">
                  <a:schemeClr val="dk2"/>
                </a:gs>
                <a:gs pos="100000">
                  <a:srgbClr val="FFFFFF">
                    <a:alpha val="0"/>
                  </a:srgbClr>
                </a:gs>
              </a:gsLst>
              <a:lin ang="5400012"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5" name="Google Shape;1495;p38"/>
            <p:cNvSpPr/>
            <p:nvPr/>
          </p:nvSpPr>
          <p:spPr>
            <a:xfrm>
              <a:off x="7243039" y="245650"/>
              <a:ext cx="3153315" cy="5119205"/>
            </a:xfrm>
            <a:custGeom>
              <a:rect b="b" l="l" r="r" t="t"/>
              <a:pathLst>
                <a:path extrusionOk="0" h="124813" w="76882">
                  <a:moveTo>
                    <a:pt x="76668" y="0"/>
                  </a:moveTo>
                  <a:lnTo>
                    <a:pt x="63260" y="13408"/>
                  </a:lnTo>
                  <a:cubicBezTo>
                    <a:pt x="62879" y="13789"/>
                    <a:pt x="62879" y="14398"/>
                    <a:pt x="63260" y="14779"/>
                  </a:cubicBezTo>
                  <a:lnTo>
                    <a:pt x="69857" y="21376"/>
                  </a:lnTo>
                  <a:cubicBezTo>
                    <a:pt x="70116" y="21620"/>
                    <a:pt x="70116" y="22046"/>
                    <a:pt x="69857" y="22305"/>
                  </a:cubicBezTo>
                  <a:lnTo>
                    <a:pt x="46546" y="45616"/>
                  </a:lnTo>
                  <a:cubicBezTo>
                    <a:pt x="46417" y="45738"/>
                    <a:pt x="46245" y="45799"/>
                    <a:pt x="46074" y="45799"/>
                  </a:cubicBezTo>
                  <a:cubicBezTo>
                    <a:pt x="45903" y="45799"/>
                    <a:pt x="45731" y="45738"/>
                    <a:pt x="45602" y="45616"/>
                  </a:cubicBezTo>
                  <a:lnTo>
                    <a:pt x="39020" y="39019"/>
                  </a:lnTo>
                  <a:cubicBezTo>
                    <a:pt x="38822" y="38836"/>
                    <a:pt x="38593" y="38745"/>
                    <a:pt x="38334" y="38745"/>
                  </a:cubicBezTo>
                  <a:cubicBezTo>
                    <a:pt x="38060" y="38745"/>
                    <a:pt x="37831" y="38836"/>
                    <a:pt x="37649" y="39019"/>
                  </a:cubicBezTo>
                  <a:lnTo>
                    <a:pt x="23357" y="53311"/>
                  </a:lnTo>
                  <a:cubicBezTo>
                    <a:pt x="22976" y="53691"/>
                    <a:pt x="22976" y="54301"/>
                    <a:pt x="23357" y="54682"/>
                  </a:cubicBezTo>
                  <a:lnTo>
                    <a:pt x="40833" y="72142"/>
                  </a:lnTo>
                  <a:cubicBezTo>
                    <a:pt x="40939" y="72279"/>
                    <a:pt x="41016" y="72432"/>
                    <a:pt x="41016" y="72614"/>
                  </a:cubicBezTo>
                  <a:cubicBezTo>
                    <a:pt x="41016" y="72812"/>
                    <a:pt x="40955" y="72965"/>
                    <a:pt x="40833" y="73102"/>
                  </a:cubicBezTo>
                  <a:lnTo>
                    <a:pt x="27090" y="86830"/>
                  </a:lnTo>
                  <a:cubicBezTo>
                    <a:pt x="26907" y="87028"/>
                    <a:pt x="26816" y="87256"/>
                    <a:pt x="26816" y="87515"/>
                  </a:cubicBezTo>
                  <a:lnTo>
                    <a:pt x="26816" y="96276"/>
                  </a:lnTo>
                  <a:cubicBezTo>
                    <a:pt x="26816" y="96459"/>
                    <a:pt x="26755" y="96611"/>
                    <a:pt x="26618" y="96748"/>
                  </a:cubicBezTo>
                  <a:lnTo>
                    <a:pt x="13225" y="110140"/>
                  </a:lnTo>
                  <a:cubicBezTo>
                    <a:pt x="13103" y="110270"/>
                    <a:pt x="12940" y="110335"/>
                    <a:pt x="12772" y="110335"/>
                  </a:cubicBezTo>
                  <a:cubicBezTo>
                    <a:pt x="12604" y="110335"/>
                    <a:pt x="12433" y="110270"/>
                    <a:pt x="12296" y="110140"/>
                  </a:cubicBezTo>
                  <a:lnTo>
                    <a:pt x="7618" y="105448"/>
                  </a:lnTo>
                  <a:cubicBezTo>
                    <a:pt x="7428" y="105257"/>
                    <a:pt x="7180" y="105162"/>
                    <a:pt x="6933" y="105162"/>
                  </a:cubicBezTo>
                  <a:cubicBezTo>
                    <a:pt x="6685" y="105162"/>
                    <a:pt x="6438" y="105257"/>
                    <a:pt x="6247" y="105448"/>
                  </a:cubicBezTo>
                  <a:lnTo>
                    <a:pt x="381" y="111314"/>
                  </a:lnTo>
                  <a:cubicBezTo>
                    <a:pt x="1" y="111695"/>
                    <a:pt x="1" y="112304"/>
                    <a:pt x="381" y="112685"/>
                  </a:cubicBezTo>
                  <a:lnTo>
                    <a:pt x="5059" y="117378"/>
                  </a:lnTo>
                  <a:cubicBezTo>
                    <a:pt x="5181" y="117515"/>
                    <a:pt x="5257" y="117667"/>
                    <a:pt x="5257" y="117850"/>
                  </a:cubicBezTo>
                  <a:cubicBezTo>
                    <a:pt x="5257" y="118048"/>
                    <a:pt x="5196" y="118200"/>
                    <a:pt x="5059" y="118322"/>
                  </a:cubicBezTo>
                  <a:lnTo>
                    <a:pt x="3231" y="120150"/>
                  </a:lnTo>
                  <a:cubicBezTo>
                    <a:pt x="2850" y="120531"/>
                    <a:pt x="2850" y="121141"/>
                    <a:pt x="3231" y="121522"/>
                  </a:cubicBezTo>
                  <a:lnTo>
                    <a:pt x="5059" y="123365"/>
                  </a:lnTo>
                  <a:cubicBezTo>
                    <a:pt x="5333" y="123609"/>
                    <a:pt x="5333" y="124020"/>
                    <a:pt x="5059" y="124295"/>
                  </a:cubicBezTo>
                  <a:cubicBezTo>
                    <a:pt x="4914" y="124432"/>
                    <a:pt x="4754" y="124489"/>
                    <a:pt x="4602" y="124489"/>
                  </a:cubicBezTo>
                  <a:cubicBezTo>
                    <a:pt x="4449" y="124489"/>
                    <a:pt x="4305" y="124432"/>
                    <a:pt x="4190" y="124340"/>
                  </a:cubicBezTo>
                  <a:cubicBezTo>
                    <a:pt x="3962" y="124173"/>
                    <a:pt x="3825" y="123838"/>
                    <a:pt x="4038" y="123487"/>
                  </a:cubicBezTo>
                  <a:lnTo>
                    <a:pt x="3764" y="123335"/>
                  </a:lnTo>
                  <a:lnTo>
                    <a:pt x="3764" y="123335"/>
                  </a:lnTo>
                  <a:cubicBezTo>
                    <a:pt x="3459" y="123838"/>
                    <a:pt x="3672" y="124356"/>
                    <a:pt x="3992" y="124599"/>
                  </a:cubicBezTo>
                  <a:cubicBezTo>
                    <a:pt x="4175" y="124736"/>
                    <a:pt x="4373" y="124813"/>
                    <a:pt x="4602" y="124813"/>
                  </a:cubicBezTo>
                  <a:cubicBezTo>
                    <a:pt x="4830" y="124813"/>
                    <a:pt x="5059" y="124736"/>
                    <a:pt x="5272" y="124477"/>
                  </a:cubicBezTo>
                  <a:cubicBezTo>
                    <a:pt x="5455" y="124295"/>
                    <a:pt x="5562" y="124066"/>
                    <a:pt x="5562" y="123792"/>
                  </a:cubicBezTo>
                  <a:cubicBezTo>
                    <a:pt x="5562" y="123533"/>
                    <a:pt x="5455" y="123304"/>
                    <a:pt x="5272" y="123106"/>
                  </a:cubicBezTo>
                  <a:lnTo>
                    <a:pt x="3444" y="121278"/>
                  </a:lnTo>
                  <a:cubicBezTo>
                    <a:pt x="3170" y="121034"/>
                    <a:pt x="3170" y="120623"/>
                    <a:pt x="3444" y="120349"/>
                  </a:cubicBezTo>
                  <a:lnTo>
                    <a:pt x="5272" y="118520"/>
                  </a:lnTo>
                  <a:cubicBezTo>
                    <a:pt x="5455" y="118337"/>
                    <a:pt x="5562" y="118094"/>
                    <a:pt x="5562" y="117835"/>
                  </a:cubicBezTo>
                  <a:cubicBezTo>
                    <a:pt x="5562" y="117576"/>
                    <a:pt x="5455" y="117332"/>
                    <a:pt x="5272" y="117149"/>
                  </a:cubicBezTo>
                  <a:lnTo>
                    <a:pt x="579" y="112456"/>
                  </a:lnTo>
                  <a:cubicBezTo>
                    <a:pt x="320" y="112213"/>
                    <a:pt x="320" y="111801"/>
                    <a:pt x="579" y="111527"/>
                  </a:cubicBezTo>
                  <a:lnTo>
                    <a:pt x="6445" y="105661"/>
                  </a:lnTo>
                  <a:cubicBezTo>
                    <a:pt x="6575" y="105532"/>
                    <a:pt x="6742" y="105467"/>
                    <a:pt x="6912" y="105467"/>
                  </a:cubicBezTo>
                  <a:cubicBezTo>
                    <a:pt x="7081" y="105467"/>
                    <a:pt x="7253" y="105532"/>
                    <a:pt x="7390" y="105661"/>
                  </a:cubicBezTo>
                  <a:lnTo>
                    <a:pt x="12067" y="110354"/>
                  </a:lnTo>
                  <a:cubicBezTo>
                    <a:pt x="12265" y="110537"/>
                    <a:pt x="12494" y="110643"/>
                    <a:pt x="12753" y="110643"/>
                  </a:cubicBezTo>
                  <a:cubicBezTo>
                    <a:pt x="13027" y="110643"/>
                    <a:pt x="13256" y="110537"/>
                    <a:pt x="13439" y="110354"/>
                  </a:cubicBezTo>
                  <a:lnTo>
                    <a:pt x="26831" y="96961"/>
                  </a:lnTo>
                  <a:cubicBezTo>
                    <a:pt x="27014" y="96779"/>
                    <a:pt x="27120" y="96550"/>
                    <a:pt x="27120" y="96276"/>
                  </a:cubicBezTo>
                  <a:lnTo>
                    <a:pt x="27120" y="87469"/>
                  </a:lnTo>
                  <a:cubicBezTo>
                    <a:pt x="27120" y="87287"/>
                    <a:pt x="27166" y="87134"/>
                    <a:pt x="27303" y="86997"/>
                  </a:cubicBezTo>
                  <a:lnTo>
                    <a:pt x="41031" y="73270"/>
                  </a:lnTo>
                  <a:cubicBezTo>
                    <a:pt x="41412" y="72889"/>
                    <a:pt x="41412" y="72279"/>
                    <a:pt x="41031" y="71898"/>
                  </a:cubicBezTo>
                  <a:lnTo>
                    <a:pt x="23571" y="54438"/>
                  </a:lnTo>
                  <a:cubicBezTo>
                    <a:pt x="23312" y="54194"/>
                    <a:pt x="23312" y="53768"/>
                    <a:pt x="23571" y="53509"/>
                  </a:cubicBezTo>
                  <a:lnTo>
                    <a:pt x="37862" y="39217"/>
                  </a:lnTo>
                  <a:cubicBezTo>
                    <a:pt x="37984" y="39095"/>
                    <a:pt x="38155" y="39035"/>
                    <a:pt x="38327" y="39035"/>
                  </a:cubicBezTo>
                  <a:cubicBezTo>
                    <a:pt x="38498" y="39035"/>
                    <a:pt x="38669" y="39095"/>
                    <a:pt x="38791" y="39217"/>
                  </a:cubicBezTo>
                  <a:lnTo>
                    <a:pt x="45373" y="45830"/>
                  </a:lnTo>
                  <a:cubicBezTo>
                    <a:pt x="45571" y="46013"/>
                    <a:pt x="45800" y="46119"/>
                    <a:pt x="46059" y="46119"/>
                  </a:cubicBezTo>
                  <a:cubicBezTo>
                    <a:pt x="46333" y="46119"/>
                    <a:pt x="46562" y="46013"/>
                    <a:pt x="46744" y="45830"/>
                  </a:cubicBezTo>
                  <a:lnTo>
                    <a:pt x="70055" y="22519"/>
                  </a:lnTo>
                  <a:cubicBezTo>
                    <a:pt x="70436" y="22138"/>
                    <a:pt x="70436" y="21528"/>
                    <a:pt x="70055" y="21148"/>
                  </a:cubicBezTo>
                  <a:lnTo>
                    <a:pt x="63473" y="14550"/>
                  </a:lnTo>
                  <a:cubicBezTo>
                    <a:pt x="63199" y="14307"/>
                    <a:pt x="63199" y="13895"/>
                    <a:pt x="63473" y="13621"/>
                  </a:cubicBezTo>
                  <a:lnTo>
                    <a:pt x="76881" y="213"/>
                  </a:lnTo>
                  <a:lnTo>
                    <a:pt x="76668"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6" name="Google Shape;1496;p38"/>
            <p:cNvSpPr/>
            <p:nvPr/>
          </p:nvSpPr>
          <p:spPr>
            <a:xfrm>
              <a:off x="6875804" y="622450"/>
              <a:ext cx="1860443" cy="4595326"/>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97" name="Google Shape;1497;p38"/>
            <p:cNvSpPr/>
            <p:nvPr/>
          </p:nvSpPr>
          <p:spPr>
            <a:xfrm>
              <a:off x="6573850" y="621225"/>
              <a:ext cx="1860443" cy="4595326"/>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id="1498" name="Google Shape;1498;p38"/>
            <p:cNvPicPr preferRelativeResize="0"/>
            <p:nvPr/>
          </p:nvPicPr>
          <p:blipFill rotWithShape="1">
            <a:blip r:embed="rId3">
              <a:alphaModFix/>
            </a:blip>
            <a:srcRect b="26177" l="16960" r="7121" t="24719"/>
            <a:stretch/>
          </p:blipFill>
          <p:spPr>
            <a:xfrm>
              <a:off x="6128138" y="-1301175"/>
              <a:ext cx="4198516" cy="3204401"/>
            </a:xfrm>
            <a:prstGeom prst="rect">
              <a:avLst/>
            </a:prstGeom>
            <a:noFill/>
            <a:ln>
              <a:noFill/>
            </a:ln>
          </p:spPr>
        </p:pic>
        <p:grpSp>
          <p:nvGrpSpPr>
            <p:cNvPr id="1499" name="Google Shape;1499;p38"/>
            <p:cNvGrpSpPr/>
            <p:nvPr/>
          </p:nvGrpSpPr>
          <p:grpSpPr>
            <a:xfrm rot="5400000">
              <a:off x="7873341" y="4254316"/>
              <a:ext cx="708100" cy="708500"/>
              <a:chOff x="3678700" y="407275"/>
              <a:chExt cx="708100" cy="708500"/>
            </a:xfrm>
          </p:grpSpPr>
          <p:sp>
            <p:nvSpPr>
              <p:cNvPr id="1500" name="Google Shape;1500;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1" name="Google Shape;1501;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2" name="Google Shape;1502;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3" name="Google Shape;1503;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4" name="Google Shape;1504;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5" name="Google Shape;1505;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6" name="Google Shape;1506;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07" name="Google Shape;1507;p38"/>
            <p:cNvGrpSpPr/>
            <p:nvPr/>
          </p:nvGrpSpPr>
          <p:grpSpPr>
            <a:xfrm rot="5400000">
              <a:off x="8639847" y="3354200"/>
              <a:ext cx="457787" cy="458045"/>
              <a:chOff x="3678700" y="407275"/>
              <a:chExt cx="708100" cy="708500"/>
            </a:xfrm>
          </p:grpSpPr>
          <p:sp>
            <p:nvSpPr>
              <p:cNvPr id="1508" name="Google Shape;1508;p38"/>
              <p:cNvSpPr/>
              <p:nvPr/>
            </p:nvSpPr>
            <p:spPr>
              <a:xfrm>
                <a:off x="3678700" y="4072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9" name="Google Shape;1509;p38"/>
              <p:cNvSpPr/>
              <p:nvPr/>
            </p:nvSpPr>
            <p:spPr>
              <a:xfrm>
                <a:off x="3754875" y="483475"/>
                <a:ext cx="249900" cy="249875"/>
              </a:xfrm>
              <a:custGeom>
                <a:rect b="b" l="l" r="r" t="t"/>
                <a:pathLst>
                  <a:path extrusionOk="0" h="9995"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0" name="Google Shape;1510;p38"/>
              <p:cNvSpPr/>
              <p:nvPr/>
            </p:nvSpPr>
            <p:spPr>
              <a:xfrm>
                <a:off x="3831425" y="560025"/>
                <a:ext cx="249900" cy="249900"/>
              </a:xfrm>
              <a:custGeom>
                <a:rect b="b" l="l" r="r" t="t"/>
                <a:pathLst>
                  <a:path extrusionOk="0" h="9996" w="9996">
                    <a:moveTo>
                      <a:pt x="8594" y="0"/>
                    </a:moveTo>
                    <a:lnTo>
                      <a:pt x="1" y="8594"/>
                    </a:lnTo>
                    <a:lnTo>
                      <a:pt x="1403" y="9995"/>
                    </a:lnTo>
                    <a:lnTo>
                      <a:pt x="9996" y="1402"/>
                    </a:lnTo>
                    <a:lnTo>
                      <a:pt x="8594"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1" name="Google Shape;1511;p38"/>
              <p:cNvSpPr/>
              <p:nvPr/>
            </p:nvSpPr>
            <p:spPr>
              <a:xfrm>
                <a:off x="3907625" y="636575"/>
                <a:ext cx="249875" cy="249525"/>
              </a:xfrm>
              <a:custGeom>
                <a:rect b="b" l="l" r="r" t="t"/>
                <a:pathLst>
                  <a:path extrusionOk="0" h="9981" w="9995">
                    <a:moveTo>
                      <a:pt x="8593" y="1"/>
                    </a:moveTo>
                    <a:lnTo>
                      <a:pt x="0" y="8579"/>
                    </a:lnTo>
                    <a:lnTo>
                      <a:pt x="1402" y="9980"/>
                    </a:lnTo>
                    <a:lnTo>
                      <a:pt x="9995" y="1387"/>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2" name="Google Shape;1512;p38"/>
              <p:cNvSpPr/>
              <p:nvPr/>
            </p:nvSpPr>
            <p:spPr>
              <a:xfrm>
                <a:off x="3984175" y="713150"/>
                <a:ext cx="249900" cy="249900"/>
              </a:xfrm>
              <a:custGeom>
                <a:rect b="b" l="l" r="r" t="t"/>
                <a:pathLst>
                  <a:path extrusionOk="0" h="9996" w="9996">
                    <a:moveTo>
                      <a:pt x="8593" y="0"/>
                    </a:moveTo>
                    <a:lnTo>
                      <a:pt x="0" y="8593"/>
                    </a:lnTo>
                    <a:lnTo>
                      <a:pt x="1402" y="9995"/>
                    </a:lnTo>
                    <a:lnTo>
                      <a:pt x="9995" y="1402"/>
                    </a:lnTo>
                    <a:lnTo>
                      <a:pt x="8593" y="0"/>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3" name="Google Shape;1513;p38"/>
              <p:cNvSpPr/>
              <p:nvPr/>
            </p:nvSpPr>
            <p:spPr>
              <a:xfrm>
                <a:off x="4061125" y="789700"/>
                <a:ext cx="249500" cy="249525"/>
              </a:xfrm>
              <a:custGeom>
                <a:rect b="b" l="l" r="r" t="t"/>
                <a:pathLst>
                  <a:path extrusionOk="0" h="9981" w="9980">
                    <a:moveTo>
                      <a:pt x="8593" y="1"/>
                    </a:moveTo>
                    <a:lnTo>
                      <a:pt x="0" y="8594"/>
                    </a:lnTo>
                    <a:lnTo>
                      <a:pt x="1402" y="9980"/>
                    </a:lnTo>
                    <a:lnTo>
                      <a:pt x="9980" y="1402"/>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4" name="Google Shape;1514;p38"/>
              <p:cNvSpPr/>
              <p:nvPr/>
            </p:nvSpPr>
            <p:spPr>
              <a:xfrm>
                <a:off x="4136925" y="865875"/>
                <a:ext cx="249875" cy="249900"/>
              </a:xfrm>
              <a:custGeom>
                <a:rect b="b" l="l" r="r" t="t"/>
                <a:pathLst>
                  <a:path extrusionOk="0" h="9996" w="9995">
                    <a:moveTo>
                      <a:pt x="8593" y="1"/>
                    </a:moveTo>
                    <a:lnTo>
                      <a:pt x="0" y="8594"/>
                    </a:lnTo>
                    <a:lnTo>
                      <a:pt x="1402" y="9996"/>
                    </a:lnTo>
                    <a:lnTo>
                      <a:pt x="9995" y="1403"/>
                    </a:lnTo>
                    <a:lnTo>
                      <a:pt x="8593" y="1"/>
                    </a:lnTo>
                    <a:close/>
                  </a:path>
                </a:pathLst>
              </a:custGeom>
              <a:gradFill>
                <a:gsLst>
                  <a:gs pos="0">
                    <a:schemeClr val="lt2">
                      <a:alpha val="46820"/>
                    </a:schemeClr>
                  </a:gs>
                  <a:gs pos="78000">
                    <a:schemeClr val="lt1">
                      <a:alpha val="46820"/>
                    </a:schemeClr>
                  </a:gs>
                  <a:gs pos="100000">
                    <a:schemeClr val="lt1">
                      <a:alpha val="46820"/>
                    </a:schemeClr>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5" name="Google Shape;1515;p38"/>
            <p:cNvGrpSpPr/>
            <p:nvPr/>
          </p:nvGrpSpPr>
          <p:grpSpPr>
            <a:xfrm>
              <a:off x="7787267" y="539497"/>
              <a:ext cx="208184" cy="208184"/>
              <a:chOff x="8356813" y="1074288"/>
              <a:chExt cx="351900" cy="351900"/>
            </a:xfrm>
          </p:grpSpPr>
          <p:sp>
            <p:nvSpPr>
              <p:cNvPr id="1516" name="Google Shape;1516;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7" name="Google Shape;1517;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18" name="Google Shape;1518;p38"/>
            <p:cNvGrpSpPr/>
            <p:nvPr/>
          </p:nvGrpSpPr>
          <p:grpSpPr>
            <a:xfrm>
              <a:off x="7194842" y="2467660"/>
              <a:ext cx="208184" cy="208184"/>
              <a:chOff x="8356813" y="1074288"/>
              <a:chExt cx="351900" cy="351900"/>
            </a:xfrm>
          </p:grpSpPr>
          <p:sp>
            <p:nvSpPr>
              <p:cNvPr id="1519" name="Google Shape;1519;p38"/>
              <p:cNvSpPr/>
              <p:nvPr/>
            </p:nvSpPr>
            <p:spPr>
              <a:xfrm>
                <a:off x="8356813" y="1074288"/>
                <a:ext cx="351900" cy="351900"/>
              </a:xfrm>
              <a:prstGeom prst="ellipse">
                <a:avLst/>
              </a:prstGeom>
              <a:no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0" name="Google Shape;1520;p38"/>
              <p:cNvSpPr/>
              <p:nvPr/>
            </p:nvSpPr>
            <p:spPr>
              <a:xfrm>
                <a:off x="8406497" y="1123972"/>
                <a:ext cx="252600" cy="252600"/>
              </a:xfrm>
              <a:prstGeom prst="ellipse">
                <a:avLst/>
              </a:prstGeom>
              <a:gradFill>
                <a:gsLst>
                  <a:gs pos="0">
                    <a:srgbClr val="9900FF">
                      <a:alpha val="46667"/>
                    </a:srgbClr>
                  </a:gs>
                  <a:gs pos="100000">
                    <a:srgbClr val="FFFFFF">
                      <a:alpha val="0"/>
                    </a:srgbClr>
                  </a:gs>
                </a:gsLst>
                <a:path path="circle">
                  <a:fillToRect b="50%" l="50%" r="50%" t="50%"/>
                </a:path>
                <a:tileRect/>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521" name="Google Shape;1521;p38"/>
            <p:cNvSpPr/>
            <p:nvPr/>
          </p:nvSpPr>
          <p:spPr>
            <a:xfrm>
              <a:off x="7095150" y="4164050"/>
              <a:ext cx="147900" cy="147900"/>
            </a:xfrm>
            <a:prstGeom prst="ellipse">
              <a:avLst/>
            </a:prstGeom>
            <a:gradFill>
              <a:gsLst>
                <a:gs pos="0">
                  <a:schemeClr val="dk2"/>
                </a:gs>
                <a:gs pos="100000">
                  <a:srgbClr val="FFFFFF">
                    <a:alpha val="0"/>
                  </a:srgbClr>
                </a:gs>
              </a:gsLst>
              <a:lin ang="54007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22" name="Google Shape;1522;p38"/>
          <p:cNvGrpSpPr/>
          <p:nvPr/>
        </p:nvGrpSpPr>
        <p:grpSpPr>
          <a:xfrm>
            <a:off x="796100" y="3019701"/>
            <a:ext cx="4558967" cy="134100"/>
            <a:chOff x="796100" y="3019701"/>
            <a:chExt cx="4558967" cy="134100"/>
          </a:xfrm>
        </p:grpSpPr>
        <p:sp>
          <p:nvSpPr>
            <p:cNvPr id="1523" name="Google Shape;1523;p38"/>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24" name="Google Shape;1524;p38"/>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25" name="Google Shape;1525;p38"/>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Kiến trúc tổng thể</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55" name="kien-truc.png" descr="kien-truc.png"/>
          <p:cNvPicPr>
            <a:picLocks noChangeAspect="1"/>
          </p:cNvPicPr>
          <p:nvPr/>
        </p:nvPicPr>
        <p:blipFill>
          <a:blip r:embed="rId2"/>
          <a:stretch>
            <a:fillRect/>
          </a:stretch>
        </p:blipFill>
        <p:spPr>
          <a:xfrm>
            <a:off x="836369" y="1097280"/>
            <a:ext cx="7471261" cy="3840480"/>
          </a:xfrm>
          <a:prstGeom prst="rect">
            <a:avLst/>
          </a:prstGeom>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Điều phối, tải và lập lịch</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56" name="dieu-phoi-tai.png" descr="dieu-phoi-tai.png"/>
          <p:cNvPicPr>
            <a:picLocks noChangeAspect="1"/>
          </p:cNvPicPr>
          <p:nvPr/>
        </p:nvPicPr>
        <p:blipFill>
          <a:blip r:embed="rId2"/>
          <a:stretch>
            <a:fillRect/>
          </a:stretch>
        </p:blipFill>
        <p:spPr>
          <a:xfrm>
            <a:off x="1987309" y="1097280"/>
            <a:ext cx="5169380" cy="3840480"/>
          </a:xfrm>
          <a:prstGeom prst="rect">
            <a:avLst/>
          </a:prstGeom>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Bóc tách trang web và tài liệu</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57" name="reader.png" descr="reader.png"/>
          <p:cNvPicPr>
            <a:picLocks noChangeAspect="1"/>
          </p:cNvPicPr>
          <p:nvPr/>
        </p:nvPicPr>
        <p:blipFill>
          <a:blip r:embed="rId2"/>
          <a:stretch>
            <a:fillRect/>
          </a:stretch>
        </p:blipFill>
        <p:spPr>
          <a:xfrm>
            <a:off x="2113944" y="1097280"/>
            <a:ext cx="4916110" cy="3840480"/>
          </a:xfrm>
          <a:prstGeom prst="rect">
            <a:avLst/>
          </a:prstGeom>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Lược đồ dữ liệu và xuất dữ liệu</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pic>
        <p:nvPicPr>
          <p:cNvPr id="9058" name="luoc-do-mongo.png" descr="luoc-do-mongo.png"/>
          <p:cNvPicPr>
            <a:picLocks noChangeAspect="1"/>
          </p:cNvPicPr>
          <p:nvPr/>
        </p:nvPicPr>
        <p:blipFill>
          <a:blip r:embed="rId2"/>
          <a:stretch>
            <a:fillRect/>
          </a:stretch>
        </p:blipFill>
        <p:spPr>
          <a:xfrm>
            <a:off x="2275425" y="1097280"/>
            <a:ext cx="4593148" cy="384048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Tiền xử lý văn bản tiếng Việt</a:t>
            </a:r>
          </a:p>
        </p:txBody>
      </p:sp>
      <p:sp>
        <p:nvSpPr>
          <p:cNvPr id="1531" name="Google Shape;1531;p3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[Hình hoặc ví dụ minh họa]</a:t>
            </a:r>
          </a:p>
        </p:txBody>
      </p:sp>
      <p:sp>
        <p:nvSpPr>
          <p:cNvPr id="1532" name="Google Shape;1532;p3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[Nội dung phần Lucene]</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Lập chỉ mục</a:t>
            </a:r>
          </a:p>
        </p:txBody>
      </p:sp>
      <p:sp>
        <p:nvSpPr>
          <p:cNvPr id="1531" name="Google Shape;1531;p3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[Hình hoặc ví dụ minh họa]</a:t>
            </a:r>
          </a:p>
        </p:txBody>
      </p:sp>
      <p:sp>
        <p:nvSpPr>
          <p:cNvPr id="1532" name="Google Shape;1532;p3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[Nội dung phần Lucene]</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Tìm kiếm và xếp hạng</a:t>
            </a:r>
          </a:p>
        </p:txBody>
      </p:sp>
      <p:sp>
        <p:nvSpPr>
          <p:cNvPr id="1531" name="Google Shape;1531;p3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[Hình hoặc ví dụ minh họa]</a:t>
            </a:r>
          </a:p>
        </p:txBody>
      </p:sp>
      <p:sp>
        <p:nvSpPr>
          <p:cNvPr id="1532" name="Google Shape;1532;p3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[Nội dung phần Lucene]</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9" name="Shape 1529"/>
        <p:cNvGrpSpPr/>
        <p:nvPr/>
      </p:nvGrpSpPr>
      <p:grpSpPr>
        <a:xfrm>
          <a:off x="0" y="0"/>
          <a:ext cx="0" cy="0"/>
          <a:chOff x="0" y="0"/>
          <a:chExt cx="0" cy="0"/>
        </a:xfrm>
      </p:grpSpPr>
      <p:sp>
        <p:nvSpPr>
          <p:cNvPr id="1530" name="Google Shape;1530;p39"/>
          <p:cNvSpPr txBox="1"/>
          <p:nvPr>
            <p:ph type="title"/>
          </p:nvPr>
        </p:nvSpPr>
        <p:spPr>
          <a:xfrm>
            <a:off x="720000" y="445025"/>
            <a:ext cx="77040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Kết quả tìm kiếm</a:t>
            </a:r>
          </a:p>
        </p:txBody>
      </p:sp>
      <p:sp>
        <p:nvSpPr>
          <p:cNvPr id="1531" name="Google Shape;1531;p39"/>
          <p:cNvSpPr txBox="1"/>
          <p:nvPr>
            <p:ph idx="1" type="subTitle"/>
          </p:nvPr>
        </p:nvSpPr>
        <p:spPr>
          <a:xfrm>
            <a:off x="4881006"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[Hình hoặc ví dụ minh họa]</a:t>
            </a:r>
          </a:p>
        </p:txBody>
      </p:sp>
      <p:sp>
        <p:nvSpPr>
          <p:cNvPr id="1532" name="Google Shape;1532;p39"/>
          <p:cNvSpPr txBox="1"/>
          <p:nvPr>
            <p:ph idx="2" type="subTitle"/>
          </p:nvPr>
        </p:nvSpPr>
        <p:spPr>
          <a:xfrm>
            <a:off x="720000" y="1786675"/>
            <a:ext cx="3543000" cy="183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[Nội dung phần Lucene]</a:t>
            </a:r>
          </a:p>
        </p:txBody>
      </p:sp>
      <p:grpSp>
        <p:nvGrpSpPr>
          <p:cNvPr id="1533" name="Google Shape;1533;p39"/>
          <p:cNvGrpSpPr/>
          <p:nvPr/>
        </p:nvGrpSpPr>
        <p:grpSpPr>
          <a:xfrm>
            <a:off x="-123925" y="4132283"/>
            <a:ext cx="4558967" cy="1141122"/>
            <a:chOff x="-123925" y="4132283"/>
            <a:chExt cx="4558967" cy="1141122"/>
          </a:xfrm>
        </p:grpSpPr>
        <p:grpSp>
          <p:nvGrpSpPr>
            <p:cNvPr id="1534" name="Google Shape;1534;p39"/>
            <p:cNvGrpSpPr/>
            <p:nvPr/>
          </p:nvGrpSpPr>
          <p:grpSpPr>
            <a:xfrm>
              <a:off x="-2" y="4132283"/>
              <a:ext cx="2308406" cy="1141122"/>
              <a:chOff x="-2" y="4132283"/>
              <a:chExt cx="2308406" cy="1141122"/>
            </a:xfrm>
          </p:grpSpPr>
          <p:sp>
            <p:nvSpPr>
              <p:cNvPr id="1535" name="Google Shape;1535;p39"/>
              <p:cNvSpPr/>
              <p:nvPr/>
            </p:nvSpPr>
            <p:spPr>
              <a:xfrm rot="5400000">
                <a:off x="663005" y="3628622"/>
                <a:ext cx="981776" cy="2307791"/>
              </a:xfrm>
              <a:custGeom>
                <a:rect b="b" l="l" r="r" t="t"/>
                <a:pathLst>
                  <a:path extrusionOk="0" h="56267" w="23937">
                    <a:moveTo>
                      <a:pt x="12997" y="1"/>
                    </a:moveTo>
                    <a:lnTo>
                      <a:pt x="12784" y="214"/>
                    </a:lnTo>
                    <a:lnTo>
                      <a:pt x="23098" y="10513"/>
                    </a:lnTo>
                    <a:cubicBezTo>
                      <a:pt x="23434" y="10864"/>
                      <a:pt x="23632" y="11321"/>
                      <a:pt x="23632" y="11808"/>
                    </a:cubicBezTo>
                    <a:cubicBezTo>
                      <a:pt x="23632" y="12311"/>
                      <a:pt x="23434" y="12768"/>
                      <a:pt x="23098" y="13104"/>
                    </a:cubicBezTo>
                    <a:lnTo>
                      <a:pt x="21925" y="14261"/>
                    </a:lnTo>
                    <a:cubicBezTo>
                      <a:pt x="21575" y="14627"/>
                      <a:pt x="21110" y="14810"/>
                      <a:pt x="20642" y="14810"/>
                    </a:cubicBezTo>
                    <a:cubicBezTo>
                      <a:pt x="20173" y="14810"/>
                      <a:pt x="19701" y="14627"/>
                      <a:pt x="19335" y="14261"/>
                    </a:cubicBezTo>
                    <a:lnTo>
                      <a:pt x="16958" y="11885"/>
                    </a:lnTo>
                    <a:cubicBezTo>
                      <a:pt x="16547" y="11489"/>
                      <a:pt x="16029" y="11260"/>
                      <a:pt x="15435" y="11260"/>
                    </a:cubicBezTo>
                    <a:cubicBezTo>
                      <a:pt x="14841" y="11260"/>
                      <a:pt x="14307" y="11489"/>
                      <a:pt x="13911" y="11885"/>
                    </a:cubicBezTo>
                    <a:lnTo>
                      <a:pt x="12525" y="13271"/>
                    </a:lnTo>
                    <a:cubicBezTo>
                      <a:pt x="12129" y="13698"/>
                      <a:pt x="11900" y="14231"/>
                      <a:pt x="11900" y="14795"/>
                    </a:cubicBezTo>
                    <a:cubicBezTo>
                      <a:pt x="11900" y="15374"/>
                      <a:pt x="12129" y="15922"/>
                      <a:pt x="12525" y="16318"/>
                    </a:cubicBezTo>
                    <a:cubicBezTo>
                      <a:pt x="12860" y="16669"/>
                      <a:pt x="13058" y="17126"/>
                      <a:pt x="13058" y="17629"/>
                    </a:cubicBezTo>
                    <a:cubicBezTo>
                      <a:pt x="13058" y="18116"/>
                      <a:pt x="12860" y="18573"/>
                      <a:pt x="12525" y="18924"/>
                    </a:cubicBezTo>
                    <a:lnTo>
                      <a:pt x="11489" y="19944"/>
                    </a:lnTo>
                    <a:cubicBezTo>
                      <a:pt x="11154" y="20295"/>
                      <a:pt x="10696" y="20478"/>
                      <a:pt x="10209" y="20478"/>
                    </a:cubicBezTo>
                    <a:lnTo>
                      <a:pt x="9569" y="20478"/>
                    </a:lnTo>
                    <a:cubicBezTo>
                      <a:pt x="8990" y="20478"/>
                      <a:pt x="8457" y="20706"/>
                      <a:pt x="8045" y="21102"/>
                    </a:cubicBezTo>
                    <a:lnTo>
                      <a:pt x="3353" y="25810"/>
                    </a:lnTo>
                    <a:cubicBezTo>
                      <a:pt x="2515" y="26648"/>
                      <a:pt x="2515" y="28004"/>
                      <a:pt x="3353" y="28842"/>
                    </a:cubicBezTo>
                    <a:lnTo>
                      <a:pt x="10529" y="36018"/>
                    </a:lnTo>
                    <a:cubicBezTo>
                      <a:pt x="10864" y="36369"/>
                      <a:pt x="11062" y="36826"/>
                      <a:pt x="11062" y="37313"/>
                    </a:cubicBezTo>
                    <a:cubicBezTo>
                      <a:pt x="11062" y="37801"/>
                      <a:pt x="10864" y="38273"/>
                      <a:pt x="10529" y="38608"/>
                    </a:cubicBezTo>
                    <a:lnTo>
                      <a:pt x="8198" y="40940"/>
                    </a:lnTo>
                    <a:cubicBezTo>
                      <a:pt x="7802" y="41351"/>
                      <a:pt x="7573" y="41884"/>
                      <a:pt x="7573" y="42463"/>
                    </a:cubicBezTo>
                    <a:lnTo>
                      <a:pt x="7573" y="47720"/>
                    </a:lnTo>
                    <a:cubicBezTo>
                      <a:pt x="7573" y="48207"/>
                      <a:pt x="7390" y="48664"/>
                      <a:pt x="7040" y="49015"/>
                    </a:cubicBezTo>
                    <a:lnTo>
                      <a:pt x="1" y="56054"/>
                    </a:lnTo>
                    <a:lnTo>
                      <a:pt x="199" y="56267"/>
                    </a:lnTo>
                    <a:lnTo>
                      <a:pt x="7268" y="49274"/>
                    </a:lnTo>
                    <a:cubicBezTo>
                      <a:pt x="7664" y="48862"/>
                      <a:pt x="7893" y="48329"/>
                      <a:pt x="7893" y="47750"/>
                    </a:cubicBezTo>
                    <a:lnTo>
                      <a:pt x="7893" y="42494"/>
                    </a:lnTo>
                    <a:cubicBezTo>
                      <a:pt x="7893" y="42006"/>
                      <a:pt x="8091" y="41549"/>
                      <a:pt x="8426" y="41199"/>
                    </a:cubicBezTo>
                    <a:lnTo>
                      <a:pt x="10757" y="38883"/>
                    </a:lnTo>
                    <a:cubicBezTo>
                      <a:pt x="11154" y="38456"/>
                      <a:pt x="11382" y="37923"/>
                      <a:pt x="11382" y="37359"/>
                    </a:cubicBezTo>
                    <a:cubicBezTo>
                      <a:pt x="11382" y="36765"/>
                      <a:pt x="11154" y="36232"/>
                      <a:pt x="10757" y="35835"/>
                    </a:cubicBezTo>
                    <a:lnTo>
                      <a:pt x="3581" y="28644"/>
                    </a:lnTo>
                    <a:cubicBezTo>
                      <a:pt x="2850" y="27943"/>
                      <a:pt x="2850" y="26785"/>
                      <a:pt x="3581" y="26054"/>
                    </a:cubicBezTo>
                    <a:lnTo>
                      <a:pt x="8274" y="21346"/>
                    </a:lnTo>
                    <a:cubicBezTo>
                      <a:pt x="8624" y="21011"/>
                      <a:pt x="9081" y="20813"/>
                      <a:pt x="9569" y="20813"/>
                    </a:cubicBezTo>
                    <a:lnTo>
                      <a:pt x="10209" y="20813"/>
                    </a:lnTo>
                    <a:cubicBezTo>
                      <a:pt x="10788" y="20813"/>
                      <a:pt x="11321" y="20584"/>
                      <a:pt x="11732" y="20188"/>
                    </a:cubicBezTo>
                    <a:lnTo>
                      <a:pt x="12753" y="19167"/>
                    </a:lnTo>
                    <a:cubicBezTo>
                      <a:pt x="13149" y="18741"/>
                      <a:pt x="13378" y="18208"/>
                      <a:pt x="13378" y="17644"/>
                    </a:cubicBezTo>
                    <a:cubicBezTo>
                      <a:pt x="13378" y="17050"/>
                      <a:pt x="13149" y="16516"/>
                      <a:pt x="12753" y="16120"/>
                    </a:cubicBezTo>
                    <a:cubicBezTo>
                      <a:pt x="12418" y="15770"/>
                      <a:pt x="12220" y="15313"/>
                      <a:pt x="12220" y="14825"/>
                    </a:cubicBezTo>
                    <a:cubicBezTo>
                      <a:pt x="12220" y="14322"/>
                      <a:pt x="12418" y="13865"/>
                      <a:pt x="12753" y="13530"/>
                    </a:cubicBezTo>
                    <a:lnTo>
                      <a:pt x="14140" y="12128"/>
                    </a:lnTo>
                    <a:cubicBezTo>
                      <a:pt x="14490" y="11793"/>
                      <a:pt x="14947" y="11595"/>
                      <a:pt x="15435" y="11595"/>
                    </a:cubicBezTo>
                    <a:cubicBezTo>
                      <a:pt x="15938" y="11595"/>
                      <a:pt x="16395" y="11793"/>
                      <a:pt x="16730" y="12128"/>
                    </a:cubicBezTo>
                    <a:lnTo>
                      <a:pt x="19107" y="14520"/>
                    </a:lnTo>
                    <a:cubicBezTo>
                      <a:pt x="19526" y="14939"/>
                      <a:pt x="20074" y="15149"/>
                      <a:pt x="20623" y="15149"/>
                    </a:cubicBezTo>
                    <a:cubicBezTo>
                      <a:pt x="21171" y="15149"/>
                      <a:pt x="21720" y="14939"/>
                      <a:pt x="22139" y="14520"/>
                    </a:cubicBezTo>
                    <a:lnTo>
                      <a:pt x="23297" y="13347"/>
                    </a:lnTo>
                    <a:cubicBezTo>
                      <a:pt x="23708" y="12936"/>
                      <a:pt x="23936" y="12403"/>
                      <a:pt x="23936" y="11824"/>
                    </a:cubicBezTo>
                    <a:cubicBezTo>
                      <a:pt x="23936" y="11260"/>
                      <a:pt x="23708" y="10711"/>
                      <a:pt x="23297" y="10300"/>
                    </a:cubicBezTo>
                    <a:lnTo>
                      <a:pt x="12997" y="1"/>
                    </a:lnTo>
                    <a:close/>
                  </a:path>
                </a:pathLst>
              </a:custGeom>
              <a:gradFill>
                <a:gsLst>
                  <a:gs pos="0">
                    <a:srgbClr val="9900FF">
                      <a:alpha val="46667"/>
                    </a:srgbClr>
                  </a:gs>
                  <a:gs pos="100000">
                    <a:srgbClr val="FFFFFF">
                      <a:alpha val="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6" name="Google Shape;1536;p39"/>
              <p:cNvSpPr/>
              <p:nvPr/>
            </p:nvSpPr>
            <p:spPr>
              <a:xfrm rot="5400000">
                <a:off x="663620" y="3469276"/>
                <a:ext cx="981776" cy="2307791"/>
              </a:xfrm>
              <a:custGeom>
                <a:rect b="b" l="l" r="r" t="t"/>
                <a:pathLst>
                  <a:path extrusionOk="0" h="56267" w="23937">
                    <a:moveTo>
                      <a:pt x="12997" y="0"/>
                    </a:moveTo>
                    <a:lnTo>
                      <a:pt x="12784" y="214"/>
                    </a:lnTo>
                    <a:lnTo>
                      <a:pt x="23098" y="10513"/>
                    </a:lnTo>
                    <a:cubicBezTo>
                      <a:pt x="23434" y="10848"/>
                      <a:pt x="23632" y="11305"/>
                      <a:pt x="23632" y="11808"/>
                    </a:cubicBezTo>
                    <a:cubicBezTo>
                      <a:pt x="23632" y="12296"/>
                      <a:pt x="23434" y="12753"/>
                      <a:pt x="23098" y="13103"/>
                    </a:cubicBezTo>
                    <a:lnTo>
                      <a:pt x="21925" y="14261"/>
                    </a:lnTo>
                    <a:cubicBezTo>
                      <a:pt x="21575" y="14627"/>
                      <a:pt x="21110" y="14810"/>
                      <a:pt x="20642" y="14810"/>
                    </a:cubicBezTo>
                    <a:cubicBezTo>
                      <a:pt x="20173" y="14810"/>
                      <a:pt x="19701" y="14627"/>
                      <a:pt x="19335" y="14261"/>
                    </a:cubicBezTo>
                    <a:lnTo>
                      <a:pt x="16958" y="11884"/>
                    </a:lnTo>
                    <a:cubicBezTo>
                      <a:pt x="16547" y="11488"/>
                      <a:pt x="16029" y="11260"/>
                      <a:pt x="15435" y="11260"/>
                    </a:cubicBezTo>
                    <a:cubicBezTo>
                      <a:pt x="14840" y="11260"/>
                      <a:pt x="14307" y="11488"/>
                      <a:pt x="13911" y="11884"/>
                    </a:cubicBezTo>
                    <a:lnTo>
                      <a:pt x="12525" y="13271"/>
                    </a:lnTo>
                    <a:cubicBezTo>
                      <a:pt x="11687" y="14109"/>
                      <a:pt x="11687" y="15465"/>
                      <a:pt x="12525" y="16303"/>
                    </a:cubicBezTo>
                    <a:cubicBezTo>
                      <a:pt x="12860" y="16638"/>
                      <a:pt x="13058" y="17095"/>
                      <a:pt x="13058" y="17598"/>
                    </a:cubicBezTo>
                    <a:cubicBezTo>
                      <a:pt x="13058" y="18085"/>
                      <a:pt x="12860" y="18543"/>
                      <a:pt x="12525" y="18893"/>
                    </a:cubicBezTo>
                    <a:lnTo>
                      <a:pt x="11489" y="19914"/>
                    </a:lnTo>
                    <a:cubicBezTo>
                      <a:pt x="11153" y="20264"/>
                      <a:pt x="10696" y="20447"/>
                      <a:pt x="10193" y="20447"/>
                    </a:cubicBezTo>
                    <a:lnTo>
                      <a:pt x="9569" y="20447"/>
                    </a:lnTo>
                    <a:cubicBezTo>
                      <a:pt x="8975" y="20447"/>
                      <a:pt x="8441" y="20676"/>
                      <a:pt x="8045" y="21087"/>
                    </a:cubicBezTo>
                    <a:lnTo>
                      <a:pt x="3337" y="25780"/>
                    </a:lnTo>
                    <a:cubicBezTo>
                      <a:pt x="2941" y="26206"/>
                      <a:pt x="2713" y="26739"/>
                      <a:pt x="2713" y="27303"/>
                    </a:cubicBezTo>
                    <a:cubicBezTo>
                      <a:pt x="2713" y="27897"/>
                      <a:pt x="2941" y="28431"/>
                      <a:pt x="3337" y="28827"/>
                    </a:cubicBezTo>
                    <a:lnTo>
                      <a:pt x="10529" y="36018"/>
                    </a:lnTo>
                    <a:cubicBezTo>
                      <a:pt x="11245" y="36719"/>
                      <a:pt x="11245" y="37877"/>
                      <a:pt x="10529" y="38608"/>
                    </a:cubicBezTo>
                    <a:lnTo>
                      <a:pt x="8198" y="40924"/>
                    </a:lnTo>
                    <a:cubicBezTo>
                      <a:pt x="7801" y="41351"/>
                      <a:pt x="7573" y="41884"/>
                      <a:pt x="7573" y="42448"/>
                    </a:cubicBezTo>
                    <a:lnTo>
                      <a:pt x="7573" y="47704"/>
                    </a:lnTo>
                    <a:cubicBezTo>
                      <a:pt x="7573" y="48207"/>
                      <a:pt x="7375" y="48664"/>
                      <a:pt x="7040" y="48999"/>
                    </a:cubicBezTo>
                    <a:lnTo>
                      <a:pt x="1" y="56053"/>
                    </a:lnTo>
                    <a:lnTo>
                      <a:pt x="199" y="56267"/>
                    </a:lnTo>
                    <a:lnTo>
                      <a:pt x="7268" y="49212"/>
                    </a:lnTo>
                    <a:cubicBezTo>
                      <a:pt x="7664" y="48801"/>
                      <a:pt x="7893" y="48268"/>
                      <a:pt x="7893" y="47689"/>
                    </a:cubicBezTo>
                    <a:lnTo>
                      <a:pt x="7893" y="42432"/>
                    </a:lnTo>
                    <a:cubicBezTo>
                      <a:pt x="7893" y="41945"/>
                      <a:pt x="8091" y="41473"/>
                      <a:pt x="8426" y="41137"/>
                    </a:cubicBezTo>
                    <a:lnTo>
                      <a:pt x="10757" y="38806"/>
                    </a:lnTo>
                    <a:cubicBezTo>
                      <a:pt x="11595" y="37984"/>
                      <a:pt x="11595" y="36628"/>
                      <a:pt x="10757" y="35790"/>
                    </a:cubicBezTo>
                    <a:lnTo>
                      <a:pt x="3581" y="28598"/>
                    </a:lnTo>
                    <a:cubicBezTo>
                      <a:pt x="3231" y="28263"/>
                      <a:pt x="3048" y="27806"/>
                      <a:pt x="3048" y="27318"/>
                    </a:cubicBezTo>
                    <a:cubicBezTo>
                      <a:pt x="3048" y="26816"/>
                      <a:pt x="3231" y="26359"/>
                      <a:pt x="3581" y="26023"/>
                    </a:cubicBezTo>
                    <a:lnTo>
                      <a:pt x="8274" y="21346"/>
                    </a:lnTo>
                    <a:cubicBezTo>
                      <a:pt x="8624" y="21011"/>
                      <a:pt x="9081" y="20813"/>
                      <a:pt x="9569" y="20813"/>
                    </a:cubicBezTo>
                    <a:lnTo>
                      <a:pt x="10209" y="20813"/>
                    </a:lnTo>
                    <a:cubicBezTo>
                      <a:pt x="10788" y="20813"/>
                      <a:pt x="11321" y="20584"/>
                      <a:pt x="11732" y="20188"/>
                    </a:cubicBezTo>
                    <a:lnTo>
                      <a:pt x="12753" y="19152"/>
                    </a:lnTo>
                    <a:cubicBezTo>
                      <a:pt x="13149" y="18741"/>
                      <a:pt x="13378" y="18207"/>
                      <a:pt x="13378" y="17628"/>
                    </a:cubicBezTo>
                    <a:cubicBezTo>
                      <a:pt x="13378" y="17049"/>
                      <a:pt x="13149" y="16516"/>
                      <a:pt x="12753" y="16105"/>
                    </a:cubicBezTo>
                    <a:cubicBezTo>
                      <a:pt x="12037" y="15404"/>
                      <a:pt x="12037" y="14246"/>
                      <a:pt x="12753" y="13515"/>
                    </a:cubicBezTo>
                    <a:lnTo>
                      <a:pt x="14140" y="12128"/>
                    </a:lnTo>
                    <a:cubicBezTo>
                      <a:pt x="14490" y="11793"/>
                      <a:pt x="14947" y="11595"/>
                      <a:pt x="15435" y="11595"/>
                    </a:cubicBezTo>
                    <a:cubicBezTo>
                      <a:pt x="15937" y="11595"/>
                      <a:pt x="16395" y="11793"/>
                      <a:pt x="16730" y="12128"/>
                    </a:cubicBezTo>
                    <a:lnTo>
                      <a:pt x="19106" y="14505"/>
                    </a:lnTo>
                    <a:cubicBezTo>
                      <a:pt x="19525" y="14924"/>
                      <a:pt x="20074" y="15133"/>
                      <a:pt x="20622" y="15133"/>
                    </a:cubicBezTo>
                    <a:cubicBezTo>
                      <a:pt x="21171" y="15133"/>
                      <a:pt x="21719" y="14924"/>
                      <a:pt x="22138" y="14505"/>
                    </a:cubicBezTo>
                    <a:lnTo>
                      <a:pt x="23296" y="13347"/>
                    </a:lnTo>
                    <a:cubicBezTo>
                      <a:pt x="23708" y="12936"/>
                      <a:pt x="23936" y="12402"/>
                      <a:pt x="23936" y="11823"/>
                    </a:cubicBezTo>
                    <a:cubicBezTo>
                      <a:pt x="23936" y="11229"/>
                      <a:pt x="23708" y="10696"/>
                      <a:pt x="23296" y="10300"/>
                    </a:cubicBezTo>
                    <a:lnTo>
                      <a:pt x="12997" y="0"/>
                    </a:lnTo>
                    <a:close/>
                  </a:path>
                </a:pathLst>
              </a:custGeom>
              <a:gradFill>
                <a:gsLst>
                  <a:gs pos="0">
                    <a:schemeClr val="lt2"/>
                  </a:gs>
                  <a:gs pos="78000">
                    <a:schemeClr val="lt1"/>
                  </a:gs>
                  <a:gs pos="100000">
                    <a:schemeClr val="lt1"/>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nvGrpSpPr>
            <p:cNvPr id="1537" name="Google Shape;1537;p39"/>
            <p:cNvGrpSpPr/>
            <p:nvPr/>
          </p:nvGrpSpPr>
          <p:grpSpPr>
            <a:xfrm>
              <a:off x="-123925" y="4386226"/>
              <a:ext cx="4558967" cy="134100"/>
              <a:chOff x="796100" y="3019701"/>
              <a:chExt cx="4558967" cy="134100"/>
            </a:xfrm>
          </p:grpSpPr>
          <p:sp>
            <p:nvSpPr>
              <p:cNvPr id="1538" name="Google Shape;1538;p39"/>
              <p:cNvSpPr/>
              <p:nvPr/>
            </p:nvSpPr>
            <p:spPr>
              <a:xfrm>
                <a:off x="5220967" y="3019701"/>
                <a:ext cx="134100" cy="134100"/>
              </a:xfrm>
              <a:prstGeom prst="ellipse">
                <a:avLst/>
              </a:prstGeom>
              <a:no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cxnSp>
            <p:nvCxnSpPr>
              <p:cNvPr id="1539" name="Google Shape;1539;p39"/>
              <p:cNvCxnSpPr/>
              <p:nvPr/>
            </p:nvCxnSpPr>
            <p:spPr>
              <a:xfrm>
                <a:off x="796100" y="3086750"/>
                <a:ext cx="4462800" cy="0"/>
              </a:xfrm>
              <a:prstGeom prst="straightConnector1">
                <a:avLst/>
              </a:prstGeom>
              <a:noFill/>
              <a:ln cap="flat" cmpd="sng" w="9525">
                <a:solidFill>
                  <a:schemeClr val="dk2"/>
                </a:solidFill>
                <a:prstDash val="solid"/>
                <a:round/>
                <a:headEnd len="med" w="med" type="none"/>
                <a:tailEnd len="med" w="med" type="none"/>
              </a:ln>
            </p:spPr>
          </p:cxnSp>
          <p:sp>
            <p:nvSpPr>
              <p:cNvPr id="1540" name="Google Shape;1540;p39"/>
              <p:cNvSpPr/>
              <p:nvPr/>
            </p:nvSpPr>
            <p:spPr>
              <a:xfrm>
                <a:off x="5251079" y="3049843"/>
                <a:ext cx="73800" cy="73800"/>
              </a:xfrm>
              <a:prstGeom prst="ellipse">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gr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Loại trùng và phát hiện thay đổi</a:t>
            </a:r>
          </a:p>
        </p:txBody>
      </p:sp>
      <p:sp>
        <p:nvSpPr>
          <p:cNvPr id="1842" name="Google Shape;1842;p46"/>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Trang trùng nội dung chỉ lưu bản rút gọn trỏ về trang gốc.</a:t>
            </a:r>
          </a:p>
          <a:p>
            <a:pPr indent="0" lvl="0" marL="0" rtl="0" algn="l">
              <a:spcBef>
                <a:spcPts val="0"/>
              </a:spcBef>
              <a:spcAft>
                <a:spcPts val="0"/>
              </a:spcAft>
              <a:buNone/>
            </a:pPr>
            <a:r>
              <a:rPr lang="vi-VN"/>
              <a:t xml:space="preserve">Trang không đổi chỉ ghi thời điểm kiểm tra.</a:t>
            </a:r>
          </a:p>
          <a:p>
            <a:pPr indent="0" lvl="0" marL="0" rtl="0" algn="l">
              <a:spcBef>
                <a:spcPts val="0"/>
              </a:spcBef>
              <a:spcAft>
                <a:spcPts val="0"/>
              </a:spcAft>
              <a:buNone/>
            </a:pPr>
            <a:r>
              <a:rPr lang="vi-VN"/>
              <a:t xml:space="preserve">Liên kết mới qua sáu bước lọc trước khi đưa vào hàng đợi.</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63" name="merger.png" descr="merger.png"/>
          <p:cNvPicPr>
            <a:picLocks noChangeAspect="1"/>
          </p:cNvPicPr>
          <p:nvPr/>
        </p:nvPicPr>
        <p:blipFill>
          <a:blip r:embed="rId4"/>
          <a:stretch>
            <a:fillRect/>
          </a:stretch>
        </p:blipFill>
        <p:spPr>
          <a:xfrm>
            <a:off x="4550028" y="228600"/>
            <a:ext cx="3792983" cy="4663440"/>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0" name="Shape 1840"/>
        <p:cNvGrpSpPr/>
        <p:nvPr/>
      </p:nvGrpSpPr>
      <p:grpSpPr>
        <a:xfrm>
          <a:off x="0" y="0"/>
          <a:ext cx="0" cy="0"/>
          <a:chOff x="0" y="0"/>
          <a:chExt cx="0" cy="0"/>
        </a:xfrm>
      </p:grpSpPr>
      <p:sp>
        <p:nvSpPr>
          <p:cNvPr id="1841" name="Google Shape;1841;p46"/>
          <p:cNvSpPr txBox="1"/>
          <p:nvPr>
            <p:ph type="title"/>
          </p:nvPr>
        </p:nvSpPr>
        <p:spPr>
          <a:xfrm>
            <a:off x="720000" y="479750"/>
            <a:ext cx="3145200" cy="1843500"/>
          </a:xfrm>
          <a:prstGeom prst="rect">
            <a:avLst/>
          </a:prstGeom>
        </p:spPr>
        <p:txBody>
          <a:bodyPr anchorCtr="0" anchor="b" bIns="91425" lIns="91425" spcFirstLastPara="1" rIns="91425" wrap="square" tIns="91425">
            <a:noAutofit/>
          </a:bodyPr>
          <a:lstStyle/>
          <a:p>
            <a:pPr indent="0" lvl="0" marL="0" rtl="0" algn="l">
              <a:spcBef>
                <a:spcPts val="0"/>
              </a:spcBef>
              <a:spcAft>
                <a:spcPts val="0"/>
              </a:spcAft>
              <a:buNone/>
            </a:pPr>
            <a:r>
              <a:rPr lang="vi-VN"/>
              <a:t xml:space="preserve">Lưu trữ vào MongoDB</a:t>
            </a:r>
          </a:p>
        </p:txBody>
      </p:sp>
      <p:sp>
        <p:nvSpPr>
          <p:cNvPr id="1842" name="Google Shape;1842;p46"/>
          <p:cNvSpPr txBox="1"/>
          <p:nvPr>
            <p:ph idx="1" type="subTitle"/>
          </p:nvPr>
        </p:nvSpPr>
        <p:spPr>
          <a:xfrm>
            <a:off x="720000" y="2359400"/>
            <a:ext cx="3145200" cy="2249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vi-VN"/>
              <a:t xml:space="preserve">Lưu trang web, tài liệu và đồ thị liên kết.</a:t>
            </a:r>
          </a:p>
          <a:p>
            <a:pPr indent="0" lvl="0" marL="0" rtl="0" algn="l">
              <a:spcBef>
                <a:spcPts val="0"/>
              </a:spcBef>
              <a:spcAft>
                <a:spcPts val="0"/>
              </a:spcAft>
              <a:buNone/>
            </a:pPr>
            <a:r>
              <a:rPr lang="vi-VN"/>
              <a:t xml:space="preserve">Văn bản giới thiệu của một trang gom từ các câu trang khác dùng để dẫn tới nó.</a:t>
            </a:r>
          </a:p>
          <a:p>
            <a:pPr indent="0" lvl="0" marL="0" rtl="0" algn="l">
              <a:spcBef>
                <a:spcPts val="0"/>
              </a:spcBef>
              <a:spcAft>
                <a:spcPts val="0"/>
              </a:spcAft>
              <a:buNone/>
            </a:pPr>
            <a:r>
              <a:rPr lang="vi-VN"/>
              <a:t xml:space="preserve">Ảnh được tải sau khi thu thập xong.</a:t>
            </a:r>
          </a:p>
        </p:txBody>
      </p:sp>
      <p:grpSp>
        <p:nvGrpSpPr>
          <p:cNvPr id="1843" name="Google Shape;1843;p46"/>
          <p:cNvGrpSpPr/>
          <p:nvPr/>
        </p:nvGrpSpPr>
        <p:grpSpPr>
          <a:xfrm>
            <a:off x="-74792" y="1766169"/>
            <a:ext cx="480890" cy="481200"/>
            <a:chOff x="959750" y="3039275"/>
            <a:chExt cx="582050" cy="582425"/>
          </a:xfrm>
        </p:grpSpPr>
        <p:sp>
          <p:nvSpPr>
            <p:cNvPr id="1844" name="Google Shape;1844;p46"/>
            <p:cNvSpPr/>
            <p:nvPr/>
          </p:nvSpPr>
          <p:spPr>
            <a:xfrm>
              <a:off x="959750" y="3498275"/>
              <a:ext cx="123450" cy="123425"/>
            </a:xfrm>
            <a:custGeom>
              <a:rect b="b" l="l" r="r" t="t"/>
              <a:pathLst>
                <a:path extrusionOk="0" h="4937" w="4938">
                  <a:moveTo>
                    <a:pt x="1403" y="0"/>
                  </a:moveTo>
                  <a:lnTo>
                    <a:pt x="1" y="1402"/>
                  </a:lnTo>
                  <a:lnTo>
                    <a:pt x="3536" y="4937"/>
                  </a:lnTo>
                  <a:lnTo>
                    <a:pt x="4937" y="3535"/>
                  </a:lnTo>
                  <a:lnTo>
                    <a:pt x="1403"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5" name="Google Shape;1845;p46"/>
            <p:cNvSpPr/>
            <p:nvPr/>
          </p:nvSpPr>
          <p:spPr>
            <a:xfrm>
              <a:off x="1035950" y="3421700"/>
              <a:ext cx="123425" cy="123825"/>
            </a:xfrm>
            <a:custGeom>
              <a:rect b="b" l="l" r="r" t="t"/>
              <a:pathLst>
                <a:path extrusionOk="0" h="4953" w="4937">
                  <a:moveTo>
                    <a:pt x="1402" y="1"/>
                  </a:moveTo>
                  <a:lnTo>
                    <a:pt x="0" y="1403"/>
                  </a:lnTo>
                  <a:lnTo>
                    <a:pt x="3535" y="4952"/>
                  </a:lnTo>
                  <a:lnTo>
                    <a:pt x="4937" y="3551"/>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6" name="Google Shape;1846;p46"/>
            <p:cNvSpPr/>
            <p:nvPr/>
          </p:nvSpPr>
          <p:spPr>
            <a:xfrm>
              <a:off x="1112500" y="3345525"/>
              <a:ext cx="123825" cy="123450"/>
            </a:xfrm>
            <a:custGeom>
              <a:rect b="b" l="l" r="r" t="t"/>
              <a:pathLst>
                <a:path extrusionOk="0" h="4938" w="4953">
                  <a:moveTo>
                    <a:pt x="1402" y="1"/>
                  </a:moveTo>
                  <a:lnTo>
                    <a:pt x="1" y="1402"/>
                  </a:lnTo>
                  <a:lnTo>
                    <a:pt x="3551" y="4937"/>
                  </a:lnTo>
                  <a:lnTo>
                    <a:pt x="4952"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7" name="Google Shape;1847;p46"/>
            <p:cNvSpPr/>
            <p:nvPr/>
          </p:nvSpPr>
          <p:spPr>
            <a:xfrm>
              <a:off x="1188675" y="3268975"/>
              <a:ext cx="123825" cy="123425"/>
            </a:xfrm>
            <a:custGeom>
              <a:rect b="b" l="l" r="r" t="t"/>
              <a:pathLst>
                <a:path extrusionOk="0" h="4937" w="4953">
                  <a:moveTo>
                    <a:pt x="1402" y="0"/>
                  </a:moveTo>
                  <a:lnTo>
                    <a:pt x="1" y="1402"/>
                  </a:lnTo>
                  <a:lnTo>
                    <a:pt x="3551" y="4937"/>
                  </a:lnTo>
                  <a:lnTo>
                    <a:pt x="4952" y="3550"/>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8" name="Google Shape;1848;p46"/>
            <p:cNvSpPr/>
            <p:nvPr/>
          </p:nvSpPr>
          <p:spPr>
            <a:xfrm>
              <a:off x="1265625" y="3192800"/>
              <a:ext cx="123425" cy="123425"/>
            </a:xfrm>
            <a:custGeom>
              <a:rect b="b" l="l" r="r" t="t"/>
              <a:pathLst>
                <a:path extrusionOk="0" h="4937" w="4937">
                  <a:moveTo>
                    <a:pt x="1402" y="0"/>
                  </a:moveTo>
                  <a:lnTo>
                    <a:pt x="0" y="1386"/>
                  </a:lnTo>
                  <a:lnTo>
                    <a:pt x="3535" y="4936"/>
                  </a:lnTo>
                  <a:lnTo>
                    <a:pt x="4937" y="3535"/>
                  </a:lnTo>
                  <a:lnTo>
                    <a:pt x="1402" y="0"/>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9" name="Google Shape;1849;p46"/>
            <p:cNvSpPr/>
            <p:nvPr/>
          </p:nvSpPr>
          <p:spPr>
            <a:xfrm>
              <a:off x="1341800" y="3116225"/>
              <a:ext cx="123450" cy="123450"/>
            </a:xfrm>
            <a:custGeom>
              <a:rect b="b" l="l" r="r" t="t"/>
              <a:pathLst>
                <a:path extrusionOk="0" h="4938" w="4938">
                  <a:moveTo>
                    <a:pt x="1402" y="1"/>
                  </a:moveTo>
                  <a:lnTo>
                    <a:pt x="1" y="1402"/>
                  </a:lnTo>
                  <a:lnTo>
                    <a:pt x="3535" y="4937"/>
                  </a:lnTo>
                  <a:lnTo>
                    <a:pt x="4937" y="3535"/>
                  </a:lnTo>
                  <a:lnTo>
                    <a:pt x="1402"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0" name="Google Shape;1850;p46"/>
            <p:cNvSpPr/>
            <p:nvPr/>
          </p:nvSpPr>
          <p:spPr>
            <a:xfrm>
              <a:off x="1418375" y="3039275"/>
              <a:ext cx="123425" cy="123825"/>
            </a:xfrm>
            <a:custGeom>
              <a:rect b="b" l="l" r="r" t="t"/>
              <a:pathLst>
                <a:path extrusionOk="0" h="4953" w="4937">
                  <a:moveTo>
                    <a:pt x="1387" y="1"/>
                  </a:moveTo>
                  <a:lnTo>
                    <a:pt x="0" y="1403"/>
                  </a:lnTo>
                  <a:lnTo>
                    <a:pt x="3535" y="4953"/>
                  </a:lnTo>
                  <a:lnTo>
                    <a:pt x="4936" y="3551"/>
                  </a:lnTo>
                  <a:lnTo>
                    <a:pt x="1387" y="1"/>
                  </a:lnTo>
                  <a:close/>
                </a:path>
              </a:pathLst>
            </a:custGeom>
            <a:gradFill>
              <a:gsLst>
                <a:gs pos="0">
                  <a:srgbClr val="9900FF">
                    <a:alpha val="46667"/>
                    <a:alpha val="37270"/>
                  </a:srgbClr>
                </a:gs>
                <a:gs pos="100000">
                  <a:srgbClr val="FFFFFF">
                    <a:alpha val="0"/>
                    <a:alpha val="37270"/>
                  </a:srgbClr>
                </a:gs>
              </a:gsLst>
              <a:lin ang="108014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pic>
        <p:nvPicPr>
          <p:cNvPr id="9064" name="storage.png" descr="storage.png"/>
          <p:cNvPicPr>
            <a:picLocks noChangeAspect="1"/>
          </p:cNvPicPr>
          <p:nvPr/>
        </p:nvPicPr>
        <p:blipFill>
          <a:blip r:embed="rId4"/>
          <a:stretch>
            <a:fillRect/>
          </a:stretch>
        </p:blipFill>
        <p:spPr>
          <a:xfrm>
            <a:off x="4497083" y="228600"/>
            <a:ext cx="3898872" cy="4663440"/>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lidesgo Final Pages">
  <a:themeElements>
    <a:clrScheme name="Simple Light">
      <a:dk1>
        <a:srgbClr val="0E2A47"/>
      </a:dk1>
      <a:lt1>
        <a:srgbClr val="FFFFFF"/>
      </a:lt1>
      <a:dk2>
        <a:srgbClr val="869FB2"/>
      </a:dk2>
      <a:lt2>
        <a:srgbClr val="FFFFFF"/>
      </a:lt2>
      <a:accent1>
        <a:srgbClr val="FFFFFF"/>
      </a:accent1>
      <a:accent2>
        <a:srgbClr val="FFFFFF"/>
      </a:accent2>
      <a:accent3>
        <a:srgbClr val="FFFFFF"/>
      </a:accent3>
      <a:accent4>
        <a:srgbClr val="FFFFFF"/>
      </a:accent4>
      <a:accent5>
        <a:srgbClr val="FFFFFF"/>
      </a:accent5>
      <a:accent6>
        <a:srgbClr val="FFFFFF"/>
      </a:accent6>
      <a:hlink>
        <a:srgbClr val="869FB2"/>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Introduction to Coding Workshop by Slidesgo">
  <a:themeElements>
    <a:clrScheme name="Simple Light">
      <a:dk1>
        <a:srgbClr val="1D1D1D"/>
      </a:dk1>
      <a:lt1>
        <a:srgbClr val="F5F8FF"/>
      </a:lt1>
      <a:dk2>
        <a:srgbClr val="0C0A9E"/>
      </a:dk2>
      <a:lt2>
        <a:srgbClr val="EB9109"/>
      </a:lt2>
      <a:accent1>
        <a:srgbClr val="8208D5"/>
      </a:accent1>
      <a:accent2>
        <a:srgbClr val="BFBEF7"/>
      </a:accent2>
      <a:accent3>
        <a:srgbClr val="FFFFFF"/>
      </a:accent3>
      <a:accent4>
        <a:srgbClr val="FFFFFF"/>
      </a:accent4>
      <a:accent5>
        <a:srgbClr val="FFFFFF"/>
      </a:accent5>
      <a:accent6>
        <a:srgbClr val="FFFFFF"/>
      </a:accent6>
      <a:hlink>
        <a:srgbClr val="1D1D1D"/>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