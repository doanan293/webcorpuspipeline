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24.xml" ContentType="application/vnd.openxmlformats-officedocument.presentationml.slide+xml"/>
  <Override PartName="/ppt/slides/slide25.xml" ContentType="application/vnd.openxmlformats-officedocument.presentationml.slide+xml"/>
  <Override PartName="/ppt/notesSlides/notesSlide10.xml" ContentType="application/vnd.openxmlformats-officedocument.presentationml.notesSlide+xml"/>
  <Override PartName="/ppt/slides/slide26.xml" ContentType="application/vnd.openxmlformats-officedocument.presentationml.slide+xml"/>
  <Override PartName="/ppt/slides/slide28.xml" ContentType="application/vnd.openxmlformats-officedocument.presentationml.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79" r:id="rId3"/>
  </p:sldMasterIdLst>
  <p:notesMasterIdLst>
    <p:notesMasterId r:id="rId5"/>
  </p:notesMasterIdLst>
  <p:sldIdLst>
    <p:sldId id="256" r:id="rId4"/>
    <p:sldId id="258" r:id="rId6"/>
    <p:sldId id="259" r:id="rId7"/>
    <p:sldId id="264" r:id="rId8"/>
    <p:sldId id="307" r:id="rId10"/>
    <p:sldId id="260" r:id="rId11"/>
    <p:sldId id="310" r:id="rId12"/>
    <p:sldId id="311" r:id="rId13"/>
    <p:sldId id="322" r:id="rId34"/>
    <p:sldId id="312" r:id="rId14"/>
    <p:sldId id="267" r:id="rId15"/>
    <p:sldId id="323" r:id="rId35"/>
    <p:sldId id="318" r:id="rId16"/>
    <p:sldId id="325" r:id="rId37"/>
    <p:sldId id="319" r:id="rId17"/>
    <p:sldId id="313" r:id="rId18"/>
    <p:sldId id="308" r:id="rId19"/>
    <p:sldId id="320" r:id="rId20"/>
    <p:sldId id="314" r:id="rId21"/>
    <p:sldId id="315" r:id="rId22"/>
    <p:sldId id="316" r:id="rId23"/>
    <p:sldId id="321" r:id="rId33"/>
    <p:sldId id="309" r:id="rId24"/>
    <p:sldId id="269" r:id="rId25"/>
    <p:sldId id="317" r:id="rId26"/>
    <p:sldId id="285" r:id="rId27"/>
  </p:sldIdLst>
  <p:sldSz cx="9144000" cy="5143500"/>
  <p:notesSz cx="6858000" cy="9144000"/>
  <p:embeddedFontLst>
    <p:embeddedFont>
      <p:font typeface="IBM Plex Mono" panose="020B0509050203000203"/>
      <p:regular r:id="rId31"/>
    </p:embeddedFont>
    <p:embeddedFont>
      <p:font typeface="Source Code Pro" panose="020B0309030403020204"/>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  <Relationship Id="rId33" Type="http://schemas.openxmlformats.org/officeDocument/2006/relationships/slide" Target="slides/slide24.xml"/>
  <Relationship Id="rId34" Type="http://schemas.openxmlformats.org/officeDocument/2006/relationships/slide" Target="slides/slide25.xml"/>
  <Relationship Id="rId35" Type="http://schemas.openxmlformats.org/officeDocument/2006/relationships/slide" Target="slides/slide26.xml"/>
  
  <Relationship Id="rId37" Type="http://schemas.openxmlformats.org/officeDocument/2006/relationships/slide" Target="slides/slide2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6" name="Shape 1426"/>
        <p:cNvGrpSpPr/>
        <p:nvPr/>
      </p:nvGrpSpPr>
      <p:grpSpPr>
        <a:xfrm>
          <a:off x="0" y="0"/>
          <a:ext cx="0" cy="0"/>
          <a:chOff x="0" y="0"/>
          <a:chExt cx="0" cy="0"/>
        </a:xfrm>
      </p:grpSpPr>
      <p:sp>
        <p:nvSpPr>
          <p:cNvPr id="1427" name="Google Shape;1427;gd1bf8d60a4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d1bf8d60a4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Chào thầy và các bạn. Nhóm BAT trình bày hệ thống thu thập, bóc tách dữ liệu từ các website của trường và tìm kiếm trên kho dữ liệu đó.</a:t>
            </a:r>
            <a:endParaRPr lang="vi-V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2" name="Shape 1462"/>
        <p:cNvGrpSpPr/>
        <p:nvPr/>
      </p:nvGrpSpPr>
      <p:grpSpPr>
        <a:xfrm>
          <a:off x="0" y="0"/>
          <a:ext cx="0" cy="0"/>
          <a:chOff x="0" y="0"/>
          <a:chExt cx="0" cy="0"/>
        </a:xfrm>
      </p:grpSpPr>
      <p:sp>
        <p:nvSpPr>
          <p:cNvPr id="1463" name="Google Shape;1463;g24e5c2c9e45_0_1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24e5c2c9e45_0_1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9" name="Shape 1479"/>
        <p:cNvGrpSpPr/>
        <p:nvPr/>
      </p:nvGrpSpPr>
      <p:grpSpPr>
        <a:xfrm>
          <a:off x="0" y="0"/>
          <a:ext cx="0" cy="0"/>
          <a:chOff x="0" y="0"/>
          <a:chExt cx="0" cy="0"/>
        </a:xfrm>
      </p:grpSpPr>
      <p:sp>
        <p:nvSpPr>
          <p:cNvPr id="1480" name="Google Shape;1480;g24e6b4d5c31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 name="Google Shape;1481;g24e6b4d5c31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8" name="Shape 1728"/>
        <p:cNvGrpSpPr/>
        <p:nvPr/>
      </p:nvGrpSpPr>
      <p:grpSpPr>
        <a:xfrm>
          <a:off x="0" y="0"/>
          <a:ext cx="0" cy="0"/>
          <a:chOff x="0" y="0"/>
          <a:chExt cx="0" cy="0"/>
        </a:xfrm>
      </p:grpSpPr>
      <p:sp>
        <p:nvSpPr>
          <p:cNvPr id="1729" name="Google Shape;1729;g24ed99bf1a4_0_48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0" name="Google Shape;1730;g24ed99bf1a4_0_48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Dữ liệu được chia thành bốn loại; mỗi loại lưu vào một collection MongoDB: html, other, picture, graph.</a:t>
            </a:r>
            <a:endParaRPr lang="vi-V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6" name="Shape 1526"/>
        <p:cNvGrpSpPr/>
        <p:nvPr/>
      </p:nvGrpSpPr>
      <p:grpSpPr>
        <a:xfrm>
          <a:off x="0" y="0"/>
          <a:ext cx="0" cy="0"/>
          <a:chOff x="0" y="0"/>
          <a:chExt cx="0" cy="0"/>
        </a:xfrm>
      </p:grpSpPr>
      <p:sp>
        <p:nvSpPr>
          <p:cNvPr id="1527" name="Google Shape;1527;g24ed99bf1a4_0_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Hệ thống viết bằng Python, mỗi dịch vụ chạy trong một container Docker. Downloader dùng Playwright mở trang cần JavaScript; Reader đọc PDF, Office và gửi PDF ảnh quét sang LlamaParse; dữ liệu lưu trong MongoDB.</a:t>
            </a:r>
            <a:endParaRPr lang="vi-V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37" name="Shape 1837"/>
        <p:cNvGrpSpPr/>
        <p:nvPr/>
      </p:nvGrpSpPr>
      <p:grpSpPr>
        <a:xfrm>
          <a:off x="0" y="0"/>
          <a:ext cx="0" cy="0"/>
          <a:chOff x="0" y="0"/>
          <a:chExt cx="0" cy="0"/>
        </a:xfrm>
      </p:grpSpPr>
      <p:sp>
        <p:nvSpPr>
          <p:cNvPr id="1838" name="Google Shape;1838;g24ed99bf1a4_0_97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9" name="Google Shape;1839;g24ed99bf1a4_0_97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Văn bản mô tả liên kết lấy nguyên câu chứa liên kết.</a:t>
            </a:r>
            <a:endParaRPr lang="vi-V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2" name="Shape 1912"/>
        <p:cNvGrpSpPr/>
        <p:nvPr/>
      </p:nvGrpSpPr>
      <p:grpSpPr>
        <a:xfrm>
          <a:off x="0" y="0"/>
          <a:ext cx="0" cy="0"/>
          <a:chOff x="0" y="0"/>
          <a:chExt cx="0" cy="0"/>
        </a:xfrm>
      </p:grpSpPr>
      <p:sp>
        <p:nvSpPr>
          <p:cNvPr id="1913" name="Google Shape;1913;g24ed99bf1a4_0_139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4" name="Google Shape;1914;g24ed99bf1a4_0_13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Tiêu đề có ở 99,1% trang, văn bản giới thiệu 87,6%.</a:t>
            </a:r>
            <a:endParaRPr lang="vi-V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7" name="Shape 2407"/>
        <p:cNvGrpSpPr/>
        <p:nvPr/>
      </p:nvGrpSpPr>
      <p:grpSpPr>
        <a:xfrm>
          <a:off x="0" y="0"/>
          <a:ext cx="0" cy="0"/>
          <a:chOff x="0" y="0"/>
          <a:chExt cx="0" cy="0"/>
        </a:xfrm>
      </p:grpSpPr>
      <p:sp>
        <p:nvSpPr>
          <p:cNvPr id="2408" name="Google Shape;2408;g24ef22aa1ac_0_174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9" name="Google Shape;2409;g24ef22aa1ac_0_17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6" name="Shape 1526"/>
        <p:cNvGrpSpPr/>
        <p:nvPr/>
      </p:nvGrpSpPr>
      <p:grpSpPr>
        <a:xfrm>
          <a:off x="0" y="0"/>
          <a:ext cx="0" cy="0"/>
          <a:chOff x="0" y="0"/>
          <a:chExt cx="0" cy="0"/>
        </a:xfrm>
      </p:grpSpPr>
      <p:sp>
        <p:nvSpPr>
          <p:cNvPr id="1527" name="Google Shape;1527;g24ed99bf1a4_0_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Mediator phân loại mỗi URL theo đường dẫn, không cần tải nội dung, để đặt lịch tải lại. Đuôi tệp được xét trước nên /tin-tuc.pdf là tài liệu. Trang 2 trở đi của danh sách tính là trang thường. Hàng đợi của đợt nộp bài có 892 URL trang chủ và trang mục, 153.822 trang thường, 6.675 tài liệu. Luật theo đường dẫn có thể nhầm, ví dụ download.php?id=1 là trang thường; hậu quả chỉ là lịch tải lại chưa tối ưu, nội dung vẫn được tải và Downloader xác định loại thật khi tải về.</a:t>
            </a:r>
            <a:endParaRPr lang="vi-V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6" name="Shape 1526"/>
        <p:cNvGrpSpPr/>
        <p:nvPr/>
      </p:nvGrpSpPr>
      <p:grpSpPr>
        <a:xfrm>
          <a:off x="0" y="0"/>
          <a:ext cx="0" cy="0"/>
          <a:chOff x="0" y="0"/>
          <a:chExt cx="0" cy="0"/>
        </a:xfrm>
      </p:grpSpPr>
      <p:sp>
        <p:nvSpPr>
          <p:cNvPr id="1527" name="Google Shape;1527;g24ed99bf1a4_0_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HTML lộn xộn nên regex dễ sai; lxml sửa lỗi cú pháp rồi dựng cây thẻ. Ngày đăng và tác giả chỉ lấy từ thẻ khai báo của trang, không đọc từ chữ hiển thị như Đăng ngày 12/10. Ảnh chỉ lấy trong vùng nội dung để bỏ logo, còn liên kết lấy cả trang kể cả menu. Câu chứa liên kết chỉ có khi liên kết nằm trong đoạn văn; liên kết đứng riêng như mục menu dùng chữ của chính nó.</a:t>
            </a:r>
            <a:endParaRPr lang="vi-V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6" name="Shape 1526"/>
        <p:cNvGrpSpPr/>
        <p:nvPr/>
      </p:nvGrpSpPr>
      <p:grpSpPr>
        <a:xfrm>
          <a:off x="0" y="0"/>
          <a:ext cx="0" cy="0"/>
          <a:chOff x="0" y="0"/>
          <a:chExt cx="0" cy="0"/>
        </a:xfrm>
      </p:grpSpPr>
      <p:sp>
        <p:nvSpPr>
          <p:cNvPr id="1527" name="Google Shape;1527;g24ed99bf1a4_0_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8" name="Google Shape;1528;g24ed99bf1a4_0_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vi-VN"/>
              <a:t>Ngõ cụt chặn kiểu website bỏ qua tham số page: mọi trang page=N đều giống nhau và lại trỏ sang trang kế tiếp. Hệ thống không đặt giới hạn độ sâu hay số trang, nên phạm vi thu thập phụ thuộc vào các lớp chặn này; trang page=2 vẫn được đi tiếp nếu nội dung khác trang đầu. Dạng chuẩn của URL: tên host viết thường, bỏ phần sau dấu #, bỏ tham số theo dõi, rút gọn đường dẫn. Mã băm SHA-256 so nguyên văn bản để tìm các URL khác nhau cùng một nội dung. Dấu vân tay bỏ số, tên tháng và dòng lượt xem rồi mới băm, dùng để so một URL với chính nó qua các lần tải; hạn chế là nếu chỉ đổi số hoặc tháng thì trang bị coi là không đổi.</a:t>
            </a:r>
            <a:endParaRPr lang="vi-V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2" name="Google Shape;12;p2"/>
              <p:cNvPicPr preferRelativeResize="0"/>
              <p:nvPr/>
            </p:nvPicPr>
            <p:blipFill rotWithShape="1">
              <a:blip r:embed="rId2"/>
              <a:srcRect t="17657" b="17664"/>
              <a:stretch>
                <a:fillRect/>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srcRect l="16960" t="24719" r="7121" b="26177"/>
            <a:stretch>
              <a:fillRect/>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54" name="Google Shape;54;p2"/>
          <p:cNvSpPr txBox="1"/>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2"/>
          <p:cNvSpPr txBox="1"/>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95" name="Shape 95"/>
        <p:cNvGrpSpPr/>
        <p:nvPr/>
      </p:nvGrpSpPr>
      <p:grpSpPr>
        <a:xfrm>
          <a:off x="0" y="0"/>
          <a:ext cx="0" cy="0"/>
          <a:chOff x="0" y="0"/>
          <a:chExt cx="0" cy="0"/>
        </a:xfrm>
      </p:grpSpPr>
      <p:sp>
        <p:nvSpPr>
          <p:cNvPr id="96" name="Google Shape;96;p3"/>
          <p:cNvSpPr txBox="1"/>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3"/>
          <p:cNvSpPr txBox="1"/>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Be Vietnam Pro"/>
                <a:ea typeface="Be Vietnam Pro"/>
                <a:cs typeface="Be Vietnam Pro"/>
                <a:sym typeface="Be Vietnam Pro"/>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40" name="Shape 140"/>
        <p:cNvGrpSpPr/>
        <p:nvPr/>
      </p:nvGrpSpPr>
      <p:grpSpPr>
        <a:xfrm>
          <a:off x="0" y="0"/>
          <a:ext cx="0" cy="0"/>
          <a:chOff x="0" y="0"/>
          <a:chExt cx="0" cy="0"/>
        </a:xfrm>
      </p:grpSpPr>
      <p:sp>
        <p:nvSpPr>
          <p:cNvPr id="141" name="Google Shape;141;p4"/>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 name="Google Shape;142;p4"/>
          <p:cNvSpPr txBox="1"/>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srcRect l="16960" t="24719" r="7121" b="26177"/>
            <a:stretch>
              <a:fillRect/>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53;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74" name="Shape 174"/>
        <p:cNvGrpSpPr/>
        <p:nvPr/>
      </p:nvGrpSpPr>
      <p:grpSpPr>
        <a:xfrm>
          <a:off x="0" y="0"/>
          <a:ext cx="0" cy="0"/>
          <a:chOff x="0" y="0"/>
          <a:chExt cx="0" cy="0"/>
        </a:xfrm>
      </p:grpSpPr>
      <p:sp>
        <p:nvSpPr>
          <p:cNvPr id="175" name="Google Shape;175;p5"/>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5"/>
          <p:cNvSpPr txBox="1"/>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177" name="Google Shape;177;p5"/>
          <p:cNvSpPr txBox="1"/>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178" name="Google Shape;178;p5"/>
          <p:cNvSpPr txBox="1"/>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79" name="Google Shape;179;p5"/>
          <p:cNvSpPr txBox="1"/>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srcRect l="16960" t="24719" r="7121" b="26177"/>
            <a:stretch>
              <a:fillRect/>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54" name="Google Shape;254;p6"/>
            <p:cNvPicPr preferRelativeResize="0"/>
            <p:nvPr/>
          </p:nvPicPr>
          <p:blipFill rotWithShape="1">
            <a:blip r:embed="rId2"/>
            <a:srcRect t="17657" b="17664"/>
            <a:stretch>
              <a:fillRect/>
            </a:stretch>
          </p:blipFill>
          <p:spPr>
            <a:xfrm>
              <a:off x="7103825" y="-713112"/>
              <a:ext cx="3785226" cy="2888974"/>
            </a:xfrm>
            <a:prstGeom prst="rect">
              <a:avLst/>
            </a:prstGeom>
            <a:noFill/>
            <a:ln>
              <a:noFill/>
            </a:ln>
          </p:spPr>
        </p:pic>
      </p:grpSp>
      <p:sp>
        <p:nvSpPr>
          <p:cNvPr id="255" name="Google Shape;255;p6"/>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69" name="Google Shape;269;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2" name="Google Shape;272;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3" name="Google Shape;273;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4" name="Google Shape;274;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 name="Google Shape;28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 name="Google Shape;28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84" name="Google Shape;28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 name="Google Shape;29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 name="Google Shape;29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294" name="Google Shape;29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 name="Google Shape;305;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308" name="Google Shape;308;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 name="Google Shape;32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323" name="Google Shape;32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333" name="Google Shape;33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336" name="Google Shape;336;p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37" name="Google Shape;337;p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38" name="Shape 338"/>
        <p:cNvGrpSpPr/>
        <p:nvPr/>
      </p:nvGrpSpPr>
      <p:grpSpPr>
        <a:xfrm>
          <a:off x="0" y="0"/>
          <a:ext cx="0" cy="0"/>
          <a:chOff x="0" y="0"/>
          <a:chExt cx="0" cy="0"/>
        </a:xfrm>
      </p:grpSpPr>
      <p:sp>
        <p:nvSpPr>
          <p:cNvPr id="339" name="Google Shape;339;p7"/>
          <p:cNvSpPr txBox="1"/>
          <p:nvPr>
            <p:ph type="subTitle" idx="1"/>
          </p:nvPr>
        </p:nvSpPr>
        <p:spPr>
          <a:xfrm>
            <a:off x="713225" y="1160775"/>
            <a:ext cx="7710900" cy="3455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p:txBody>
      </p:sp>
      <p:sp>
        <p:nvSpPr>
          <p:cNvPr id="340" name="Google Shape;340;p7"/>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7"/>
            <p:cNvSpPr/>
            <p:nvPr/>
          </p:nvSpPr>
          <p:spPr>
            <a:xfrm rot="-2700000">
              <a:off x="6782013" y="-26000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349" name="Google Shape;349;p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50" name="Google Shape;350;p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srcRect l="16960" t="24719" r="7121" b="26177"/>
            <a:stretch>
              <a:fillRect/>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 name="Google Shape;354;p7"/>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7"/>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7"/>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7"/>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 name="Google Shape;36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64" name="Shape 364"/>
        <p:cNvGrpSpPr/>
        <p:nvPr/>
      </p:nvGrpSpPr>
      <p:grpSpPr>
        <a:xfrm>
          <a:off x="0" y="0"/>
          <a:ext cx="0" cy="0"/>
          <a:chOff x="0" y="0"/>
          <a:chExt cx="0" cy="0"/>
        </a:xfrm>
      </p:grpSpPr>
      <p:sp>
        <p:nvSpPr>
          <p:cNvPr id="365" name="Google Shape;365;p8"/>
          <p:cNvSpPr txBox="1"/>
          <p:nvPr>
            <p:ph type="title"/>
          </p:nvPr>
        </p:nvSpPr>
        <p:spPr>
          <a:xfrm>
            <a:off x="713225" y="2122600"/>
            <a:ext cx="7297500" cy="9102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66" name="Google Shape;366;p8"/>
          <p:cNvGrpSpPr/>
          <p:nvPr/>
        </p:nvGrpSpPr>
        <p:grpSpPr>
          <a:xfrm>
            <a:off x="6475811" y="-1541623"/>
            <a:ext cx="2583360" cy="2409685"/>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 name="Google Shape;369;p8"/>
              <p:cNvSpPr/>
              <p:nvPr/>
            </p:nvSpPr>
            <p:spPr>
              <a:xfrm rot="5400000">
                <a:off x="391825" y="3465468"/>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70" name="Google Shape;370;p8"/>
            <p:cNvSpPr/>
            <p:nvPr/>
          </p:nvSpPr>
          <p:spPr>
            <a:xfrm rot="5400000">
              <a:off x="7783092" y="-77047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1" name="Google Shape;371;p8"/>
            <p:cNvSpPr/>
            <p:nvPr/>
          </p:nvSpPr>
          <p:spPr>
            <a:xfrm rot="5400000">
              <a:off x="7617537" y="-361157"/>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 name="Google Shape;374;p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p9"/>
          <p:cNvSpPr txBox="1"/>
          <p:nvPr>
            <p:ph type="title"/>
          </p:nvPr>
        </p:nvSpPr>
        <p:spPr>
          <a:xfrm>
            <a:off x="720000" y="479750"/>
            <a:ext cx="3145200" cy="18435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7" name="Google Shape;377;p9"/>
          <p:cNvSpPr txBox="1"/>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p:txBody>
      </p:sp>
      <p:sp>
        <p:nvSpPr>
          <p:cNvPr id="378" name="Google Shape;378;p9"/>
          <p:cNvSpPr/>
          <p:nvPr>
            <p:ph type="pic" idx="2"/>
          </p:nvPr>
        </p:nvSpPr>
        <p:spPr>
          <a:xfrm>
            <a:off x="4135800" y="539500"/>
            <a:ext cx="4295100" cy="4069200"/>
          </a:xfrm>
          <a:prstGeom prst="snip1Rect">
            <a:avLst>
              <a:gd name="adj" fmla="val 16667"/>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srcRect l="16960" t="24719" r="7121" b="26177"/>
            <a:stretch>
              <a:fillRect/>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 name="Google Shape;388;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409" name="Google Shape;409;p9"/>
            <p:cNvPicPr preferRelativeResize="0"/>
            <p:nvPr/>
          </p:nvPicPr>
          <p:blipFill rotWithShape="1">
            <a:blip r:embed="rId2"/>
            <a:srcRect l="16960" t="24719" r="7121" b="26177"/>
            <a:stretch>
              <a:fillRect/>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24" name="Shape 424"/>
        <p:cNvGrpSpPr/>
        <p:nvPr/>
      </p:nvGrpSpPr>
      <p:grpSpPr>
        <a:xfrm>
          <a:off x="0" y="0"/>
          <a:ext cx="0" cy="0"/>
          <a:chOff x="0" y="0"/>
          <a:chExt cx="0" cy="0"/>
        </a:xfrm>
      </p:grpSpPr>
      <p:sp>
        <p:nvSpPr>
          <p:cNvPr id="425" name="Google Shape;425;p10"/>
          <p:cNvSpPr/>
          <p:nvPr>
            <p:ph type="pic" idx="2"/>
          </p:nvPr>
        </p:nvSpPr>
        <p:spPr>
          <a:xfrm>
            <a:off x="0" y="0"/>
            <a:ext cx="9144000" cy="5143500"/>
          </a:xfrm>
          <a:prstGeom prst="rect">
            <a:avLst/>
          </a:prstGeom>
          <a:noFill/>
          <a:ln>
            <a:noFill/>
          </a:ln>
        </p:spPr>
      </p:sp>
      <p:sp>
        <p:nvSpPr>
          <p:cNvPr id="426" name="Google Shape;426;p10"/>
          <p:cNvSpPr txBox="1"/>
          <p:nvPr>
            <p:ph type="title"/>
          </p:nvPr>
        </p:nvSpPr>
        <p:spPr>
          <a:xfrm>
            <a:off x="720000" y="539500"/>
            <a:ext cx="3672000" cy="93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25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27" name="Shape 427"/>
        <p:cNvGrpSpPr/>
        <p:nvPr/>
      </p:nvGrpSpPr>
      <p:grpSpPr>
        <a:xfrm>
          <a:off x="0" y="0"/>
          <a:ext cx="0" cy="0"/>
          <a:chOff x="0" y="0"/>
          <a:chExt cx="0" cy="0"/>
        </a:xfrm>
      </p:grpSpPr>
      <p:sp>
        <p:nvSpPr>
          <p:cNvPr id="428" name="Google Shape;428;p11"/>
          <p:cNvSpPr txBox="1"/>
          <p:nvPr>
            <p:ph type="title" hasCustomPrompt="1"/>
          </p:nvPr>
        </p:nvSpPr>
        <p:spPr>
          <a:xfrm>
            <a:off x="713225" y="1766475"/>
            <a:ext cx="6576000" cy="1036200"/>
          </a:xfrm>
          <a:prstGeom prst="rect">
            <a:avLst/>
          </a:prstGeom>
        </p:spPr>
        <p:txBody>
          <a:bodyPr spcFirstLastPara="1" wrap="square" lIns="91425" tIns="91425" rIns="91425" bIns="91425" anchor="b" anchorCtr="0">
            <a:noAutofit/>
          </a:bodyPr>
          <a:lstStyle>
            <a:lvl1pPr lvl="0">
              <a:spcBef>
                <a:spcPts val="0"/>
              </a:spcBef>
              <a:spcAft>
                <a:spcPts val="0"/>
              </a:spcAft>
              <a:buSzPts val="9600"/>
              <a:buFont typeface="Be Vietnam Pro"/>
              <a:buNone/>
              <a:defRPr sz="6000">
                <a:latin typeface="Be Vietnam Pro"/>
                <a:ea typeface="Be Vietnam Pro"/>
                <a:cs typeface="Be Vietnam Pro"/>
                <a:sym typeface="Be Vietnam Pro"/>
              </a:defRPr>
            </a:lvl1pPr>
            <a:lvl2pPr lvl="1" algn="ctr">
              <a:spcBef>
                <a:spcPts val="0"/>
              </a:spcBef>
              <a:spcAft>
                <a:spcPts val="0"/>
              </a:spcAft>
              <a:buSzPts val="9600"/>
              <a:buFont typeface="Be Vietnam Pro"/>
              <a:buNone/>
              <a:defRPr sz="9600">
                <a:latin typeface="Be Vietnam Pro"/>
                <a:ea typeface="Be Vietnam Pro"/>
                <a:cs typeface="Be Vietnam Pro"/>
                <a:sym typeface="Be Vietnam Pro"/>
              </a:defRPr>
            </a:lvl2pPr>
            <a:lvl3pPr lvl="2" algn="ctr">
              <a:spcBef>
                <a:spcPts val="0"/>
              </a:spcBef>
              <a:spcAft>
                <a:spcPts val="0"/>
              </a:spcAft>
              <a:buSzPts val="9600"/>
              <a:buFont typeface="Be Vietnam Pro"/>
              <a:buNone/>
              <a:defRPr sz="9600">
                <a:latin typeface="Be Vietnam Pro"/>
                <a:ea typeface="Be Vietnam Pro"/>
                <a:cs typeface="Be Vietnam Pro"/>
                <a:sym typeface="Be Vietnam Pro"/>
              </a:defRPr>
            </a:lvl3pPr>
            <a:lvl4pPr lvl="3" algn="ctr">
              <a:spcBef>
                <a:spcPts val="0"/>
              </a:spcBef>
              <a:spcAft>
                <a:spcPts val="0"/>
              </a:spcAft>
              <a:buSzPts val="9600"/>
              <a:buFont typeface="Be Vietnam Pro"/>
              <a:buNone/>
              <a:defRPr sz="9600">
                <a:latin typeface="Be Vietnam Pro"/>
                <a:ea typeface="Be Vietnam Pro"/>
                <a:cs typeface="Be Vietnam Pro"/>
                <a:sym typeface="Be Vietnam Pro"/>
              </a:defRPr>
            </a:lvl4pPr>
            <a:lvl5pPr lvl="4" algn="ctr">
              <a:spcBef>
                <a:spcPts val="0"/>
              </a:spcBef>
              <a:spcAft>
                <a:spcPts val="0"/>
              </a:spcAft>
              <a:buSzPts val="9600"/>
              <a:buFont typeface="Be Vietnam Pro"/>
              <a:buNone/>
              <a:defRPr sz="9600">
                <a:latin typeface="Be Vietnam Pro"/>
                <a:ea typeface="Be Vietnam Pro"/>
                <a:cs typeface="Be Vietnam Pro"/>
                <a:sym typeface="Be Vietnam Pro"/>
              </a:defRPr>
            </a:lvl5pPr>
            <a:lvl6pPr lvl="5" algn="ctr">
              <a:spcBef>
                <a:spcPts val="0"/>
              </a:spcBef>
              <a:spcAft>
                <a:spcPts val="0"/>
              </a:spcAft>
              <a:buSzPts val="9600"/>
              <a:buFont typeface="Be Vietnam Pro"/>
              <a:buNone/>
              <a:defRPr sz="9600">
                <a:latin typeface="Be Vietnam Pro"/>
                <a:ea typeface="Be Vietnam Pro"/>
                <a:cs typeface="Be Vietnam Pro"/>
                <a:sym typeface="Be Vietnam Pro"/>
              </a:defRPr>
            </a:lvl6pPr>
            <a:lvl7pPr lvl="6" algn="ctr">
              <a:spcBef>
                <a:spcPts val="0"/>
              </a:spcBef>
              <a:spcAft>
                <a:spcPts val="0"/>
              </a:spcAft>
              <a:buSzPts val="9600"/>
              <a:buFont typeface="Be Vietnam Pro"/>
              <a:buNone/>
              <a:defRPr sz="9600">
                <a:latin typeface="Be Vietnam Pro"/>
                <a:ea typeface="Be Vietnam Pro"/>
                <a:cs typeface="Be Vietnam Pro"/>
                <a:sym typeface="Be Vietnam Pro"/>
              </a:defRPr>
            </a:lvl7pPr>
            <a:lvl8pPr lvl="7" algn="ctr">
              <a:spcBef>
                <a:spcPts val="0"/>
              </a:spcBef>
              <a:spcAft>
                <a:spcPts val="0"/>
              </a:spcAft>
              <a:buSzPts val="9600"/>
              <a:buFont typeface="Be Vietnam Pro"/>
              <a:buNone/>
              <a:defRPr sz="9600">
                <a:latin typeface="Be Vietnam Pro"/>
                <a:ea typeface="Be Vietnam Pro"/>
                <a:cs typeface="Be Vietnam Pro"/>
                <a:sym typeface="Be Vietnam Pro"/>
              </a:defRPr>
            </a:lvl8pPr>
            <a:lvl9pPr lvl="8" algn="ctr">
              <a:spcBef>
                <a:spcPts val="0"/>
              </a:spcBef>
              <a:spcAft>
                <a:spcPts val="0"/>
              </a:spcAft>
              <a:buSzPts val="9600"/>
              <a:buFont typeface="Be Vietnam Pro"/>
              <a:buNone/>
              <a:defRPr sz="9600">
                <a:latin typeface="Be Vietnam Pro"/>
                <a:ea typeface="Be Vietnam Pro"/>
                <a:cs typeface="Be Vietnam Pro"/>
                <a:sym typeface="Be Vietnam Pro"/>
              </a:defRPr>
            </a:lvl9pPr>
          </a:lstStyle>
          <a:p>
            <a:r>
              <a:t>xx%</a:t>
            </a:r>
          </a:p>
        </p:txBody>
      </p:sp>
      <p:sp>
        <p:nvSpPr>
          <p:cNvPr id="429" name="Google Shape;429;p11"/>
          <p:cNvSpPr txBox="1"/>
          <p:nvPr>
            <p:ph type="subTitle" idx="1"/>
          </p:nvPr>
        </p:nvSpPr>
        <p:spPr>
          <a:xfrm>
            <a:off x="713225" y="3118375"/>
            <a:ext cx="65760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11"/>
              <p:cNvSpPr/>
              <p:nvPr/>
            </p:nvSpPr>
            <p:spPr>
              <a:xfrm rot="-5400000">
                <a:off x="891329" y="3148090"/>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 name="Google Shape;438;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4" name="Google Shape;444;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 name="Google Shape;452;p1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62" name="Google Shape;462;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6" name="Google Shape;466;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7" name="Google Shape;467;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70" name="Google Shape;470;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 name="Google Shape;474;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 name="Google Shape;475;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 name="Google Shape;476;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 name="Google Shape;477;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78" name="Google Shape;478;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3" name="Google Shape;483;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 name="Google Shape;484;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86" name="Google Shape;486;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489" name="Google Shape;489;p11"/>
              <p:cNvPicPr preferRelativeResize="0"/>
              <p:nvPr/>
            </p:nvPicPr>
            <p:blipFill rotWithShape="1">
              <a:blip r:embed="rId2"/>
              <a:srcRect t="17657" b="17664"/>
              <a:stretch>
                <a:fillRect/>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11"/>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493" name="Shape 4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494" name="Shape 494"/>
        <p:cNvGrpSpPr/>
        <p:nvPr/>
      </p:nvGrpSpPr>
      <p:grpSpPr>
        <a:xfrm>
          <a:off x="0" y="0"/>
          <a:ext cx="0" cy="0"/>
          <a:chOff x="0" y="0"/>
          <a:chExt cx="0" cy="0"/>
        </a:xfrm>
      </p:grpSpPr>
      <p:sp>
        <p:nvSpPr>
          <p:cNvPr id="495" name="Google Shape;495;p13"/>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
        <p:nvSpPr>
          <p:cNvPr id="496" name="Google Shape;496;p13"/>
          <p:cNvSpPr txBox="1"/>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497" name="Google Shape;497;p13"/>
          <p:cNvSpPr txBox="1"/>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498" name="Google Shape;498;p13"/>
          <p:cNvSpPr txBox="1"/>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499" name="Google Shape;499;p13"/>
          <p:cNvSpPr txBox="1"/>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500" name="Google Shape;500;p13"/>
          <p:cNvSpPr txBox="1"/>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2pPr>
            <a:lvl3pPr lvl="2"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3pPr>
            <a:lvl4pPr lvl="3"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4pPr>
            <a:lvl5pPr lvl="4"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5pPr>
            <a:lvl6pPr lvl="5"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6pPr>
            <a:lvl7pPr lvl="6"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7pPr>
            <a:lvl8pPr lvl="7"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8pPr>
            <a:lvl9pPr lvl="8"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9pPr>
          </a:lstStyle>
          <a:p>
            <a:r>
              <a:t>xx%</a:t>
            </a:r>
          </a:p>
        </p:txBody>
      </p:sp>
      <p:sp>
        <p:nvSpPr>
          <p:cNvPr id="501" name="Google Shape;501;p13"/>
          <p:cNvSpPr txBox="1"/>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2pPr>
            <a:lvl3pPr lvl="2"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3pPr>
            <a:lvl4pPr lvl="3"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4pPr>
            <a:lvl5pPr lvl="4"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5pPr>
            <a:lvl6pPr lvl="5"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6pPr>
            <a:lvl7pPr lvl="6"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7pPr>
            <a:lvl8pPr lvl="7"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8pPr>
            <a:lvl9pPr lvl="8"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9pPr>
          </a:lstStyle>
          <a:p>
            <a:r>
              <a:t>xx%</a:t>
            </a:r>
          </a:p>
        </p:txBody>
      </p:sp>
      <p:sp>
        <p:nvSpPr>
          <p:cNvPr id="502" name="Google Shape;502;p13"/>
          <p:cNvSpPr txBox="1"/>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2pPr>
            <a:lvl3pPr lvl="2"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3pPr>
            <a:lvl4pPr lvl="3"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4pPr>
            <a:lvl5pPr lvl="4"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5pPr>
            <a:lvl6pPr lvl="5"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6pPr>
            <a:lvl7pPr lvl="6"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7pPr>
            <a:lvl8pPr lvl="7"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8pPr>
            <a:lvl9pPr lvl="8"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9pPr>
          </a:lstStyle>
          <a:p>
            <a:r>
              <a:t>xx%</a:t>
            </a:r>
          </a:p>
        </p:txBody>
      </p:sp>
      <p:sp>
        <p:nvSpPr>
          <p:cNvPr id="503" name="Google Shape;503;p13"/>
          <p:cNvSpPr txBox="1"/>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2pPr>
            <a:lvl3pPr lvl="2"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3pPr>
            <a:lvl4pPr lvl="3"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4pPr>
            <a:lvl5pPr lvl="4"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5pPr>
            <a:lvl6pPr lvl="5"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6pPr>
            <a:lvl7pPr lvl="6"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7pPr>
            <a:lvl8pPr lvl="7"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8pPr>
            <a:lvl9pPr lvl="8" rtl="0">
              <a:spcBef>
                <a:spcPts val="0"/>
              </a:spcBef>
              <a:spcAft>
                <a:spcPts val="0"/>
              </a:spcAft>
              <a:buSzPts val="3000"/>
              <a:buFont typeface="IBM Plex Mono" panose="020B0509050203000203"/>
              <a:buNone/>
              <a:defRPr sz="3000">
                <a:latin typeface="IBM Plex Mono" panose="020B0509050203000203"/>
                <a:ea typeface="IBM Plex Mono" panose="020B0509050203000203"/>
                <a:cs typeface="IBM Plex Mono" panose="020B0509050203000203"/>
                <a:sym typeface="IBM Plex Mono" panose="020B0509050203000203"/>
              </a:defRPr>
            </a:lvl9pPr>
          </a:lstStyle>
          <a:p>
            <a:r>
              <a:t>xx%</a:t>
            </a:r>
          </a:p>
        </p:txBody>
      </p:sp>
      <p:sp>
        <p:nvSpPr>
          <p:cNvPr id="504" name="Google Shape;504;p13"/>
          <p:cNvSpPr txBox="1"/>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panose="020B0309030403020204"/>
              <a:buNone/>
              <a:defRPr sz="19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2pPr>
            <a:lvl3pPr lvl="2"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3pPr>
            <a:lvl4pPr lvl="3"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4pPr>
            <a:lvl5pPr lvl="4"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5pPr>
            <a:lvl6pPr lvl="5"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6pPr>
            <a:lvl7pPr lvl="6"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7pPr>
            <a:lvl8pPr lvl="7"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8pPr>
            <a:lvl9pPr lvl="8"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9pPr>
          </a:lstStyle>
          <a:p/>
        </p:txBody>
      </p:sp>
      <p:sp>
        <p:nvSpPr>
          <p:cNvPr id="505" name="Google Shape;505;p13"/>
          <p:cNvSpPr txBox="1"/>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panose="020B0309030403020204"/>
              <a:buNone/>
              <a:defRPr sz="19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2pPr>
            <a:lvl3pPr lvl="2"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3pPr>
            <a:lvl4pPr lvl="3"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4pPr>
            <a:lvl5pPr lvl="4"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5pPr>
            <a:lvl6pPr lvl="5"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6pPr>
            <a:lvl7pPr lvl="6"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7pPr>
            <a:lvl8pPr lvl="7"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8pPr>
            <a:lvl9pPr lvl="8" algn="ctr" rtl="0">
              <a:lnSpc>
                <a:spcPct val="100000"/>
              </a:lnSpc>
              <a:spcBef>
                <a:spcPts val="0"/>
              </a:spcBef>
              <a:spcAft>
                <a:spcPts val="0"/>
              </a:spcAft>
              <a:buSzPts val="2400"/>
              <a:buFont typeface="Source Code Pro" panose="020B0309030403020204"/>
              <a:buNone/>
              <a:defRPr sz="2400" b="1">
                <a:latin typeface="Source Code Pro" panose="020B0309030403020204"/>
                <a:ea typeface="Source Code Pro" panose="020B0309030403020204"/>
                <a:cs typeface="Source Code Pro" panose="020B0309030403020204"/>
                <a:sym typeface="Source Code Pro" panose="020B0309030403020204"/>
              </a:defRPr>
            </a:lvl9pPr>
          </a:lstStyle>
          <a:p/>
        </p:txBody>
      </p:sp>
      <p:sp>
        <p:nvSpPr>
          <p:cNvPr id="506" name="Google Shape;506;p13"/>
          <p:cNvSpPr txBox="1"/>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19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507" name="Google Shape;507;p13"/>
          <p:cNvSpPr txBox="1"/>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19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544" name="Shape 544"/>
        <p:cNvGrpSpPr/>
        <p:nvPr/>
      </p:nvGrpSpPr>
      <p:grpSpPr>
        <a:xfrm>
          <a:off x="0" y="0"/>
          <a:ext cx="0" cy="0"/>
          <a:chOff x="0" y="0"/>
          <a:chExt cx="0" cy="0"/>
        </a:xfrm>
      </p:grpSpPr>
      <p:sp>
        <p:nvSpPr>
          <p:cNvPr id="545" name="Google Shape;545;p14"/>
          <p:cNvSpPr txBox="1"/>
          <p:nvPr>
            <p:ph type="title"/>
          </p:nvPr>
        </p:nvSpPr>
        <p:spPr>
          <a:xfrm>
            <a:off x="713225" y="3349250"/>
            <a:ext cx="6691200" cy="5319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p:txBody>
      </p:sp>
      <p:sp>
        <p:nvSpPr>
          <p:cNvPr id="546" name="Google Shape;546;p14"/>
          <p:cNvSpPr txBox="1"/>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547" name="Shape 547"/>
        <p:cNvGrpSpPr/>
        <p:nvPr/>
      </p:nvGrpSpPr>
      <p:grpSpPr>
        <a:xfrm>
          <a:off x="0" y="0"/>
          <a:ext cx="0" cy="0"/>
          <a:chOff x="0" y="0"/>
          <a:chExt cx="0" cy="0"/>
        </a:xfrm>
      </p:grpSpPr>
      <p:sp>
        <p:nvSpPr>
          <p:cNvPr id="548" name="Google Shape;548;p15"/>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grpSp>
        <p:nvGrpSpPr>
          <p:cNvPr id="549" name="Google Shape;549;p15"/>
          <p:cNvGrpSpPr/>
          <p:nvPr/>
        </p:nvGrpSpPr>
        <p:grpSpPr>
          <a:xfrm>
            <a:off x="4967675" y="4931713"/>
            <a:ext cx="439200" cy="439100"/>
            <a:chOff x="1101075" y="2142375"/>
            <a:chExt cx="439200" cy="439100"/>
          </a:xfrm>
        </p:grpSpPr>
        <p:sp>
          <p:nvSpPr>
            <p:cNvPr id="550" name="Google Shape;550;p1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1" name="Google Shape;551;p1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52" name="Google Shape;552;p15"/>
          <p:cNvGrpSpPr/>
          <p:nvPr/>
        </p:nvGrpSpPr>
        <p:grpSpPr>
          <a:xfrm>
            <a:off x="2176605" y="-3695660"/>
            <a:ext cx="7317722" cy="6983297"/>
            <a:chOff x="2100405" y="-3619460"/>
            <a:chExt cx="7317722" cy="6983297"/>
          </a:xfrm>
        </p:grpSpPr>
        <p:sp>
          <p:nvSpPr>
            <p:cNvPr id="553" name="Google Shape;553;p15"/>
            <p:cNvSpPr/>
            <p:nvPr/>
          </p:nvSpPr>
          <p:spPr>
            <a:xfrm rot="8100000" flipH="1">
              <a:off x="3778999" y="-2106462"/>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7" name="Google Shape;557;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9" name="Google Shape;559;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0" name="Google Shape;560;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 name="Google Shape;565;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 name="Google Shape;566;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 name="Google Shape;567;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 name="Google Shape;568;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 name="Google Shape;569;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70" name="Google Shape;570;p15"/>
            <p:cNvSpPr/>
            <p:nvPr/>
          </p:nvSpPr>
          <p:spPr>
            <a:xfrm rot="5400000">
              <a:off x="8142048" y="-57566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 name="Google Shape;571;p15"/>
            <p:cNvSpPr/>
            <p:nvPr/>
          </p:nvSpPr>
          <p:spPr>
            <a:xfrm rot="10800000">
              <a:off x="8365398" y="-290023"/>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 name="Google Shape;572;p15"/>
            <p:cNvSpPr/>
            <p:nvPr/>
          </p:nvSpPr>
          <p:spPr>
            <a:xfrm rot="10800000">
              <a:off x="8490148" y="2"/>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 name="Google Shape;573;p15"/>
            <p:cNvSpPr/>
            <p:nvPr/>
          </p:nvSpPr>
          <p:spPr>
            <a:xfrm rot="-2700000" flipH="1">
              <a:off x="3192849" y="-2898537"/>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74" name="Google Shape;574;p15"/>
          <p:cNvGrpSpPr/>
          <p:nvPr/>
        </p:nvGrpSpPr>
        <p:grpSpPr>
          <a:xfrm>
            <a:off x="-2424242" y="2074146"/>
            <a:ext cx="6274943" cy="6257753"/>
            <a:chOff x="-2447692" y="2022396"/>
            <a:chExt cx="6274943" cy="6257753"/>
          </a:xfrm>
        </p:grpSpPr>
        <p:grpSp>
          <p:nvGrpSpPr>
            <p:cNvPr id="575" name="Google Shape;575;p15"/>
            <p:cNvGrpSpPr/>
            <p:nvPr/>
          </p:nvGrpSpPr>
          <p:grpSpPr>
            <a:xfrm rot="10800000" flipH="1">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 name="Google Shape;579;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0" name="Google Shape;580;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83" name="Google Shape;583;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7" name="Google Shape;587;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 name="Google Shape;588;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 name="Google Shape;589;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 name="Google Shape;590;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1" name="Google Shape;591;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 name="Google Shape;595;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 name="Google Shape;597;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 name="Google Shape;598;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9" name="Google Shape;599;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3" name="Google Shape;603;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4" name="Google Shape;604;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5" name="Google Shape;605;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6" name="Google Shape;606;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07" name="Google Shape;607;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608" name="Google Shape;608;p15"/>
            <p:cNvGrpSpPr/>
            <p:nvPr/>
          </p:nvGrpSpPr>
          <p:grpSpPr>
            <a:xfrm rot="-3320950" flipH="1">
              <a:off x="-1885521" y="3185658"/>
              <a:ext cx="4889863" cy="3931229"/>
              <a:chOff x="7103825" y="-713112"/>
              <a:chExt cx="3785226" cy="3043150"/>
            </a:xfrm>
          </p:grpSpPr>
          <p:sp>
            <p:nvSpPr>
              <p:cNvPr id="609" name="Google Shape;609;p15"/>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610" name="Google Shape;610;p15"/>
              <p:cNvPicPr preferRelativeResize="0"/>
              <p:nvPr/>
            </p:nvPicPr>
            <p:blipFill rotWithShape="1">
              <a:blip r:embed="rId2"/>
              <a:srcRect t="17657" b="17664"/>
              <a:stretch>
                <a:fillRect/>
              </a:stretch>
            </p:blipFill>
            <p:spPr>
              <a:xfrm>
                <a:off x="7103825" y="-713112"/>
                <a:ext cx="3785226" cy="2888974"/>
              </a:xfrm>
              <a:prstGeom prst="rect">
                <a:avLst/>
              </a:prstGeom>
              <a:noFill/>
              <a:ln>
                <a:noFill/>
              </a:ln>
            </p:spPr>
          </p:pic>
        </p:grpSp>
        <p:sp>
          <p:nvSpPr>
            <p:cNvPr id="611" name="Google Shape;611;p15"/>
            <p:cNvSpPr/>
            <p:nvPr/>
          </p:nvSpPr>
          <p:spPr>
            <a:xfrm rot="-2700000" flipH="1">
              <a:off x="249333" y="3270782"/>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4" name="Google Shape;614;p15"/>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615" name="Shape 615"/>
        <p:cNvGrpSpPr/>
        <p:nvPr/>
      </p:nvGrpSpPr>
      <p:grpSpPr>
        <a:xfrm>
          <a:off x="0" y="0"/>
          <a:ext cx="0" cy="0"/>
          <a:chOff x="0" y="0"/>
          <a:chExt cx="0" cy="0"/>
        </a:xfrm>
      </p:grpSpPr>
      <p:sp>
        <p:nvSpPr>
          <p:cNvPr id="616" name="Google Shape;616;p16"/>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0" name="Google Shape;620;p1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1" name="Google Shape;621;p1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 name="Google Shape;626;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627" name="Google Shape;627;p16"/>
            <p:cNvSpPr/>
            <p:nvPr/>
          </p:nvSpPr>
          <p:spPr>
            <a:xfrm rot="2700000">
              <a:off x="8482428" y="-42254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 name="Google Shape;628;p16"/>
            <p:cNvSpPr/>
            <p:nvPr/>
          </p:nvSpPr>
          <p:spPr>
            <a:xfrm rot="2700000">
              <a:off x="8744103" y="-21319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srcRect l="16960" t="24719" r="7121" b="26177"/>
            <a:stretch>
              <a:fillRect/>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 name="Google Shape;635;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8" name="Google Shape;638;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srcRect l="16960" t="24719" r="7121" b="26177"/>
            <a:stretch>
              <a:fillRect/>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5" name="Google Shape;645;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6" name="Google Shape;646;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7" name="Google Shape;647;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8" name="Google Shape;648;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9" name="Google Shape;649;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0" name="Google Shape;650;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3" name="Google Shape;653;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4" name="Google Shape;654;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5" name="Google Shape;655;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6" name="Google Shape;656;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7" name="Google Shape;657;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8" name="Google Shape;658;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1" name="Google Shape;661;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3" name="Google Shape;663;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4" name="Google Shape;664;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5" name="Google Shape;665;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6" name="Google Shape;666;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69" name="Google Shape;669;p1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670" name="Google Shape;670;p1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671" name="Shape 671"/>
        <p:cNvGrpSpPr/>
        <p:nvPr/>
      </p:nvGrpSpPr>
      <p:grpSpPr>
        <a:xfrm>
          <a:off x="0" y="0"/>
          <a:ext cx="0" cy="0"/>
          <a:chOff x="0" y="0"/>
          <a:chExt cx="0" cy="0"/>
        </a:xfrm>
      </p:grpSpPr>
      <p:sp>
        <p:nvSpPr>
          <p:cNvPr id="672" name="Google Shape;672;p17"/>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 name="Google Shape;678;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 name="Google Shape;679;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0" name="Google Shape;680;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1" name="Google Shape;681;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 name="Google Shape;682;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3" name="Google Shape;683;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6" name="Google Shape;686;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7" name="Google Shape;687;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8" name="Google Shape;688;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0" name="Google Shape;690;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1" name="Google Shape;691;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92" name="Google Shape;692;p17"/>
              <p:cNvSpPr/>
              <p:nvPr/>
            </p:nvSpPr>
            <p:spPr>
              <a:xfrm rot="2700000" flipH="1">
                <a:off x="-1073899" y="4736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5" name="Google Shape;695;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8" name="Google Shape;698;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srcRect l="16960" t="24719" r="7121" b="26177"/>
            <a:stretch>
              <a:fillRect/>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4" name="Google Shape;704;p17"/>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05" name="Google Shape;705;p17"/>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 name="Google Shape;706;p17"/>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07" name="Google Shape;707;p17"/>
              <p:cNvGrpSpPr/>
              <p:nvPr/>
            </p:nvGrpSpPr>
            <p:grpSpPr>
              <a:xfrm rot="-2700000" flipH="1">
                <a:off x="-216370" y="1084101"/>
                <a:ext cx="708093" cy="708493"/>
                <a:chOff x="3678700" y="407275"/>
                <a:chExt cx="708100" cy="708500"/>
              </a:xfrm>
            </p:grpSpPr>
            <p:sp>
              <p:nvSpPr>
                <p:cNvPr id="708" name="Google Shape;708;p1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9" name="Google Shape;709;p1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0" name="Google Shape;710;p1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1" name="Google Shape;711;p1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2" name="Google Shape;712;p1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3" name="Google Shape;713;p1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 name="Google Shape;714;p1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17" name="Google Shape;717;p1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718" name="Google Shape;718;p1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CUSTOM_10_1_1_1">
    <p:spTree>
      <p:nvGrpSpPr>
        <p:cNvPr id="719" name="Shape 719"/>
        <p:cNvGrpSpPr/>
        <p:nvPr/>
      </p:nvGrpSpPr>
      <p:grpSpPr>
        <a:xfrm>
          <a:off x="0" y="0"/>
          <a:ext cx="0" cy="0"/>
          <a:chOff x="0" y="0"/>
          <a:chExt cx="0" cy="0"/>
        </a:xfrm>
      </p:grpSpPr>
      <p:grpSp>
        <p:nvGrpSpPr>
          <p:cNvPr id="720" name="Google Shape;720;p18"/>
          <p:cNvGrpSpPr/>
          <p:nvPr/>
        </p:nvGrpSpPr>
        <p:grpSpPr>
          <a:xfrm>
            <a:off x="5404975" y="2221118"/>
            <a:ext cx="4263000" cy="3617400"/>
            <a:chOff x="5328775" y="2221118"/>
            <a:chExt cx="4263000" cy="3617400"/>
          </a:xfrm>
        </p:grpSpPr>
        <p:sp>
          <p:nvSpPr>
            <p:cNvPr id="721" name="Google Shape;721;p18"/>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22" name="Google Shape;722;p18"/>
            <p:cNvGrpSpPr/>
            <p:nvPr/>
          </p:nvGrpSpPr>
          <p:grpSpPr>
            <a:xfrm>
              <a:off x="7218100" y="4855088"/>
              <a:ext cx="931125" cy="525763"/>
              <a:chOff x="7218100" y="4855088"/>
              <a:chExt cx="931125" cy="525763"/>
            </a:xfrm>
          </p:grpSpPr>
          <p:grpSp>
            <p:nvGrpSpPr>
              <p:cNvPr id="723" name="Google Shape;723;p18"/>
              <p:cNvGrpSpPr/>
              <p:nvPr/>
            </p:nvGrpSpPr>
            <p:grpSpPr>
              <a:xfrm>
                <a:off x="7710025" y="4941750"/>
                <a:ext cx="439200" cy="439100"/>
                <a:chOff x="1101075" y="2142375"/>
                <a:chExt cx="439200" cy="439100"/>
              </a:xfrm>
            </p:grpSpPr>
            <p:sp>
              <p:nvSpPr>
                <p:cNvPr id="724" name="Google Shape;724;p1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 name="Google Shape;725;p1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26" name="Google Shape;726;p18"/>
              <p:cNvGrpSpPr/>
              <p:nvPr/>
            </p:nvGrpSpPr>
            <p:grpSpPr>
              <a:xfrm>
                <a:off x="7218100" y="4855088"/>
                <a:ext cx="439200" cy="439100"/>
                <a:chOff x="1101075" y="2142375"/>
                <a:chExt cx="439200" cy="439100"/>
              </a:xfrm>
            </p:grpSpPr>
            <p:sp>
              <p:nvSpPr>
                <p:cNvPr id="727" name="Google Shape;727;p1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8" name="Google Shape;728;p1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sp>
        <p:nvSpPr>
          <p:cNvPr id="729" name="Google Shape;729;p18"/>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grpSp>
        <p:nvGrpSpPr>
          <p:cNvPr id="730" name="Google Shape;730;p18"/>
          <p:cNvGrpSpPr/>
          <p:nvPr/>
        </p:nvGrpSpPr>
        <p:grpSpPr>
          <a:xfrm>
            <a:off x="-2175000" y="3012192"/>
            <a:ext cx="3701086" cy="3345172"/>
            <a:chOff x="-1886500" y="2599117"/>
            <a:chExt cx="3701086" cy="3345172"/>
          </a:xfrm>
        </p:grpSpPr>
        <p:pic>
          <p:nvPicPr>
            <p:cNvPr id="731" name="Google Shape;731;p18"/>
            <p:cNvPicPr preferRelativeResize="0"/>
            <p:nvPr/>
          </p:nvPicPr>
          <p:blipFill rotWithShape="1">
            <a:blip r:embed="rId2"/>
            <a:srcRect l="16960" t="24719" r="7121" b="26177"/>
            <a:stretch>
              <a:fillRect/>
            </a:stretch>
          </p:blipFill>
          <p:spPr>
            <a:xfrm rot="10800000">
              <a:off x="-1886500" y="3119537"/>
              <a:ext cx="3701086" cy="2824751"/>
            </a:xfrm>
            <a:prstGeom prst="rect">
              <a:avLst/>
            </a:prstGeom>
            <a:noFill/>
            <a:ln>
              <a:noFill/>
            </a:ln>
          </p:spPr>
        </p:pic>
        <p:sp>
          <p:nvSpPr>
            <p:cNvPr id="732" name="Google Shape;732;p18"/>
            <p:cNvSpPr/>
            <p:nvPr/>
          </p:nvSpPr>
          <p:spPr>
            <a:xfrm rot="10800000">
              <a:off x="-402274" y="2599117"/>
              <a:ext cx="1201697" cy="2824744"/>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3" name="Google Shape;733;p18"/>
            <p:cNvSpPr/>
            <p:nvPr/>
          </p:nvSpPr>
          <p:spPr>
            <a:xfrm rot="10800000">
              <a:off x="-207237" y="2599870"/>
              <a:ext cx="1201697" cy="2824744"/>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34" name="Google Shape;734;p18"/>
            <p:cNvGrpSpPr/>
            <p:nvPr/>
          </p:nvGrpSpPr>
          <p:grpSpPr>
            <a:xfrm rot="10800000">
              <a:off x="-37979" y="5013439"/>
              <a:ext cx="134004" cy="134004"/>
              <a:chOff x="8356813" y="1074288"/>
              <a:chExt cx="351900" cy="351900"/>
            </a:xfrm>
          </p:grpSpPr>
          <p:sp>
            <p:nvSpPr>
              <p:cNvPr id="735" name="Google Shape;735;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6" name="Google Shape;736;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37" name="Google Shape;737;p18"/>
            <p:cNvGrpSpPr/>
            <p:nvPr/>
          </p:nvGrpSpPr>
          <p:grpSpPr>
            <a:xfrm rot="10800000">
              <a:off x="447446" y="4173589"/>
              <a:ext cx="134004" cy="134004"/>
              <a:chOff x="8356813" y="1074288"/>
              <a:chExt cx="351900" cy="351900"/>
            </a:xfrm>
          </p:grpSpPr>
          <p:sp>
            <p:nvSpPr>
              <p:cNvPr id="738" name="Google Shape;738;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9" name="Google Shape;739;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40" name="Google Shape;740;p18"/>
            <p:cNvGrpSpPr/>
            <p:nvPr/>
          </p:nvGrpSpPr>
          <p:grpSpPr>
            <a:xfrm rot="10800000">
              <a:off x="539621" y="2985514"/>
              <a:ext cx="134004" cy="134004"/>
              <a:chOff x="8356813" y="1074288"/>
              <a:chExt cx="351900" cy="351900"/>
            </a:xfrm>
          </p:grpSpPr>
          <p:sp>
            <p:nvSpPr>
              <p:cNvPr id="741" name="Google Shape;741;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2" name="Google Shape;742;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743" name="Google Shape;743;p18"/>
          <p:cNvGrpSpPr/>
          <p:nvPr/>
        </p:nvGrpSpPr>
        <p:grpSpPr>
          <a:xfrm>
            <a:off x="5928900" y="-249669"/>
            <a:ext cx="5688165" cy="3493826"/>
            <a:chOff x="5852700" y="-249669"/>
            <a:chExt cx="5688165" cy="3493826"/>
          </a:xfrm>
        </p:grpSpPr>
        <p:grpSp>
          <p:nvGrpSpPr>
            <p:cNvPr id="744" name="Google Shape;744;p18"/>
            <p:cNvGrpSpPr/>
            <p:nvPr/>
          </p:nvGrpSpPr>
          <p:grpSpPr>
            <a:xfrm>
              <a:off x="8783705" y="1899359"/>
              <a:ext cx="402160" cy="1344798"/>
              <a:chOff x="8668555" y="1976884"/>
              <a:chExt cx="402160" cy="1344798"/>
            </a:xfrm>
          </p:grpSpPr>
          <p:sp>
            <p:nvSpPr>
              <p:cNvPr id="745" name="Google Shape;745;p18"/>
              <p:cNvSpPr/>
              <p:nvPr/>
            </p:nvSpPr>
            <p:spPr>
              <a:xfrm flipH="1">
                <a:off x="8823846" y="2094964"/>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6" name="Google Shape;746;p18"/>
              <p:cNvSpPr/>
              <p:nvPr/>
            </p:nvSpPr>
            <p:spPr>
              <a:xfrm flipH="1">
                <a:off x="8668555" y="19768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47" name="Google Shape;747;p18"/>
            <p:cNvGrpSpPr/>
            <p:nvPr/>
          </p:nvGrpSpPr>
          <p:grpSpPr>
            <a:xfrm>
              <a:off x="8598675" y="1421188"/>
              <a:ext cx="904666" cy="726121"/>
              <a:chOff x="7945225" y="4302000"/>
              <a:chExt cx="904666" cy="726121"/>
            </a:xfrm>
          </p:grpSpPr>
          <p:sp>
            <p:nvSpPr>
              <p:cNvPr id="748" name="Google Shape;748;p1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9" name="Google Shape;749;p1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0" name="Google Shape;750;p1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51" name="Google Shape;751;p18"/>
            <p:cNvGrpSpPr/>
            <p:nvPr/>
          </p:nvGrpSpPr>
          <p:grpSpPr>
            <a:xfrm rot="10800000" flipH="1">
              <a:off x="7579756" y="-249669"/>
              <a:ext cx="2601921" cy="2438355"/>
              <a:chOff x="7340128" y="2866613"/>
              <a:chExt cx="2439225" cy="2438355"/>
            </a:xfrm>
          </p:grpSpPr>
          <p:sp>
            <p:nvSpPr>
              <p:cNvPr id="752" name="Google Shape;752;p18"/>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3" name="Google Shape;753;p18"/>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54" name="Google Shape;754;p18"/>
            <p:cNvSpPr/>
            <p:nvPr/>
          </p:nvSpPr>
          <p:spPr>
            <a:xfrm rot="5400000" flipH="1">
              <a:off x="6551329"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55" name="Google Shape;755;p18"/>
            <p:cNvGrpSpPr/>
            <p:nvPr/>
          </p:nvGrpSpPr>
          <p:grpSpPr>
            <a:xfrm>
              <a:off x="6917731" y="246011"/>
              <a:ext cx="4623133" cy="134070"/>
              <a:chOff x="6917731" y="246011"/>
              <a:chExt cx="4623133" cy="134070"/>
            </a:xfrm>
          </p:grpSpPr>
          <p:sp>
            <p:nvSpPr>
              <p:cNvPr id="756" name="Google Shape;756;p18"/>
              <p:cNvSpPr/>
              <p:nvPr/>
            </p:nvSpPr>
            <p:spPr>
              <a:xfrm flipH="1">
                <a:off x="6917731" y="246011"/>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7" name="Google Shape;757;p18"/>
              <p:cNvSpPr/>
              <p:nvPr/>
            </p:nvSpPr>
            <p:spPr>
              <a:xfrm flipH="1">
                <a:off x="6947845" y="276153"/>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758" name="Google Shape;758;p18"/>
              <p:cNvCxnSpPr/>
              <p:nvPr/>
            </p:nvCxnSpPr>
            <p:spPr>
              <a:xfrm rot="10800000">
                <a:off x="7013865" y="313050"/>
                <a:ext cx="4527000" cy="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759" name="Shape 759"/>
        <p:cNvGrpSpPr/>
        <p:nvPr/>
      </p:nvGrpSpPr>
      <p:grpSpPr>
        <a:xfrm>
          <a:off x="0" y="0"/>
          <a:ext cx="0" cy="0"/>
          <a:chOff x="0" y="0"/>
          <a:chExt cx="0" cy="0"/>
        </a:xfrm>
      </p:grpSpPr>
      <p:sp>
        <p:nvSpPr>
          <p:cNvPr id="760" name="Google Shape;760;p1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
        <p:nvSpPr>
          <p:cNvPr id="761" name="Google Shape;761;p19"/>
          <p:cNvSpPr txBox="1"/>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762" name="Google Shape;762;p19"/>
          <p:cNvSpPr txBox="1"/>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776" name="Google Shape;776;p19"/>
            <p:cNvPicPr preferRelativeResize="0"/>
            <p:nvPr/>
          </p:nvPicPr>
          <p:blipFill rotWithShape="1">
            <a:blip r:embed="rId2"/>
            <a:srcRect l="16960" t="24719" r="7121" b="26177"/>
            <a:stretch>
              <a:fillRect/>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798" name="Shape 798"/>
        <p:cNvGrpSpPr/>
        <p:nvPr/>
      </p:nvGrpSpPr>
      <p:grpSpPr>
        <a:xfrm>
          <a:off x="0" y="0"/>
          <a:ext cx="0" cy="0"/>
          <a:chOff x="0" y="0"/>
          <a:chExt cx="0" cy="0"/>
        </a:xfrm>
      </p:grpSpPr>
      <p:sp>
        <p:nvSpPr>
          <p:cNvPr id="799" name="Google Shape;799;p20"/>
          <p:cNvSpPr txBox="1"/>
          <p:nvPr>
            <p:ph type="title"/>
          </p:nvPr>
        </p:nvSpPr>
        <p:spPr>
          <a:xfrm>
            <a:off x="720000" y="1565925"/>
            <a:ext cx="2799000" cy="760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0" name="Google Shape;800;p20"/>
          <p:cNvSpPr txBox="1"/>
          <p:nvPr>
            <p:ph type="subTitle" idx="1"/>
          </p:nvPr>
        </p:nvSpPr>
        <p:spPr>
          <a:xfrm>
            <a:off x="720000" y="2326750"/>
            <a:ext cx="2799000" cy="112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srcRect l="16960" t="24719" r="7121" b="26177"/>
            <a:stretch>
              <a:fillRect/>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5" name="Google Shape;805;p2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6" name="Google Shape;806;p2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7" name="Google Shape;807;p2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8" name="Google Shape;808;p2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9" name="Google Shape;809;p2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0" name="Google Shape;810;p2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5" name="Google Shape;815;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1" name="Google Shape;821;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822" name="Google Shape;822;p20"/>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5" name="Google Shape;825;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8" name="Google Shape;828;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srcRect l="16960" t="24719" r="7121" b="26177"/>
            <a:stretch>
              <a:fillRect/>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2" name="Google Shape;832;p20"/>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3" name="Google Shape;833;p20"/>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6" name="Google Shape;836;p2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7" name="Google Shape;837;p2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0" name="Google Shape;840;p2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1" name="Google Shape;841;p2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842" name="Shape 842"/>
        <p:cNvGrpSpPr/>
        <p:nvPr/>
      </p:nvGrpSpPr>
      <p:grpSpPr>
        <a:xfrm>
          <a:off x="0" y="0"/>
          <a:ext cx="0" cy="0"/>
          <a:chOff x="0" y="0"/>
          <a:chExt cx="0" cy="0"/>
        </a:xfrm>
      </p:grpSpPr>
      <p:sp>
        <p:nvSpPr>
          <p:cNvPr id="843" name="Google Shape;843;p21"/>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4" name="Google Shape;844;p21"/>
          <p:cNvSpPr txBox="1"/>
          <p:nvPr>
            <p:ph type="body" idx="1"/>
          </p:nvPr>
        </p:nvSpPr>
        <p:spPr>
          <a:xfrm>
            <a:off x="720000" y="1139550"/>
            <a:ext cx="4528500" cy="6978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AutoNum type="arabicPeriod"/>
              <a:defRPr/>
            </a:lvl1pPr>
            <a:lvl2pPr marL="914400" lvl="1"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845" name="Google Shape;845;p21"/>
          <p:cNvGrpSpPr/>
          <p:nvPr/>
        </p:nvGrpSpPr>
        <p:grpSpPr>
          <a:xfrm>
            <a:off x="6846993" y="-1382193"/>
            <a:ext cx="4230595" cy="4230595"/>
            <a:chOff x="6597168" y="-1305993"/>
            <a:chExt cx="4230595" cy="4230595"/>
          </a:xfrm>
        </p:grpSpPr>
        <p:sp>
          <p:nvSpPr>
            <p:cNvPr id="846" name="Google Shape;846;p21"/>
            <p:cNvSpPr/>
            <p:nvPr/>
          </p:nvSpPr>
          <p:spPr>
            <a:xfrm rot="-8100000" flipH="1">
              <a:off x="7249845" y="-719557"/>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7" name="Google Shape;847;p21"/>
            <p:cNvSpPr/>
            <p:nvPr/>
          </p:nvSpPr>
          <p:spPr>
            <a:xfrm>
              <a:off x="8355611" y="-2920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8" name="Google Shape;848;p21"/>
            <p:cNvSpPr/>
            <p:nvPr/>
          </p:nvSpPr>
          <p:spPr>
            <a:xfrm>
              <a:off x="8608100" y="703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49" name="Google Shape;849;p21"/>
            <p:cNvGrpSpPr/>
            <p:nvPr/>
          </p:nvGrpSpPr>
          <p:grpSpPr>
            <a:xfrm>
              <a:off x="8449011" y="1244697"/>
              <a:ext cx="134100" cy="134100"/>
              <a:chOff x="-1999139" y="3143772"/>
              <a:chExt cx="134100" cy="134100"/>
            </a:xfrm>
          </p:grpSpPr>
          <p:sp>
            <p:nvSpPr>
              <p:cNvPr id="850" name="Google Shape;850;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1" name="Google Shape;851;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52" name="Google Shape;852;p21"/>
            <p:cNvGrpSpPr/>
            <p:nvPr/>
          </p:nvGrpSpPr>
          <p:grpSpPr>
            <a:xfrm>
              <a:off x="8577286" y="2178484"/>
              <a:ext cx="134100" cy="134100"/>
              <a:chOff x="-1999139" y="3143772"/>
              <a:chExt cx="134100" cy="134100"/>
            </a:xfrm>
          </p:grpSpPr>
          <p:sp>
            <p:nvSpPr>
              <p:cNvPr id="853" name="Google Shape;853;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4" name="Google Shape;854;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55" name="Google Shape;855;p21"/>
            <p:cNvGrpSpPr/>
            <p:nvPr/>
          </p:nvGrpSpPr>
          <p:grpSpPr>
            <a:xfrm>
              <a:off x="8526386" y="311022"/>
              <a:ext cx="134004" cy="134004"/>
              <a:chOff x="8356813" y="1074288"/>
              <a:chExt cx="351900" cy="351900"/>
            </a:xfrm>
          </p:grpSpPr>
          <p:sp>
            <p:nvSpPr>
              <p:cNvPr id="856" name="Google Shape;856;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7" name="Google Shape;857;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858" name="Google Shape;858;p21"/>
            <p:cNvPicPr preferRelativeResize="0"/>
            <p:nvPr/>
          </p:nvPicPr>
          <p:blipFill rotWithShape="1">
            <a:blip r:embed="rId2"/>
            <a:srcRect l="16960" t="24719" r="7121" b="26177"/>
            <a:stretch>
              <a:fillRect/>
            </a:stretch>
          </p:blipFill>
          <p:spPr>
            <a:xfrm>
              <a:off x="6929350" y="-1036475"/>
              <a:ext cx="2441950" cy="1863749"/>
            </a:xfrm>
            <a:prstGeom prst="rect">
              <a:avLst/>
            </a:prstGeom>
            <a:noFill/>
            <a:ln>
              <a:noFill/>
            </a:ln>
          </p:spPr>
        </p:pic>
      </p:grpSp>
      <p:grpSp>
        <p:nvGrpSpPr>
          <p:cNvPr id="859" name="Google Shape;859;p21"/>
          <p:cNvGrpSpPr/>
          <p:nvPr/>
        </p:nvGrpSpPr>
        <p:grpSpPr>
          <a:xfrm rot="5400000">
            <a:off x="-1981527" y="1924690"/>
            <a:ext cx="6191222" cy="6191222"/>
            <a:chOff x="-2825827" y="1271890"/>
            <a:chExt cx="6191222" cy="6191222"/>
          </a:xfrm>
        </p:grpSpPr>
        <p:pic>
          <p:nvPicPr>
            <p:cNvPr id="860" name="Google Shape;860;p21"/>
            <p:cNvPicPr preferRelativeResize="0"/>
            <p:nvPr/>
          </p:nvPicPr>
          <p:blipFill rotWithShape="1">
            <a:blip r:embed="rId2"/>
            <a:srcRect l="16960" t="24719" r="7121" b="26177"/>
            <a:stretch>
              <a:fillRect/>
            </a:stretch>
          </p:blipFill>
          <p:spPr>
            <a:xfrm>
              <a:off x="-680950" y="3866725"/>
              <a:ext cx="2441950" cy="1863749"/>
            </a:xfrm>
            <a:prstGeom prst="rect">
              <a:avLst/>
            </a:prstGeom>
            <a:noFill/>
            <a:ln>
              <a:noFill/>
            </a:ln>
          </p:spPr>
        </p:pic>
        <p:grpSp>
          <p:nvGrpSpPr>
            <p:cNvPr id="861" name="Google Shape;861;p21"/>
            <p:cNvGrpSpPr/>
            <p:nvPr/>
          </p:nvGrpSpPr>
          <p:grpSpPr>
            <a:xfrm>
              <a:off x="-2825827" y="1271890"/>
              <a:ext cx="6191222" cy="6191222"/>
              <a:chOff x="-2825827" y="1271890"/>
              <a:chExt cx="6191222" cy="6191222"/>
            </a:xfrm>
          </p:grpSpPr>
          <p:sp>
            <p:nvSpPr>
              <p:cNvPr id="862" name="Google Shape;862;p21"/>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3" name="Google Shape;863;p21"/>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64" name="Google Shape;864;p21"/>
              <p:cNvGrpSpPr/>
              <p:nvPr/>
            </p:nvGrpSpPr>
            <p:grpSpPr>
              <a:xfrm rot="10800000">
                <a:off x="384881" y="3042905"/>
                <a:ext cx="134100" cy="134100"/>
                <a:chOff x="-1999139" y="3143772"/>
                <a:chExt cx="134100" cy="134100"/>
              </a:xfrm>
            </p:grpSpPr>
            <p:sp>
              <p:nvSpPr>
                <p:cNvPr id="865" name="Google Shape;865;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6" name="Google Shape;866;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67" name="Google Shape;867;p21"/>
              <p:cNvGrpSpPr/>
              <p:nvPr/>
            </p:nvGrpSpPr>
            <p:grpSpPr>
              <a:xfrm rot="10800000">
                <a:off x="146106" y="3710980"/>
                <a:ext cx="134100" cy="134100"/>
                <a:chOff x="-1999139" y="3143772"/>
                <a:chExt cx="134100" cy="134100"/>
              </a:xfrm>
            </p:grpSpPr>
            <p:sp>
              <p:nvSpPr>
                <p:cNvPr id="868" name="Google Shape;868;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9" name="Google Shape;869;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70" name="Google Shape;870;p21"/>
              <p:cNvGrpSpPr/>
              <p:nvPr/>
            </p:nvGrpSpPr>
            <p:grpSpPr>
              <a:xfrm>
                <a:off x="-102297" y="3780153"/>
                <a:ext cx="939901" cy="2449421"/>
                <a:chOff x="-102297" y="3780153"/>
                <a:chExt cx="939901" cy="2449421"/>
              </a:xfrm>
            </p:grpSpPr>
            <p:sp>
              <p:nvSpPr>
                <p:cNvPr id="871" name="Google Shape;871;p21"/>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2" name="Google Shape;872;p21"/>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73" name="Google Shape;873;p21"/>
                <p:cNvGrpSpPr/>
                <p:nvPr/>
              </p:nvGrpSpPr>
              <p:grpSpPr>
                <a:xfrm rot="10800000">
                  <a:off x="532825" y="5492502"/>
                  <a:ext cx="134004" cy="134004"/>
                  <a:chOff x="8356813" y="1074288"/>
                  <a:chExt cx="351900" cy="351900"/>
                </a:xfrm>
              </p:grpSpPr>
              <p:sp>
                <p:nvSpPr>
                  <p:cNvPr id="874" name="Google Shape;874;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5" name="Google Shape;875;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876"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srcRect l="16960" t="24719" r="7121" b="26177"/>
            <a:stretch>
              <a:fillRect/>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2" name="Google Shape;882;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5" name="Google Shape;885;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6" name="Google Shape;886;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2" name="Google Shape;89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3" name="Google Shape;89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4" name="Google Shape;89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5" name="Google Shape;89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896" name="Google Shape;89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2" name="Google Shape;90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3" name="Google Shape;90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4" name="Google Shape;90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5" name="Google Shape;90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06" name="Google Shape;90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2" name="Google Shape;91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3" name="Google Shape;91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4" name="Google Shape;91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5" name="Google Shape;91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16" name="Google Shape;91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9" name="Google Shape;91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2" name="Google Shape;922;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23" name="Google Shape;923;p22"/>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4" name="Google Shape;924;p22"/>
          <p:cNvSpPr txBox="1"/>
          <p:nvPr>
            <p:ph type="body" idx="1"/>
          </p:nvPr>
        </p:nvSpPr>
        <p:spPr>
          <a:xfrm>
            <a:off x="720000" y="1139550"/>
            <a:ext cx="4290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925" name="Google Shape;925;p22"/>
          <p:cNvSpPr txBox="1"/>
          <p:nvPr>
            <p:ph type="body" idx="2"/>
          </p:nvPr>
        </p:nvSpPr>
        <p:spPr>
          <a:xfrm>
            <a:off x="5249025" y="1139550"/>
            <a:ext cx="3174900" cy="3431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rgbClr val="434343"/>
              </a:buClr>
              <a:buSzPts val="1200"/>
              <a:buChar char="●"/>
              <a:defRPr sz="1200">
                <a:solidFill>
                  <a:srgbClr val="191919"/>
                </a:solidFill>
              </a:defRPr>
            </a:lvl1pPr>
            <a:lvl2pPr marL="914400" lvl="1" indent="-304800" rtl="0">
              <a:lnSpc>
                <a:spcPct val="115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15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15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15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15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15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15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9" name="Google Shape;92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2" name="Google Shape;932;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3" name="Google Shape;933;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9" name="Google Shape;939;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0" name="Google Shape;940;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1" name="Google Shape;941;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2" name="Google Shape;942;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43" name="Google Shape;943;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7" name="Google Shape;947;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0" name="Google Shape;950;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srcRect l="16960" t="24719" r="7121" b="26177"/>
            <a:stretch>
              <a:fillRect/>
            </a:stretch>
          </p:blipFill>
          <p:spPr>
            <a:xfrm rot="10800000" flipH="1">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8" name="Google Shape;95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9" name="Google Shape;95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0" name="Google Shape;96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1" name="Google Shape;96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62" name="Google Shape;96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8" name="Google Shape;96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9" name="Google Shape;96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0" name="Google Shape;97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1" name="Google Shape;97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72" name="Google Shape;97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973" name="Shape 973"/>
        <p:cNvGrpSpPr/>
        <p:nvPr/>
      </p:nvGrpSpPr>
      <p:grpSpPr>
        <a:xfrm>
          <a:off x="0" y="0"/>
          <a:ext cx="0" cy="0"/>
          <a:chOff x="0" y="0"/>
          <a:chExt cx="0" cy="0"/>
        </a:xfrm>
      </p:grpSpPr>
      <p:sp>
        <p:nvSpPr>
          <p:cNvPr id="974" name="Google Shape;974;p23"/>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75" name="Google Shape;975;p23"/>
          <p:cNvSpPr txBox="1"/>
          <p:nvPr>
            <p:ph type="subTitle" idx="1"/>
          </p:nvPr>
        </p:nvSpPr>
        <p:spPr>
          <a:xfrm>
            <a:off x="713225" y="2041525"/>
            <a:ext cx="5578500" cy="606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976" name="Google Shape;976;p23"/>
          <p:cNvSpPr txBox="1"/>
          <p:nvPr>
            <p:ph type="subTitle" idx="2"/>
          </p:nvPr>
        </p:nvSpPr>
        <p:spPr>
          <a:xfrm>
            <a:off x="713225" y="3366650"/>
            <a:ext cx="5578500" cy="642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p:txBody>
      </p:sp>
      <p:sp>
        <p:nvSpPr>
          <p:cNvPr id="977" name="Google Shape;977;p23"/>
          <p:cNvSpPr txBox="1"/>
          <p:nvPr>
            <p:ph type="subTitle" idx="3"/>
          </p:nvPr>
        </p:nvSpPr>
        <p:spPr>
          <a:xfrm>
            <a:off x="713225" y="167940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978" name="Google Shape;978;p23"/>
          <p:cNvSpPr txBox="1"/>
          <p:nvPr>
            <p:ph type="subTitle" idx="4"/>
          </p:nvPr>
        </p:nvSpPr>
        <p:spPr>
          <a:xfrm>
            <a:off x="713225" y="3040550"/>
            <a:ext cx="55785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grpSp>
        <p:nvGrpSpPr>
          <p:cNvPr id="979" name="Google Shape;979;p23"/>
          <p:cNvGrpSpPr/>
          <p:nvPr/>
        </p:nvGrpSpPr>
        <p:grpSpPr>
          <a:xfrm rot="-5400000" flipH="1">
            <a:off x="6239121" y="1032770"/>
            <a:ext cx="5022035" cy="4764449"/>
            <a:chOff x="4571996" y="2268220"/>
            <a:chExt cx="5022035" cy="4764449"/>
          </a:xfrm>
        </p:grpSpPr>
        <p:pic>
          <p:nvPicPr>
            <p:cNvPr id="980" name="Google Shape;980;p23"/>
            <p:cNvPicPr preferRelativeResize="0"/>
            <p:nvPr/>
          </p:nvPicPr>
          <p:blipFill rotWithShape="1">
            <a:blip r:embed="rId2"/>
            <a:srcRect l="16960" t="24719" r="7121" b="26177"/>
            <a:stretch>
              <a:fillRect/>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4" name="Google Shape;984;p2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7" name="Google Shape;987;p2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8" name="Google Shape;988;p2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4" name="Google Shape;99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5" name="Google Shape;99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6" name="Google Shape;99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7" name="Google Shape;99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998" name="Google Shape;99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4" name="Google Shape;100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5" name="Google Shape;100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6" name="Google Shape;100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7" name="Google Shape;100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008" name="Google Shape;100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4" name="Google Shape;101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5" name="Google Shape;101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6" name="Google Shape;101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018" name="Google Shape;101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1" name="Google Shape;1021;p2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4" name="Google Shape;1024;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1025" name="Google Shape;1025;p23"/>
          <p:cNvPicPr preferRelativeResize="0"/>
          <p:nvPr/>
        </p:nvPicPr>
        <p:blipFill rotWithShape="1">
          <a:blip r:embed="rId2"/>
          <a:srcRect l="16960" t="24719" r="7121" b="26177"/>
          <a:stretch>
            <a:fillRect/>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028" name="Google Shape;1028;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29" name="Google Shape;1029;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3" name="Google Shape;1033;p23"/>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4" name="Google Shape;1034;p23"/>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5" name="Google Shape;1035;p23"/>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0" name="Google Shape;1040;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3" name="Google Shape;1043;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044" name="Google Shape;1044;p23"/>
            <p:cNvSpPr/>
            <p:nvPr/>
          </p:nvSpPr>
          <p:spPr>
            <a:xfrm rot="-5400000">
              <a:off x="362395"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047" name="Google Shape;1047;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48" name="Google Shape;1048;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049"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053" name="Google Shape;1053;p24"/>
              <p:cNvPicPr preferRelativeResize="0"/>
              <p:nvPr/>
            </p:nvPicPr>
            <p:blipFill rotWithShape="1">
              <a:blip r:embed="rId2"/>
              <a:srcRect t="17657" b="17664"/>
              <a:stretch>
                <a:fillRect/>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058" name="Google Shape;1058;p24"/>
          <p:cNvSpPr txBox="1"/>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059" name="Google Shape;1059;p24"/>
          <p:cNvSpPr txBox="1"/>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060" name="Google Shape;1060;p24"/>
          <p:cNvSpPr txBox="1"/>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061" name="Google Shape;1061;p24"/>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2" name="Google Shape;1062;p24"/>
          <p:cNvSpPr txBox="1"/>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063" name="Google Shape;1063;p24"/>
          <p:cNvSpPr txBox="1"/>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064" name="Google Shape;1064;p24"/>
          <p:cNvSpPr txBox="1"/>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srcRect l="16960" t="24719" r="7121" b="26177"/>
            <a:stretch>
              <a:fillRect/>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111" name="Shape 1111"/>
        <p:cNvGrpSpPr/>
        <p:nvPr/>
      </p:nvGrpSpPr>
      <p:grpSpPr>
        <a:xfrm>
          <a:off x="0" y="0"/>
          <a:ext cx="0" cy="0"/>
          <a:chOff x="0" y="0"/>
          <a:chExt cx="0" cy="0"/>
        </a:xfrm>
      </p:grpSpPr>
      <p:sp>
        <p:nvSpPr>
          <p:cNvPr id="1112" name="Google Shape;1112;p25"/>
          <p:cNvSpPr txBox="1"/>
          <p:nvPr>
            <p:ph type="subTitle" idx="1"/>
          </p:nvPr>
        </p:nvSpPr>
        <p:spPr>
          <a:xfrm>
            <a:off x="720000"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13" name="Google Shape;1113;p25"/>
          <p:cNvSpPr txBox="1"/>
          <p:nvPr>
            <p:ph type="subTitle" idx="2"/>
          </p:nvPr>
        </p:nvSpPr>
        <p:spPr>
          <a:xfrm>
            <a:off x="3584484"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14" name="Google Shape;1114;p25"/>
          <p:cNvSpPr txBox="1"/>
          <p:nvPr>
            <p:ph type="subTitle" idx="3"/>
          </p:nvPr>
        </p:nvSpPr>
        <p:spPr>
          <a:xfrm>
            <a:off x="6448975" y="35204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15" name="Google Shape;1115;p25"/>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6" name="Google Shape;1116;p25"/>
          <p:cNvSpPr txBox="1"/>
          <p:nvPr>
            <p:ph type="subTitle" idx="4"/>
          </p:nvPr>
        </p:nvSpPr>
        <p:spPr>
          <a:xfrm>
            <a:off x="720000"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117" name="Google Shape;1117;p25"/>
          <p:cNvSpPr txBox="1"/>
          <p:nvPr>
            <p:ph type="subTitle" idx="5"/>
          </p:nvPr>
        </p:nvSpPr>
        <p:spPr>
          <a:xfrm>
            <a:off x="3584483"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118" name="Google Shape;1118;p25"/>
          <p:cNvSpPr txBox="1"/>
          <p:nvPr>
            <p:ph type="subTitle" idx="6"/>
          </p:nvPr>
        </p:nvSpPr>
        <p:spPr>
          <a:xfrm>
            <a:off x="6448972" y="31943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119" name="Google Shape;1119;p25"/>
          <p:cNvSpPr/>
          <p:nvPr>
            <p:ph type="pic" idx="7"/>
          </p:nvPr>
        </p:nvSpPr>
        <p:spPr>
          <a:xfrm>
            <a:off x="720000" y="1236800"/>
            <a:ext cx="1981800" cy="1662300"/>
          </a:xfrm>
          <a:prstGeom prst="snip1Rect">
            <a:avLst>
              <a:gd name="adj" fmla="val 16667"/>
            </a:avLst>
          </a:prstGeom>
          <a:noFill/>
          <a:ln>
            <a:noFill/>
          </a:ln>
        </p:spPr>
      </p:sp>
      <p:sp>
        <p:nvSpPr>
          <p:cNvPr id="1120" name="Google Shape;1120;p25"/>
          <p:cNvSpPr/>
          <p:nvPr>
            <p:ph type="pic" idx="8"/>
          </p:nvPr>
        </p:nvSpPr>
        <p:spPr>
          <a:xfrm>
            <a:off x="3584475" y="1236800"/>
            <a:ext cx="1981800" cy="1662300"/>
          </a:xfrm>
          <a:prstGeom prst="snip1Rect">
            <a:avLst>
              <a:gd name="adj" fmla="val 16667"/>
            </a:avLst>
          </a:prstGeom>
          <a:noFill/>
          <a:ln>
            <a:noFill/>
          </a:ln>
        </p:spPr>
      </p:sp>
      <p:sp>
        <p:nvSpPr>
          <p:cNvPr id="1121" name="Google Shape;1121;p25"/>
          <p:cNvSpPr/>
          <p:nvPr>
            <p:ph type="pic" idx="9"/>
          </p:nvPr>
        </p:nvSpPr>
        <p:spPr>
          <a:xfrm>
            <a:off x="6448950" y="1236800"/>
            <a:ext cx="1981800" cy="1662300"/>
          </a:xfrm>
          <a:prstGeom prst="snip1Rect">
            <a:avLst>
              <a:gd name="adj" fmla="val 16667"/>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5" name="Google Shape;1125;p2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6" name="Google Shape;1126;p2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7" name="Google Shape;1127;p2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2" name="Google Shape;113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5" name="Google Shape;1135;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136" name="Google Shape;1136;p25"/>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139" name="Google Shape;1139;p25"/>
            <p:cNvPicPr preferRelativeResize="0"/>
            <p:nvPr/>
          </p:nvPicPr>
          <p:blipFill rotWithShape="1">
            <a:blip r:embed="rId2"/>
            <a:srcRect l="16960" t="24719" r="7121" b="26177"/>
            <a:stretch>
              <a:fillRect/>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3" name="Google Shape;1143;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5" name="Google Shape;1145;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6" name="Google Shape;1146;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7" name="Google Shape;1147;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8" name="Google Shape;1148;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1" name="Google Shape;1151;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2" name="Google Shape;1152;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3" name="Google Shape;1153;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4" name="Google Shape;1154;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5" name="Google Shape;1155;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6" name="Google Shape;1156;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9" name="Google Shape;1159;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162" name="Google Shape;1162;p2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63" name="Google Shape;1163;p2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164" name="Shape 1164"/>
        <p:cNvGrpSpPr/>
        <p:nvPr/>
      </p:nvGrpSpPr>
      <p:grpSpPr>
        <a:xfrm>
          <a:off x="0" y="0"/>
          <a:ext cx="0" cy="0"/>
          <a:chOff x="0" y="0"/>
          <a:chExt cx="0" cy="0"/>
        </a:xfrm>
      </p:grpSpPr>
      <p:sp>
        <p:nvSpPr>
          <p:cNvPr id="1165" name="Google Shape;1165;p26"/>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6" name="Google Shape;1166;p26"/>
          <p:cNvSpPr txBox="1"/>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67" name="Google Shape;1167;p26"/>
          <p:cNvSpPr txBox="1"/>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68" name="Google Shape;1168;p26"/>
          <p:cNvSpPr txBox="1"/>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69" name="Google Shape;1169;p26"/>
          <p:cNvSpPr txBox="1"/>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170" name="Google Shape;1170;p26"/>
          <p:cNvSpPr txBox="1"/>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171" name="Google Shape;1171;p26"/>
          <p:cNvSpPr txBox="1"/>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172" name="Google Shape;1172;p26"/>
          <p:cNvSpPr txBox="1"/>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173" name="Google Shape;1173;p26"/>
          <p:cNvSpPr txBox="1"/>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srcRect l="16960" t="24719" r="7121" b="26177"/>
            <a:stretch>
              <a:fillRect/>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0" name="Google Shape;1190;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6" name="Google Shape;1206;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1207" name="Google Shape;1207;p26"/>
            <p:cNvPicPr preferRelativeResize="0"/>
            <p:nvPr/>
          </p:nvPicPr>
          <p:blipFill rotWithShape="1">
            <a:blip r:embed="rId2"/>
            <a:srcRect l="16960" t="24719" r="7121" b="26177"/>
            <a:stretch>
              <a:fillRect/>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215" name="Shape 1215"/>
        <p:cNvGrpSpPr/>
        <p:nvPr/>
      </p:nvGrpSpPr>
      <p:grpSpPr>
        <a:xfrm>
          <a:off x="0" y="0"/>
          <a:ext cx="0" cy="0"/>
          <a:chOff x="0" y="0"/>
          <a:chExt cx="0" cy="0"/>
        </a:xfrm>
      </p:grpSpPr>
      <p:sp>
        <p:nvSpPr>
          <p:cNvPr id="1216" name="Google Shape;1216;p27"/>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7" name="Google Shape;1217;p27"/>
          <p:cNvSpPr txBox="1"/>
          <p:nvPr>
            <p:ph type="subTitle" idx="1"/>
          </p:nvPr>
        </p:nvSpPr>
        <p:spPr>
          <a:xfrm>
            <a:off x="720000"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218" name="Google Shape;1218;p27"/>
          <p:cNvSpPr txBox="1"/>
          <p:nvPr>
            <p:ph type="subTitle" idx="2"/>
          </p:nvPr>
        </p:nvSpPr>
        <p:spPr>
          <a:xfrm>
            <a:off x="3469872"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219" name="Google Shape;1219;p27"/>
          <p:cNvSpPr txBox="1"/>
          <p:nvPr>
            <p:ph type="subTitle" idx="3"/>
          </p:nvPr>
        </p:nvSpPr>
        <p:spPr>
          <a:xfrm>
            <a:off x="720000"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220" name="Google Shape;1220;p27"/>
          <p:cNvSpPr txBox="1"/>
          <p:nvPr>
            <p:ph type="subTitle" idx="4"/>
          </p:nvPr>
        </p:nvSpPr>
        <p:spPr>
          <a:xfrm>
            <a:off x="3469872"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221" name="Google Shape;1221;p27"/>
          <p:cNvSpPr txBox="1"/>
          <p:nvPr>
            <p:ph type="subTitle" idx="5"/>
          </p:nvPr>
        </p:nvSpPr>
        <p:spPr>
          <a:xfrm>
            <a:off x="6219751" y="2113784"/>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222" name="Google Shape;1222;p27"/>
          <p:cNvSpPr txBox="1"/>
          <p:nvPr>
            <p:ph type="subTitle" idx="6"/>
          </p:nvPr>
        </p:nvSpPr>
        <p:spPr>
          <a:xfrm>
            <a:off x="6219751" y="3859222"/>
            <a:ext cx="2204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p:txBody>
      </p:sp>
      <p:sp>
        <p:nvSpPr>
          <p:cNvPr id="1223" name="Google Shape;1223;p27"/>
          <p:cNvSpPr txBox="1"/>
          <p:nvPr>
            <p:ph type="subTitle" idx="7"/>
          </p:nvPr>
        </p:nvSpPr>
        <p:spPr>
          <a:xfrm>
            <a:off x="720000"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224" name="Google Shape;1224;p27"/>
          <p:cNvSpPr txBox="1"/>
          <p:nvPr>
            <p:ph type="subTitle" idx="8"/>
          </p:nvPr>
        </p:nvSpPr>
        <p:spPr>
          <a:xfrm>
            <a:off x="3469873"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225" name="Google Shape;1225;p27"/>
          <p:cNvSpPr txBox="1"/>
          <p:nvPr>
            <p:ph type="subTitle" idx="9"/>
          </p:nvPr>
        </p:nvSpPr>
        <p:spPr>
          <a:xfrm>
            <a:off x="720000"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226" name="Google Shape;1226;p27"/>
          <p:cNvSpPr txBox="1"/>
          <p:nvPr>
            <p:ph type="subTitle" idx="13"/>
          </p:nvPr>
        </p:nvSpPr>
        <p:spPr>
          <a:xfrm>
            <a:off x="3469873"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227" name="Google Shape;1227;p27"/>
          <p:cNvSpPr txBox="1"/>
          <p:nvPr>
            <p:ph type="subTitle" idx="14"/>
          </p:nvPr>
        </p:nvSpPr>
        <p:spPr>
          <a:xfrm>
            <a:off x="6219752" y="1787675"/>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1228" name="Google Shape;1228;p27"/>
          <p:cNvSpPr txBox="1"/>
          <p:nvPr>
            <p:ph type="subTitle" idx="15"/>
          </p:nvPr>
        </p:nvSpPr>
        <p:spPr>
          <a:xfrm>
            <a:off x="6219752" y="3533123"/>
            <a:ext cx="22041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2pPr>
            <a:lvl3pPr lvl="2"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3pPr>
            <a:lvl4pPr lvl="3"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4pPr>
            <a:lvl5pPr lvl="4"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5pPr>
            <a:lvl6pPr lvl="5"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6pPr>
            <a:lvl7pPr lvl="6"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7pPr>
            <a:lvl8pPr lvl="7"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8pPr>
            <a:lvl9pPr lvl="8" algn="ctr" rtl="0">
              <a:lnSpc>
                <a:spcPct val="100000"/>
              </a:lnSpc>
              <a:spcBef>
                <a:spcPts val="0"/>
              </a:spcBef>
              <a:spcAft>
                <a:spcPts val="0"/>
              </a:spcAft>
              <a:buSzPts val="2400"/>
              <a:buFont typeface="IBM Plex Mono" panose="020B0509050203000203"/>
              <a:buNone/>
              <a:defRPr sz="2400" b="1">
                <a:latin typeface="IBM Plex Mono" panose="020B0509050203000203"/>
                <a:ea typeface="IBM Plex Mono" panose="020B0509050203000203"/>
                <a:cs typeface="IBM Plex Mono" panose="020B0509050203000203"/>
                <a:sym typeface="IBM Plex Mono" panose="020B0509050203000203"/>
              </a:defRPr>
            </a:lvl9pPr>
          </a:lstStyle>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srcRect l="16960" t="24719" r="7121" b="26177"/>
            <a:stretch>
              <a:fillRect/>
            </a:stretch>
          </p:blipFill>
          <p:spPr>
            <a:xfrm>
              <a:off x="7361325" y="-596625"/>
              <a:ext cx="2441950" cy="1863749"/>
            </a:xfrm>
            <a:prstGeom prst="rect">
              <a:avLst/>
            </a:prstGeom>
            <a:noFill/>
            <a:ln>
              <a:noFill/>
            </a:ln>
          </p:spPr>
        </p:pic>
        <p:grpSp>
          <p:nvGrpSpPr>
            <p:cNvPr id="1231" name="Google Shape;1231;p27"/>
            <p:cNvGrpSpPr/>
            <p:nvPr/>
          </p:nvGrpSpPr>
          <p:grpSpPr>
            <a:xfrm rot="-2700000" flipH="1">
              <a:off x="7289785" y="-1246897"/>
              <a:ext cx="2552124" cy="3347490"/>
              <a:chOff x="2976325" y="908175"/>
              <a:chExt cx="4028179" cy="5283555"/>
            </a:xfrm>
          </p:grpSpPr>
          <p:sp>
            <p:nvSpPr>
              <p:cNvPr id="1232" name="Google Shape;1232;p2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3" name="Google Shape;1233;p2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4" name="Google Shape;1234;p2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7" name="Google Shape;1237;p27"/>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1" name="Google Shape;1241;p2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2" name="Google Shape;1242;p2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1243" name="Google Shape;1243;p27"/>
            <p:cNvPicPr preferRelativeResize="0"/>
            <p:nvPr/>
          </p:nvPicPr>
          <p:blipFill rotWithShape="1">
            <a:blip r:embed="rId2"/>
            <a:srcRect l="16960" t="24719" r="7121" b="26177"/>
            <a:stretch>
              <a:fillRect/>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7" name="Google Shape;1247;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8" name="Google Shape;1248;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9" name="Google Shape;1249;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0" name="Google Shape;1250;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1" name="Google Shape;1251;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2" name="Google Shape;1252;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5" name="Google Shape;1255;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6" name="Google Shape;1256;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7" name="Google Shape;1257;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8" name="Google Shape;1258;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9" name="Google Shape;1259;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0" name="Google Shape;1260;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263" name="Google Shape;1263;p2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64" name="Google Shape;1264;p2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265" name="Shape 1265"/>
        <p:cNvGrpSpPr/>
        <p:nvPr/>
      </p:nvGrpSpPr>
      <p:grpSpPr>
        <a:xfrm>
          <a:off x="0" y="0"/>
          <a:ext cx="0" cy="0"/>
          <a:chOff x="0" y="0"/>
          <a:chExt cx="0" cy="0"/>
        </a:xfrm>
      </p:grpSpPr>
      <p:sp>
        <p:nvSpPr>
          <p:cNvPr id="1266" name="Google Shape;1266;p28"/>
          <p:cNvSpPr txBox="1"/>
          <p:nvPr>
            <p:ph type="title" hasCustomPrompt="1"/>
          </p:nvPr>
        </p:nvSpPr>
        <p:spPr>
          <a:xfrm>
            <a:off x="2358450" y="664988"/>
            <a:ext cx="46968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67" name="Google Shape;1267;p28"/>
          <p:cNvSpPr txBox="1"/>
          <p:nvPr>
            <p:ph type="subTitle" idx="1"/>
          </p:nvPr>
        </p:nvSpPr>
        <p:spPr>
          <a:xfrm>
            <a:off x="2358450" y="1282313"/>
            <a:ext cx="46968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68" name="Google Shape;1268;p28"/>
          <p:cNvSpPr txBox="1"/>
          <p:nvPr>
            <p:ph type="title" idx="2" hasCustomPrompt="1"/>
          </p:nvPr>
        </p:nvSpPr>
        <p:spPr>
          <a:xfrm>
            <a:off x="2358450" y="2027244"/>
            <a:ext cx="46968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69" name="Google Shape;1269;p28"/>
          <p:cNvSpPr txBox="1"/>
          <p:nvPr>
            <p:ph type="subTitle" idx="3"/>
          </p:nvPr>
        </p:nvSpPr>
        <p:spPr>
          <a:xfrm>
            <a:off x="2358450" y="2645558"/>
            <a:ext cx="46968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70" name="Google Shape;1270;p28"/>
          <p:cNvSpPr txBox="1"/>
          <p:nvPr>
            <p:ph type="title" idx="4" hasCustomPrompt="1"/>
          </p:nvPr>
        </p:nvSpPr>
        <p:spPr>
          <a:xfrm>
            <a:off x="2358450" y="3390475"/>
            <a:ext cx="4696800" cy="768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271" name="Google Shape;1271;p28"/>
          <p:cNvSpPr txBox="1"/>
          <p:nvPr>
            <p:ph type="subTitle" idx="5"/>
          </p:nvPr>
        </p:nvSpPr>
        <p:spPr>
          <a:xfrm>
            <a:off x="2358450" y="4009779"/>
            <a:ext cx="4696800" cy="59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algn="ctr" rtl="0">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72" name="Google Shape;1272;p28"/>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273" name="Google Shape;1273;p28"/>
          <p:cNvGrpSpPr/>
          <p:nvPr/>
        </p:nvGrpSpPr>
        <p:grpSpPr>
          <a:xfrm rot="5400000">
            <a:off x="8359950" y="-226050"/>
            <a:ext cx="439200" cy="439100"/>
            <a:chOff x="1101075" y="2142375"/>
            <a:chExt cx="439200" cy="439100"/>
          </a:xfrm>
        </p:grpSpPr>
        <p:sp>
          <p:nvSpPr>
            <p:cNvPr id="1274" name="Google Shape;1274;p2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5" name="Google Shape;1275;p2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76" name="Google Shape;1276;p28"/>
          <p:cNvGrpSpPr/>
          <p:nvPr/>
        </p:nvGrpSpPr>
        <p:grpSpPr>
          <a:xfrm>
            <a:off x="-903250" y="4838101"/>
            <a:ext cx="4558967" cy="134100"/>
            <a:chOff x="796100" y="3019701"/>
            <a:chExt cx="4558967" cy="134100"/>
          </a:xfrm>
        </p:grpSpPr>
        <p:sp>
          <p:nvSpPr>
            <p:cNvPr id="1277" name="Google Shape;1277;p2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278" name="Google Shape;1278;p2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79" name="Google Shape;1279;p2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280" name="Shape 1280"/>
        <p:cNvGrpSpPr/>
        <p:nvPr/>
      </p:nvGrpSpPr>
      <p:grpSpPr>
        <a:xfrm>
          <a:off x="0" y="0"/>
          <a:ext cx="0" cy="0"/>
          <a:chOff x="0" y="0"/>
          <a:chExt cx="0" cy="0"/>
        </a:xfrm>
      </p:grpSpPr>
      <p:sp>
        <p:nvSpPr>
          <p:cNvPr id="1281" name="Google Shape;1281;p29"/>
          <p:cNvSpPr txBox="1"/>
          <p:nvPr>
            <p:ph type="subTitle" idx="1"/>
          </p:nvPr>
        </p:nvSpPr>
        <p:spPr>
          <a:xfrm>
            <a:off x="1157250" y="1609575"/>
            <a:ext cx="4448100" cy="1239300"/>
          </a:xfrm>
          <a:prstGeom prst="rect">
            <a:avLst/>
          </a:prstGeom>
        </p:spPr>
        <p:txBody>
          <a:bodyPr spcFirstLastPara="1" wrap="square" lIns="91425" tIns="91425" rIns="91425" bIns="91425" anchor="t" anchorCtr="0">
            <a:noAutofit/>
          </a:bodyPr>
          <a:lstStyle>
            <a:lvl1pPr lvl="0">
              <a:spcBef>
                <a:spcPts val="0"/>
              </a:spcBef>
              <a:spcAft>
                <a:spcPts val="0"/>
              </a:spcAft>
              <a:buSzPts val="2500"/>
              <a:buFont typeface="IBM Plex Mono" panose="020B0509050203000203"/>
              <a:buNone/>
              <a:defRPr sz="2000" b="1">
                <a:latin typeface="IBM Plex Mono" panose="020B0509050203000203"/>
                <a:ea typeface="IBM Plex Mono" panose="020B0509050203000203"/>
                <a:cs typeface="IBM Plex Mono" panose="020B0509050203000203"/>
                <a:sym typeface="IBM Plex Mono" panose="020B0509050203000203"/>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2" name="Google Shape;1282;p29"/>
          <p:cNvSpPr txBox="1"/>
          <p:nvPr>
            <p:ph type="title"/>
          </p:nvPr>
        </p:nvSpPr>
        <p:spPr>
          <a:xfrm>
            <a:off x="1157302" y="494775"/>
            <a:ext cx="51267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83" name="Google Shape;1283;p29"/>
          <p:cNvGrpSpPr/>
          <p:nvPr/>
        </p:nvGrpSpPr>
        <p:grpSpPr>
          <a:xfrm>
            <a:off x="-291585" y="-494819"/>
            <a:ext cx="1448824" cy="2238804"/>
            <a:chOff x="-308635" y="-494819"/>
            <a:chExt cx="1448824" cy="2238804"/>
          </a:xfrm>
        </p:grpSpPr>
        <p:grpSp>
          <p:nvGrpSpPr>
            <p:cNvPr id="1284" name="Google Shape;1284;p29"/>
            <p:cNvGrpSpPr/>
            <p:nvPr/>
          </p:nvGrpSpPr>
          <p:grpSpPr>
            <a:xfrm>
              <a:off x="-275757" y="-242066"/>
              <a:ext cx="981772" cy="1986051"/>
              <a:chOff x="-293545" y="3454371"/>
              <a:chExt cx="981772" cy="1986051"/>
            </a:xfrm>
          </p:grpSpPr>
          <p:sp>
            <p:nvSpPr>
              <p:cNvPr id="1285" name="Google Shape;1285;p29"/>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6" name="Google Shape;1286;p29"/>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87" name="Google Shape;1287;p29"/>
            <p:cNvGrpSpPr/>
            <p:nvPr/>
          </p:nvGrpSpPr>
          <p:grpSpPr>
            <a:xfrm>
              <a:off x="364499" y="794648"/>
              <a:ext cx="699940" cy="478601"/>
              <a:chOff x="39722" y="4349021"/>
              <a:chExt cx="1061964" cy="726143"/>
            </a:xfrm>
          </p:grpSpPr>
          <p:grpSp>
            <p:nvGrpSpPr>
              <p:cNvPr id="1288" name="Google Shape;1288;p29"/>
              <p:cNvGrpSpPr/>
              <p:nvPr/>
            </p:nvGrpSpPr>
            <p:grpSpPr>
              <a:xfrm rot="2700000">
                <a:off x="140502" y="4460924"/>
                <a:ext cx="524584" cy="502337"/>
                <a:chOff x="1189791" y="-1767331"/>
                <a:chExt cx="904284" cy="865933"/>
              </a:xfrm>
            </p:grpSpPr>
            <p:sp>
              <p:nvSpPr>
                <p:cNvPr id="1289" name="Google Shape;1289;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290" name="Google Shape;1290;p29"/>
                <p:cNvGrpSpPr/>
                <p:nvPr/>
              </p:nvGrpSpPr>
              <p:grpSpPr>
                <a:xfrm>
                  <a:off x="1232795" y="-1740829"/>
                  <a:ext cx="717621" cy="717392"/>
                  <a:chOff x="1483457" y="3953671"/>
                  <a:chExt cx="717621" cy="717392"/>
                </a:xfrm>
              </p:grpSpPr>
              <p:sp>
                <p:nvSpPr>
                  <p:cNvPr id="1291" name="Google Shape;1291;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2" name="Google Shape;1292;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3" name="Google Shape;1293;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4" name="Google Shape;1294;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5" name="Google Shape;1295;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296" name="Google Shape;1296;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97" name="Google Shape;1297;p29"/>
            <p:cNvGrpSpPr/>
            <p:nvPr/>
          </p:nvGrpSpPr>
          <p:grpSpPr>
            <a:xfrm rot="-5400000">
              <a:off x="-460623" y="-342832"/>
              <a:ext cx="1351491" cy="1047516"/>
              <a:chOff x="-2460210" y="2758493"/>
              <a:chExt cx="1351491" cy="1047516"/>
            </a:xfrm>
          </p:grpSpPr>
          <p:sp>
            <p:nvSpPr>
              <p:cNvPr id="1298" name="Google Shape;1298;p29"/>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9" name="Google Shape;1299;p29"/>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0" name="Google Shape;1300;p29"/>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1" name="Google Shape;1301;p29"/>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02" name="Google Shape;1302;p29"/>
            <p:cNvGrpSpPr/>
            <p:nvPr/>
          </p:nvGrpSpPr>
          <p:grpSpPr>
            <a:xfrm>
              <a:off x="440249" y="455173"/>
              <a:ext cx="699940" cy="478601"/>
              <a:chOff x="39722" y="4349021"/>
              <a:chExt cx="1061964" cy="726143"/>
            </a:xfrm>
          </p:grpSpPr>
          <p:grpSp>
            <p:nvGrpSpPr>
              <p:cNvPr id="1303" name="Google Shape;1303;p29"/>
              <p:cNvGrpSpPr/>
              <p:nvPr/>
            </p:nvGrpSpPr>
            <p:grpSpPr>
              <a:xfrm rot="2700000">
                <a:off x="140502" y="4460924"/>
                <a:ext cx="524584" cy="502337"/>
                <a:chOff x="1189791" y="-1767331"/>
                <a:chExt cx="904284" cy="865933"/>
              </a:xfrm>
            </p:grpSpPr>
            <p:sp>
              <p:nvSpPr>
                <p:cNvPr id="1304" name="Google Shape;1304;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05" name="Google Shape;1305;p29"/>
                <p:cNvGrpSpPr/>
                <p:nvPr/>
              </p:nvGrpSpPr>
              <p:grpSpPr>
                <a:xfrm>
                  <a:off x="1232795" y="-1740829"/>
                  <a:ext cx="717621" cy="717392"/>
                  <a:chOff x="1483457" y="3953671"/>
                  <a:chExt cx="717621" cy="717392"/>
                </a:xfrm>
              </p:grpSpPr>
              <p:sp>
                <p:nvSpPr>
                  <p:cNvPr id="1306" name="Google Shape;1306;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7" name="Google Shape;1307;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8" name="Google Shape;1308;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9" name="Google Shape;1309;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0" name="Google Shape;1310;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311" name="Google Shape;1311;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12" name="Google Shape;1312;p29"/>
            <p:cNvGrpSpPr/>
            <p:nvPr/>
          </p:nvGrpSpPr>
          <p:grpSpPr>
            <a:xfrm>
              <a:off x="-63826" y="511661"/>
              <a:ext cx="699940" cy="478601"/>
              <a:chOff x="39722" y="4349021"/>
              <a:chExt cx="1061964" cy="726143"/>
            </a:xfrm>
          </p:grpSpPr>
          <p:grpSp>
            <p:nvGrpSpPr>
              <p:cNvPr id="1313" name="Google Shape;1313;p29"/>
              <p:cNvGrpSpPr/>
              <p:nvPr/>
            </p:nvGrpSpPr>
            <p:grpSpPr>
              <a:xfrm rot="2700000">
                <a:off x="140502" y="4460924"/>
                <a:ext cx="524584" cy="502337"/>
                <a:chOff x="1189791" y="-1767331"/>
                <a:chExt cx="904284" cy="865933"/>
              </a:xfrm>
            </p:grpSpPr>
            <p:sp>
              <p:nvSpPr>
                <p:cNvPr id="1314" name="Google Shape;1314;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15" name="Google Shape;1315;p29"/>
                <p:cNvGrpSpPr/>
                <p:nvPr/>
              </p:nvGrpSpPr>
              <p:grpSpPr>
                <a:xfrm>
                  <a:off x="1232795" y="-1740829"/>
                  <a:ext cx="717621" cy="717392"/>
                  <a:chOff x="1483457" y="3953671"/>
                  <a:chExt cx="717621" cy="717392"/>
                </a:xfrm>
              </p:grpSpPr>
              <p:sp>
                <p:nvSpPr>
                  <p:cNvPr id="1316" name="Google Shape;1316;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7" name="Google Shape;1317;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8" name="Google Shape;1318;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9" name="Google Shape;1319;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0" name="Google Shape;1320;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321" name="Google Shape;1321;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322" name="Google Shape;1322;p29"/>
          <p:cNvGrpSpPr/>
          <p:nvPr/>
        </p:nvGrpSpPr>
        <p:grpSpPr>
          <a:xfrm>
            <a:off x="2659712" y="4275400"/>
            <a:ext cx="4952059" cy="2992224"/>
            <a:chOff x="2659712" y="4275400"/>
            <a:chExt cx="4952059" cy="2992224"/>
          </a:xfrm>
        </p:grpSpPr>
        <p:pic>
          <p:nvPicPr>
            <p:cNvPr id="1323" name="Google Shape;1323;p29"/>
            <p:cNvPicPr preferRelativeResize="0"/>
            <p:nvPr/>
          </p:nvPicPr>
          <p:blipFill rotWithShape="1">
            <a:blip r:embed="rId2"/>
            <a:srcRect l="16960" t="24719" r="7121" b="26177"/>
            <a:stretch>
              <a:fillRect/>
            </a:stretch>
          </p:blipFill>
          <p:spPr>
            <a:xfrm rot="10800000">
              <a:off x="2659712" y="4275400"/>
              <a:ext cx="3549051" cy="2992224"/>
            </a:xfrm>
            <a:prstGeom prst="rect">
              <a:avLst/>
            </a:prstGeom>
            <a:noFill/>
            <a:ln>
              <a:noFill/>
            </a:ln>
          </p:spPr>
        </p:pic>
        <p:grpSp>
          <p:nvGrpSpPr>
            <p:cNvPr id="1324" name="Google Shape;1324;p29"/>
            <p:cNvGrpSpPr/>
            <p:nvPr/>
          </p:nvGrpSpPr>
          <p:grpSpPr>
            <a:xfrm rot="-5400000">
              <a:off x="3258038" y="4413859"/>
              <a:ext cx="906953" cy="1517787"/>
              <a:chOff x="79748" y="2808602"/>
              <a:chExt cx="906953" cy="1517787"/>
            </a:xfrm>
          </p:grpSpPr>
          <p:sp>
            <p:nvSpPr>
              <p:cNvPr id="1325" name="Google Shape;1325;p29"/>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6" name="Google Shape;1326;p29"/>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7" name="Google Shape;1327;p29"/>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8" name="Google Shape;1328;p29"/>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29" name="Google Shape;1329;p29"/>
            <p:cNvGrpSpPr/>
            <p:nvPr/>
          </p:nvGrpSpPr>
          <p:grpSpPr>
            <a:xfrm rot="5400000">
              <a:off x="5484569" y="3756062"/>
              <a:ext cx="1421047" cy="2833357"/>
              <a:chOff x="334358" y="2186737"/>
              <a:chExt cx="1421047" cy="2833357"/>
            </a:xfrm>
          </p:grpSpPr>
          <p:sp>
            <p:nvSpPr>
              <p:cNvPr id="1330" name="Google Shape;1330;p29"/>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31" name="Google Shape;1331;p29"/>
              <p:cNvGrpSpPr/>
              <p:nvPr/>
            </p:nvGrpSpPr>
            <p:grpSpPr>
              <a:xfrm rot="5400000">
                <a:off x="1046250" y="3181856"/>
                <a:ext cx="161977" cy="161940"/>
                <a:chOff x="1101075" y="2142375"/>
                <a:chExt cx="439200" cy="439100"/>
              </a:xfrm>
            </p:grpSpPr>
            <p:sp>
              <p:nvSpPr>
                <p:cNvPr id="1332" name="Google Shape;1332;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3" name="Google Shape;1333;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34" name="Google Shape;1334;p29"/>
              <p:cNvGrpSpPr/>
              <p:nvPr/>
            </p:nvGrpSpPr>
            <p:grpSpPr>
              <a:xfrm rot="-5400000">
                <a:off x="628029" y="4564272"/>
                <a:ext cx="161977" cy="161940"/>
                <a:chOff x="1101075" y="2142375"/>
                <a:chExt cx="439200" cy="439100"/>
              </a:xfrm>
            </p:grpSpPr>
            <p:sp>
              <p:nvSpPr>
                <p:cNvPr id="1335" name="Google Shape;1335;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6" name="Google Shape;1336;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338"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356" name="Google Shape;1356;p30"/>
            <p:cNvPicPr preferRelativeResize="0"/>
            <p:nvPr/>
          </p:nvPicPr>
          <p:blipFill rotWithShape="1">
            <a:blip r:embed="rId2"/>
            <a:srcRect l="16960" t="24719" r="7121" b="26177"/>
            <a:stretch>
              <a:fillRect/>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377"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srcRect l="16960" t="24719" r="7121" b="26177"/>
            <a:stretch>
              <a:fillRect/>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srcRect l="16960" t="24719" r="7121" b="26177"/>
            <a:stretch>
              <a:fillRect/>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matchingName="Blank slide">
  <p:cSld name="BLANK">
    <p:spTree>
      <p:nvGrpSpPr>
        <p:cNvPr id="1423" name="Shape 142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424" name="Shape 1424"/>
        <p:cNvGrpSpPr/>
        <p:nvPr/>
      </p:nvGrpSpPr>
      <p:grpSpPr>
        <a:xfrm>
          <a:off x="0" y="0"/>
          <a:ext cx="0" cy="0"/>
          <a:chOff x="0" y="0"/>
          <a:chExt cx="0" cy="0"/>
        </a:xfrm>
      </p:grpSpPr>
      <p:sp>
        <p:nvSpPr>
          <p:cNvPr id="1425" name="Google Shape;1425;p34"/>
          <p:cNvSpPr txBox="1"/>
          <p:nvPr>
            <p:ph type="title"/>
          </p:nvPr>
        </p:nvSpPr>
        <p:spPr>
          <a:xfrm>
            <a:off x="716775"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1pPr>
            <a:lvl2pPr lvl="1"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2pPr>
            <a:lvl3pPr lvl="2"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3pPr>
            <a:lvl4pPr lvl="3"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4pPr>
            <a:lvl5pPr lvl="4"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5pPr>
            <a:lvl6pPr lvl="5"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6pPr>
            <a:lvl7pPr lvl="6"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7pPr>
            <a:lvl8pPr lvl="7"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8pPr>
            <a:lvl9pPr lvl="8" rtl="0">
              <a:spcBef>
                <a:spcPts val="0"/>
              </a:spcBef>
              <a:spcAft>
                <a:spcPts val="0"/>
              </a:spcAft>
              <a:buClr>
                <a:schemeClr val="dk2"/>
              </a:buClr>
              <a:buSzPts val="3000"/>
              <a:buFont typeface="IBM Plex Mono" panose="020B0509050203000203"/>
              <a:buNone/>
              <a:defRPr sz="3000" b="1">
                <a:solidFill>
                  <a:schemeClr val="dk2"/>
                </a:solidFill>
                <a:latin typeface="IBM Plex Mono" panose="020B0509050203000203"/>
                <a:ea typeface="IBM Plex Mono" panose="020B0509050203000203"/>
                <a:cs typeface="IBM Plex Mono" panose="020B0509050203000203"/>
                <a:sym typeface="IBM Plex Mono" panose="020B0509050203000203"/>
              </a:defRPr>
            </a:lvl9pPr>
          </a:lstStyle>
          <a:p/>
        </p:txBody>
      </p:sp>
      <p:sp>
        <p:nvSpPr>
          <p:cNvPr id="7" name="Google Shape;7;p1"/>
          <p:cNvSpPr txBox="1"/>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marL="914400" lvl="1"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marL="1371600" lvl="2"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marL="1828800" lvl="3"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marL="2286000" lvl="4"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marL="2743200" lvl="5"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marL="3200400" lvl="6"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marL="3657600" lvl="7"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marL="4114800" lvl="8" indent="-3175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420" name="Shape 1420"/>
        <p:cNvGrpSpPr/>
        <p:nvPr/>
      </p:nvGrpSpPr>
      <p:grpSpPr>
        <a:xfrm>
          <a:off x="0" y="0"/>
          <a:ext cx="0" cy="0"/>
          <a:chOff x="0" y="0"/>
          <a:chExt cx="0" cy="0"/>
        </a:xfrm>
      </p:grpSpPr>
      <p:sp>
        <p:nvSpPr>
          <p:cNvPr id="1421" name="Google Shape;1421;p32"/>
          <p:cNvSpPr txBox="1"/>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p:txBody>
      </p:sp>
      <p:sp>
        <p:nvSpPr>
          <p:cNvPr id="1422" name="Google Shape;1422;p32"/>
          <p:cNvSpPr txBox="1"/>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1pPr>
            <a:lvl2pPr marL="914400" lvl="1"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2pPr>
            <a:lvl3pPr marL="1371600" lvl="2"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3pPr>
            <a:lvl4pPr marL="1828800" lvl="3"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4pPr>
            <a:lvl5pPr marL="2286000" lvl="4"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5pPr>
            <a:lvl6pPr marL="2743200" lvl="5"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6pPr>
            <a:lvl7pPr marL="3200400" lvl="6"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7pPr>
            <a:lvl8pPr marL="3657600" lvl="7"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8pPr>
            <a:lvl9pPr marL="4114800" lvl="8" indent="-29845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9pPr>
          </a:lstStyle>
          <a:p/>
        </p:txBody>
      </p:sp>
    </p:spTree>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7.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8.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9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8.xml"/><Relationship Id="rIdNotes1"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Notes1"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8.xml"/><Relationship Id="rIdNotes1"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429" name="Shape 1429"/>
        <p:cNvGrpSpPr/>
        <p:nvPr/>
      </p:nvGrpSpPr>
      <p:grpSpPr>
        <a:xfrm>
          <a:off x="0" y="0"/>
          <a:ext cx="0" cy="0"/>
          <a:chOff x="0" y="0"/>
          <a:chExt cx="0" cy="0"/>
        </a:xfrm>
      </p:grpSpPr>
      <p:sp>
        <p:nvSpPr>
          <p:cNvPr id="1430" name="Google Shape;1430;p35"/>
          <p:cNvSpPr txBox="1"/>
          <p:nvPr>
            <p:ph type="subTitle" idx="1"/>
          </p:nvPr>
        </p:nvSpPr>
        <p:spPr>
          <a:xfrm>
            <a:off x="1096850" y="3310128"/>
            <a:ext cx="6035040" cy="137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200"/>
              <a:t>IT4863 Tìm kiếm thông tin · Giảng viên: TS. Nguyễn Bá Ngọc</a:t>
            </a:r>
            <a:endParaRPr lang="vi-VN" sz="1200"/>
          </a:p>
          <a:p>
            <a:pPr marL="0" lvl="0" indent="0" algn="l" rtl="0">
              <a:spcBef>
                <a:spcPts val="0"/>
              </a:spcBef>
              <a:spcAft>
                <a:spcPts val="0"/>
              </a:spcAft>
              <a:buNone/>
            </a:pPr>
            <a:r>
              <a:rPr lang="vi-VN" sz="1200" b="1"/>
              <a:t>Nhóm BAT:</a:t>
            </a:r>
            <a:r>
              <a:rPr lang="vi-VN" sz="1200"/>
              <a:t> Doãn Văn An · Trần Ngọc Bảo · Phạm Sơn </a:t>
            </a:r>
            <a:r>
              <a:rPr lang="vi-VN" sz="1200"/>
              <a:t>Tùng</a:t>
            </a:r>
            <a:endParaRPr lang="vi-VN" sz="1200"/>
          </a:p>
        </p:txBody>
      </p:sp>
      <p:sp>
        <p:nvSpPr>
          <p:cNvPr id="1431" name="Google Shape;1431;p35"/>
          <p:cNvSpPr txBox="1"/>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sz="2600">
                <a:solidFill>
                  <a:schemeClr val="dk2"/>
                </a:solidFill>
              </a:rPr>
              <a:t>Thu thập, bóc tách và tìm kiếm thông tin trên các website Đại học Bách khoa Hà Nội</a:t>
            </a:r>
            <a:endParaRPr lang="vi-VN" sz="2600">
              <a:solidFill>
                <a:schemeClr val="dk2"/>
              </a:solidFill>
            </a:endParaRP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439" name="Google Shape;1439;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5" name="Google Shape;1445;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8" name="Google Shape;1448;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1" name="Google Shape;1451;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52" name="Google Shape;1452;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465" name="Shape 1465"/>
        <p:cNvGrpSpPr/>
        <p:nvPr/>
      </p:nvGrpSpPr>
      <p:grpSpPr>
        <a:xfrm>
          <a:off x="0" y="0"/>
          <a:ext cx="0" cy="0"/>
          <a:chOff x="0" y="0"/>
          <a:chExt cx="0" cy="0"/>
        </a:xfrm>
      </p:grpSpPr>
      <p:sp>
        <p:nvSpPr>
          <p:cNvPr id="1466" name="Google Shape;1466;p37"/>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3200">
                <a:solidFill>
                  <a:schemeClr val="dk2"/>
                </a:solidFill>
                <a:latin typeface="IBM Plex Mono" panose="020B0509050203000203"/>
                <a:ea typeface="IBM Plex Mono" panose="020B0509050203000203"/>
                <a:cs typeface="IBM Plex Mono" panose="020B0509050203000203"/>
                <a:sym typeface="IBM Plex Mono" panose="020B0509050203000203"/>
              </a:rPr>
              <a:t>Nội dung</a:t>
            </a:r>
            <a:endParaRPr lang="vi-VN" sz="3200">
              <a:solidFill>
                <a:schemeClr val="dk2"/>
              </a:solidFill>
              <a:latin typeface="IBM Plex Mono" panose="020B0509050203000203"/>
              <a:ea typeface="IBM Plex Mono" panose="020B0509050203000203"/>
              <a:cs typeface="IBM Plex Mono" panose="020B0509050203000203"/>
              <a:sym typeface="IBM Plex Mono" panose="020B0509050203000203"/>
            </a:endParaRPr>
          </a:p>
        </p:txBody>
      </p:sp>
      <p:sp>
        <p:nvSpPr>
          <p:cNvPr id="1467" name="Google Shape;1467;p37"/>
          <p:cNvSpPr txBox="1"/>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Giới thiệu</a:t>
            </a:r>
            <a:endParaRPr lang="vi-VN"/>
          </a:p>
        </p:txBody>
      </p:sp>
      <p:sp>
        <p:nvSpPr>
          <p:cNvPr id="1468" name="Google Shape;1468;p37"/>
          <p:cNvSpPr txBox="1"/>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Bốn loại dữ liệu cần bóc tách</a:t>
            </a:r>
            <a:endParaRPr lang="vi-VN"/>
          </a:p>
        </p:txBody>
      </p:sp>
      <p:sp>
        <p:nvSpPr>
          <p:cNvPr id="1469" name="Google Shape;1469;p37"/>
          <p:cNvSpPr txBox="1"/>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Năm dịch vụ, từ tải trang tới lưu MongoDB</a:t>
            </a:r>
            <a:endParaRPr lang="vi-VN"/>
          </a:p>
        </p:txBody>
      </p:sp>
      <p:sp>
        <p:nvSpPr>
          <p:cNvPr id="1470" name="Google Shape;1470;p37"/>
          <p:cNvSpPr txBox="1"/>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Lập chỉ mục và tìm kiếm trên kho dữ liệu</a:t>
            </a:r>
            <a:endParaRPr lang="vi-VN"/>
          </a:p>
        </p:txBody>
      </p:sp>
      <p:sp>
        <p:nvSpPr>
          <p:cNvPr id="1471" name="Google Shape;1471;p37"/>
          <p:cNvSpPr txBox="1"/>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Bộ dữ liệu thu được và kết quả tìm kiếm</a:t>
            </a:r>
            <a:endParaRPr lang="vi-VN"/>
          </a:p>
        </p:txBody>
      </p:sp>
      <p:sp>
        <p:nvSpPr>
          <p:cNvPr id="1472" name="Google Shape;1472;p37"/>
          <p:cNvSpPr txBox="1"/>
          <p:nvPr>
            <p:ph type="title" idx="5"/>
          </p:nvPr>
        </p:nvSpPr>
        <p:spPr>
          <a:xfrm>
            <a:off x="7200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01</a:t>
            </a:r>
            <a:endParaRPr lang="en-GB"/>
          </a:p>
        </p:txBody>
      </p:sp>
      <p:sp>
        <p:nvSpPr>
          <p:cNvPr id="1473" name="Google Shape;1473;p37"/>
          <p:cNvSpPr txBox="1"/>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03</a:t>
            </a:r>
            <a:endParaRPr lang="en-GB"/>
          </a:p>
        </p:txBody>
      </p:sp>
      <p:sp>
        <p:nvSpPr>
          <p:cNvPr id="1474" name="Google Shape;1474;p37"/>
          <p:cNvSpPr txBox="1"/>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02</a:t>
            </a:r>
            <a:endParaRPr lang="en-GB"/>
          </a:p>
        </p:txBody>
      </p:sp>
      <p:sp>
        <p:nvSpPr>
          <p:cNvPr id="1475" name="Google Shape;1475;p37"/>
          <p:cNvSpPr txBox="1"/>
          <p:nvPr>
            <p:ph type="title" idx="8"/>
          </p:nvPr>
        </p:nvSpPr>
        <p:spPr>
          <a:xfrm>
            <a:off x="4366698"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04</a:t>
            </a:r>
            <a:endParaRPr lang="en-GB"/>
          </a:p>
        </p:txBody>
      </p:sp>
      <p:sp>
        <p:nvSpPr>
          <p:cNvPr id="1476" name="Google Shape;1476;p37"/>
          <p:cNvSpPr txBox="1"/>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Thu thập và bóc tách</a:t>
            </a:r>
            <a:endParaRPr lang="vi-VN"/>
          </a:p>
        </p:txBody>
      </p:sp>
      <p:sp>
        <p:nvSpPr>
          <p:cNvPr id="1477" name="Google Shape;1477;p37"/>
          <p:cNvSpPr txBox="1"/>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Tìm kiếm với Lucene</a:t>
            </a:r>
            <a:endParaRPr lang="vi-VN"/>
          </a:p>
        </p:txBody>
      </p:sp>
      <p:sp>
        <p:nvSpPr>
          <p:cNvPr id="1478" name="Google Shape;1478;p37"/>
          <p:cNvSpPr txBox="1"/>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Kết quả</a:t>
            </a:r>
            <a:endParaRPr lang="vi-V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82" name="Shape 1482"/>
        <p:cNvGrpSpPr/>
        <p:nvPr/>
      </p:nvGrpSpPr>
      <p:grpSpPr>
        <a:xfrm>
          <a:off x="0" y="0"/>
          <a:ext cx="0" cy="0"/>
          <a:chOff x="0" y="0"/>
          <a:chExt cx="0" cy="0"/>
        </a:xfrm>
      </p:grpSpPr>
      <p:sp>
        <p:nvSpPr>
          <p:cNvPr id="1483" name="Google Shape;1483;p38"/>
          <p:cNvSpPr txBox="1"/>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01</a:t>
            </a:r>
            <a:endParaRPr lang="vi-VN"/>
          </a:p>
        </p:txBody>
      </p:sp>
      <p:sp>
        <p:nvSpPr>
          <p:cNvPr id="1484" name="Google Shape;1484;p38"/>
          <p:cNvSpPr txBox="1"/>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Bốn loại dữ liệu cần bóc tách</a:t>
            </a:r>
            <a:endParaRPr lang="vi-VN"/>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1"/>
            <a:srcRect l="16960" t="24719" r="7121" b="26177"/>
            <a:stretch>
              <a:fillRect/>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491" name="Google Shape;1491;p38"/>
          <p:cNvSpPr txBox="1"/>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3600"/>
              <a:t>Giới thiệu</a:t>
            </a:r>
            <a:endParaRPr lang="vi-VN" sz="3600"/>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498" name="Google Shape;1498;p38"/>
            <p:cNvPicPr preferRelativeResize="0"/>
            <p:nvPr/>
          </p:nvPicPr>
          <p:blipFill rotWithShape="1">
            <a:blip r:embed="rId1"/>
            <a:srcRect l="16960" t="24719" r="7121" b="26177"/>
            <a:stretch>
              <a:fillRect/>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731" name="Shape 1731"/>
        <p:cNvGrpSpPr/>
        <p:nvPr/>
      </p:nvGrpSpPr>
      <p:grpSpPr>
        <a:xfrm>
          <a:off x="0" y="0"/>
          <a:ext cx="0" cy="0"/>
          <a:chOff x="0" y="0"/>
          <a:chExt cx="0" cy="0"/>
        </a:xfrm>
      </p:grpSpPr>
      <p:sp>
        <p:nvSpPr>
          <p:cNvPr id="1732" name="Google Shape;1732;p43"/>
          <p:cNvSpPr txBox="1"/>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Nội dung văn bản và trang dẫn tới tài liệu</a:t>
            </a:r>
            <a:endParaRPr lang="vi-VN"/>
          </a:p>
        </p:txBody>
      </p:sp>
      <p:sp>
        <p:nvSpPr>
          <p:cNvPr id="1733" name="Google Shape;1733;p43"/>
          <p:cNvSpPr txBox="1"/>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Đồ thị liên kết</a:t>
            </a:r>
            <a:endParaRPr lang="vi-VN"/>
          </a:p>
        </p:txBody>
      </p:sp>
      <p:sp>
        <p:nvSpPr>
          <p:cNvPr id="1734" name="Google Shape;1734;p43"/>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Bốn loại dữ liệu cần bóc tách</a:t>
            </a:r>
            <a:endParaRPr lang="vi-VN"/>
          </a:p>
        </p:txBody>
      </p:sp>
      <p:sp>
        <p:nvSpPr>
          <p:cNvPr id="1735" name="Google Shape;1735;p43"/>
          <p:cNvSpPr txBox="1"/>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Trang web</a:t>
            </a:r>
            <a:endParaRPr lang="vi-VN"/>
          </a:p>
        </p:txBody>
      </p:sp>
      <p:sp>
        <p:nvSpPr>
          <p:cNvPr id="1736" name="Google Shape;1736;p43"/>
          <p:cNvSpPr txBox="1"/>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Tệp tài liệu</a:t>
            </a:r>
            <a:endParaRPr lang="vi-VN"/>
          </a:p>
        </p:txBody>
      </p:sp>
      <p:sp>
        <p:nvSpPr>
          <p:cNvPr id="1737" name="Google Shape;1737;p43"/>
          <p:cNvSpPr txBox="1"/>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Trang chứa ảnh và dữ liệu ảnh</a:t>
            </a:r>
            <a:endParaRPr lang="vi-VN"/>
          </a:p>
        </p:txBody>
      </p:sp>
      <p:sp>
        <p:nvSpPr>
          <p:cNvPr id="1738" name="Google Shape;1738;p43"/>
          <p:cNvSpPr txBox="1"/>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Từ trang nguồn tới trang đích, kèm văn bản mô tả liên kết</a:t>
            </a:r>
            <a:endParaRPr lang="vi-VN"/>
          </a:p>
        </p:txBody>
      </p:sp>
      <p:sp>
        <p:nvSpPr>
          <p:cNvPr id="1739" name="Google Shape;1739;p43"/>
          <p:cNvSpPr txBox="1"/>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Tệp ảnh</a:t>
            </a:r>
            <a:endParaRPr lang="vi-VN"/>
          </a:p>
        </p:txBody>
      </p:sp>
      <p:sp>
        <p:nvSpPr>
          <p:cNvPr id="1740" name="Google Shape;1740;p43"/>
          <p:cNvSpPr txBox="1"/>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Tiêu đề, ngày đăng, tác giả, nội dung, văn bản liên kết trỏ tới</a:t>
            </a:r>
            <a:endParaRPr lang="vi-V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482" name="Shape 1482"/>
        <p:cNvGrpSpPr/>
        <p:nvPr/>
      </p:nvGrpSpPr>
      <p:grpSpPr>
        <a:xfrm>
          <a:off x="0" y="0"/>
          <a:ext cx="0" cy="0"/>
          <a:chOff x="0" y="0"/>
          <a:chExt cx="0" cy="0"/>
        </a:xfrm>
      </p:grpSpPr>
      <p:sp>
        <p:nvSpPr>
          <p:cNvPr id="1483" name="Google Shape;1483;p38"/>
          <p:cNvSpPr txBox="1"/>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02</a:t>
            </a:r>
            <a:endParaRPr lang="vi-VN"/>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1"/>
            <a:srcRect l="16960" t="24719" r="7121" b="26177"/>
            <a:stretch>
              <a:fillRect/>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491" name="Google Shape;1491;p38"/>
          <p:cNvSpPr txBox="1"/>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3600"/>
              <a:t>Thu thập dữ liệu</a:t>
            </a:r>
            <a:endParaRPr lang="vi-VN" sz="3600"/>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498" name="Google Shape;1498;p38"/>
            <p:cNvPicPr preferRelativeResize="0"/>
            <p:nvPr/>
          </p:nvPicPr>
          <p:blipFill rotWithShape="1">
            <a:blip r:embed="rId1"/>
            <a:srcRect l="16960" t="24719" r="7121" b="26177"/>
            <a:stretch>
              <a:fillRect/>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Công nghệ sử dụng</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9005" name="cong-nghe.png" descr="cong-nghe.png"/>
          <p:cNvPicPr>
            <a:picLocks noChangeAspect="1"/>
          </p:cNvPicPr>
          <p:nvPr/>
        </p:nvPicPr>
        <p:blipFill>
          <a:blip r:embed="rId1"/>
          <a:stretch>
            <a:fillRect/>
          </a:stretch>
        </p:blipFill>
        <p:spPr>
          <a:xfrm>
            <a:off x="2412356" y="1097280"/>
            <a:ext cx="4319287" cy="3840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Kiến trúc tổng thể</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9055" name="kien-truc.png" descr="kien-truc.png"/>
          <p:cNvPicPr>
            <a:picLocks noChangeAspect="1"/>
          </p:cNvPicPr>
          <p:nvPr/>
        </p:nvPicPr>
        <p:blipFill>
          <a:blip r:embed="rId1"/>
          <a:stretch>
            <a:fillRect/>
          </a:stretch>
        </p:blipFill>
        <p:spPr>
          <a:xfrm>
            <a:off x="836369" y="1097280"/>
            <a:ext cx="7471261" cy="3840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Điều phối, tải và lập lịch</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9056" name="dieu-phoi-tai.png" descr="dieu-phoi-tai.png"/>
          <p:cNvPicPr>
            <a:picLocks noChangeAspect="1"/>
          </p:cNvPicPr>
          <p:nvPr/>
        </p:nvPicPr>
        <p:blipFill>
          <a:blip r:embed="rId1"/>
          <a:stretch>
            <a:fillRect/>
          </a:stretch>
        </p:blipFill>
        <p:spPr>
          <a:xfrm>
            <a:off x="1987309" y="1097280"/>
            <a:ext cx="5169380" cy="3840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Bóc tách trang web và tài liệu</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9057" name="reader.png" descr="reader.png"/>
          <p:cNvPicPr>
            <a:picLocks noChangeAspect="1"/>
          </p:cNvPicPr>
          <p:nvPr/>
        </p:nvPicPr>
        <p:blipFill>
          <a:blip r:embed="rId1"/>
          <a:stretch>
            <a:fillRect/>
          </a:stretch>
        </p:blipFill>
        <p:spPr>
          <a:xfrm>
            <a:off x="2113944" y="1097280"/>
            <a:ext cx="4916110" cy="3840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840" name="Shape 1840"/>
        <p:cNvGrpSpPr/>
        <p:nvPr/>
      </p:nvGrpSpPr>
      <p:grpSpPr>
        <a:xfrm>
          <a:off x="0" y="0"/>
          <a:ext cx="0" cy="0"/>
          <a:chOff x="0" y="0"/>
          <a:chExt cx="0" cy="0"/>
        </a:xfrm>
      </p:grpSpPr>
      <p:sp>
        <p:nvSpPr>
          <p:cNvPr id="1841" name="Google Shape;1841;p46"/>
          <p:cNvSpPr txBox="1"/>
          <p:nvPr>
            <p:ph type="title"/>
          </p:nvPr>
        </p:nvSpPr>
        <p:spPr>
          <a:xfrm>
            <a:off x="720000" y="479750"/>
            <a:ext cx="3145200" cy="184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Tìm vùng nội dung chính</a:t>
            </a:r>
            <a:endParaRPr lang="vi-VN"/>
          </a:p>
        </p:txBody>
      </p:sp>
      <p:sp>
        <p:nvSpPr>
          <p:cNvPr id="1842" name="Google Shape;1842;p46"/>
          <p:cNvSpPr txBox="1"/>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Trang web có menu, thanh bên, chân trang lẫn với bài viết.</a:t>
            </a:r>
            <a:endParaRPr lang="vi-VN"/>
          </a:p>
          <a:p>
            <a:pPr marL="0" lvl="0" indent="0" algn="l" rtl="0">
              <a:spcBef>
                <a:spcPts val="0"/>
              </a:spcBef>
              <a:spcAft>
                <a:spcPts val="0"/>
              </a:spcAft>
              <a:buNone/>
            </a:pPr>
            <a:r>
              <a:rPr lang="vi-VN"/>
              <a:t>Mỗi vùng được chấm điểm: nhiều chữ, nhiều đoạn văn thì cao; nhiều chữ trong liên kết thì bị trừ.</a:t>
            </a:r>
            <a:endParaRPr lang="vi-VN"/>
          </a:p>
          <a:p>
            <a:pPr marL="0" lvl="0" indent="0" algn="l" rtl="0">
              <a:spcBef>
                <a:spcPts val="0"/>
              </a:spcBef>
              <a:spcAft>
                <a:spcPts val="0"/>
              </a:spcAft>
              <a:buNone/>
            </a:pPr>
            <a:r>
              <a:rPr lang="vi-VN"/>
              <a:t>Vùng điểm cao nhất là bài viết.</a:t>
            </a:r>
            <a:endParaRPr lang="vi-VN"/>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9012" name="thuat-toan-khoi-noi-dung.png" descr="thuat-toan-khoi-noi-dung.png"/>
          <p:cNvPicPr>
            <a:picLocks noChangeAspect="1"/>
          </p:cNvPicPr>
          <p:nvPr/>
        </p:nvPicPr>
        <p:blipFill>
          <a:blip r:embed="rId1"/>
          <a:stretch>
            <a:fillRect/>
          </a:stretch>
        </p:blipFill>
        <p:spPr>
          <a:xfrm>
            <a:off x="4345705" y="228600"/>
            <a:ext cx="4201629" cy="46634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840" name="Shape 1840"/>
        <p:cNvGrpSpPr/>
        <p:nvPr/>
      </p:nvGrpSpPr>
      <p:grpSpPr>
        <a:xfrm>
          <a:off x="0" y="0"/>
          <a:ext cx="0" cy="0"/>
          <a:chOff x="0" y="0"/>
          <a:chExt cx="0" cy="0"/>
        </a:xfrm>
      </p:grpSpPr>
      <p:sp>
        <p:nvSpPr>
          <p:cNvPr id="1841" name="Google Shape;1841;p46"/>
          <p:cNvSpPr txBox="1"/>
          <p:nvPr>
            <p:ph type="title"/>
          </p:nvPr>
        </p:nvSpPr>
        <p:spPr>
          <a:xfrm>
            <a:off x="720000" y="479750"/>
            <a:ext cx="3145200" cy="184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Loại trùng và phát hiện thay đổi</a:t>
            </a:r>
            <a:endParaRPr lang="vi-VN"/>
          </a:p>
        </p:txBody>
      </p:sp>
      <p:sp>
        <p:nvSpPr>
          <p:cNvPr id="1842" name="Google Shape;1842;p46"/>
          <p:cNvSpPr txBox="1"/>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Trang trùng nội dung chỉ lưu bản rút gọn trỏ về trang gốc.</a:t>
            </a:r>
            <a:endParaRPr lang="vi-VN"/>
          </a:p>
          <a:p>
            <a:pPr marL="0" lvl="0" indent="0" algn="l" rtl="0">
              <a:spcBef>
                <a:spcPts val="0"/>
              </a:spcBef>
              <a:spcAft>
                <a:spcPts val="0"/>
              </a:spcAft>
              <a:buNone/>
            </a:pPr>
            <a:r>
              <a:rPr lang="vi-VN"/>
              <a:t>Trang không đổi chỉ ghi thời điểm kiểm tra.</a:t>
            </a:r>
            <a:endParaRPr lang="vi-VN"/>
          </a:p>
          <a:p>
            <a:pPr marL="0" lvl="0" indent="0" algn="l" rtl="0">
              <a:spcBef>
                <a:spcPts val="0"/>
              </a:spcBef>
              <a:spcAft>
                <a:spcPts val="0"/>
              </a:spcAft>
              <a:buNone/>
            </a:pPr>
            <a:r>
              <a:rPr lang="vi-VN"/>
              <a:t>Liên kết mới qua sáu bước lọc trước khi đưa vào hàng đợi.</a:t>
            </a:r>
            <a:endParaRPr lang="vi-VN"/>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9063" name="merger.png" descr="merger.png"/>
          <p:cNvPicPr>
            <a:picLocks noChangeAspect="1"/>
          </p:cNvPicPr>
          <p:nvPr/>
        </p:nvPicPr>
        <p:blipFill>
          <a:blip r:embed="rId1"/>
          <a:stretch>
            <a:fillRect/>
          </a:stretch>
        </p:blipFill>
        <p:spPr>
          <a:xfrm>
            <a:off x="4550028" y="228600"/>
            <a:ext cx="3792983" cy="46634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840" name="Shape 1840"/>
        <p:cNvGrpSpPr/>
        <p:nvPr/>
      </p:nvGrpSpPr>
      <p:grpSpPr>
        <a:xfrm>
          <a:off x="0" y="0"/>
          <a:ext cx="0" cy="0"/>
          <a:chOff x="0" y="0"/>
          <a:chExt cx="0" cy="0"/>
        </a:xfrm>
      </p:grpSpPr>
      <p:sp>
        <p:nvSpPr>
          <p:cNvPr id="1841" name="Google Shape;1841;p46"/>
          <p:cNvSpPr txBox="1"/>
          <p:nvPr>
            <p:ph type="title"/>
          </p:nvPr>
        </p:nvSpPr>
        <p:spPr>
          <a:xfrm>
            <a:off x="720000" y="479750"/>
            <a:ext cx="3145200" cy="184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Lưu trữ vào MongoDB</a:t>
            </a:r>
            <a:endParaRPr lang="vi-VN"/>
          </a:p>
        </p:txBody>
      </p:sp>
      <p:sp>
        <p:nvSpPr>
          <p:cNvPr id="1842" name="Google Shape;1842;p46"/>
          <p:cNvSpPr txBox="1"/>
          <p:nvPr>
            <p:ph type="subTitle" idx="1"/>
          </p:nvPr>
        </p:nvSpPr>
        <p:spPr>
          <a:xfrm>
            <a:off x="720000" y="2359400"/>
            <a:ext cx="3145200" cy="22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Lưu trang web, tài liệu và đồ thị liên kết.</a:t>
            </a:r>
            <a:endParaRPr lang="vi-VN"/>
          </a:p>
          <a:p>
            <a:pPr marL="0" lvl="0" indent="0" algn="l" rtl="0">
              <a:spcBef>
                <a:spcPts val="0"/>
              </a:spcBef>
              <a:spcAft>
                <a:spcPts val="0"/>
              </a:spcAft>
              <a:buNone/>
            </a:pPr>
            <a:r>
              <a:rPr lang="vi-VN"/>
              <a:t>Văn bản giới thiệu của một trang gom từ các câu trang khác dùng để dẫn tới nó.</a:t>
            </a:r>
            <a:endParaRPr lang="vi-VN"/>
          </a:p>
          <a:p>
            <a:pPr marL="0" lvl="0" indent="0" algn="l" rtl="0">
              <a:spcBef>
                <a:spcPts val="0"/>
              </a:spcBef>
              <a:spcAft>
                <a:spcPts val="0"/>
              </a:spcAft>
              <a:buNone/>
            </a:pPr>
            <a:r>
              <a:rPr lang="vi-VN"/>
              <a:t>Ảnh được tải sau khi thu thập xong.</a:t>
            </a:r>
            <a:endParaRPr lang="vi-VN"/>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5" name="Google Shape;1845;p46"/>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6" name="Google Shape;1846;p46"/>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7" name="Google Shape;1847;p46"/>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8" name="Google Shape;1848;p46"/>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9" name="Google Shape;1849;p46"/>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0" name="Google Shape;1850;p46"/>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9064" name="storage.png" descr="storage.png"/>
          <p:cNvPicPr>
            <a:picLocks noChangeAspect="1"/>
          </p:cNvPicPr>
          <p:nvPr/>
        </p:nvPicPr>
        <p:blipFill>
          <a:blip r:embed="rId1"/>
          <a:stretch>
            <a:fillRect/>
          </a:stretch>
        </p:blipFill>
        <p:spPr>
          <a:xfrm>
            <a:off x="4497083" y="228600"/>
            <a:ext cx="3898872" cy="46634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Lược đồ dữ liệu và xuất dữ liệu</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9058" name="luoc-do-mongo.png" descr="luoc-do-mongo.png"/>
          <p:cNvPicPr>
            <a:picLocks noChangeAspect="1"/>
          </p:cNvPicPr>
          <p:nvPr/>
        </p:nvPicPr>
        <p:blipFill>
          <a:blip r:embed="rId1"/>
          <a:stretch>
            <a:fillRect/>
          </a:stretch>
        </p:blipFill>
        <p:spPr>
          <a:xfrm>
            <a:off x="2275425" y="1097280"/>
            <a:ext cx="4593148" cy="38404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482" name="Shape 1482"/>
        <p:cNvGrpSpPr/>
        <p:nvPr/>
      </p:nvGrpSpPr>
      <p:grpSpPr>
        <a:xfrm>
          <a:off x="0" y="0"/>
          <a:ext cx="0" cy="0"/>
          <a:chOff x="0" y="0"/>
          <a:chExt cx="0" cy="0"/>
        </a:xfrm>
      </p:grpSpPr>
      <p:sp>
        <p:nvSpPr>
          <p:cNvPr id="1483" name="Google Shape;1483;p38"/>
          <p:cNvSpPr txBox="1"/>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03</a:t>
            </a:r>
            <a:endParaRPr lang="vi-VN"/>
          </a:p>
        </p:txBody>
      </p:sp>
      <p:sp>
        <p:nvSpPr>
          <p:cNvPr id="1484" name="Google Shape;1484;p38"/>
          <p:cNvSpPr txBox="1"/>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Lập chỉ mục và tìm kiếm trên kho dữ liệu</a:t>
            </a:r>
            <a:endParaRPr lang="vi-VN"/>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1"/>
            <a:srcRect l="16960" t="24719" r="7121" b="26177"/>
            <a:stretch>
              <a:fillRect/>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491" name="Google Shape;1491;p38"/>
          <p:cNvSpPr txBox="1"/>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3600"/>
              <a:t>Tìm kiếm Lucene</a:t>
            </a:r>
            <a:endParaRPr lang="vi-VN" sz="3600"/>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498" name="Google Shape;1498;p38"/>
            <p:cNvPicPr preferRelativeResize="0"/>
            <p:nvPr/>
          </p:nvPicPr>
          <p:blipFill rotWithShape="1">
            <a:blip r:embed="rId1"/>
            <a:srcRect l="16960" t="24719" r="7121" b="26177"/>
            <a:stretch>
              <a:fillRect/>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Kiến trúc tìm kiếm</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pic>
        <p:nvPicPr>
          <p:cNvPr id="9065" name="kien-truc-lucene.png" descr="kien-truc-lucene.png"/>
          <p:cNvPicPr>
            <a:picLocks noChangeAspect="1"/>
          </p:cNvPicPr>
          <p:nvPr/>
        </p:nvPicPr>
        <p:blipFill>
          <a:blip r:embed="rId1"/>
          <a:stretch>
            <a:fillRect/>
          </a:stretch>
        </p:blipFill>
        <p:spPr>
          <a:xfrm>
            <a:off x="600000" y="1825594"/>
            <a:ext cx="7944000" cy="234881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Tiền xử lý văn bản tiếng Việt</a:t>
            </a:r>
            <a:endParaRPr lang="vi-VN"/>
          </a:p>
        </p:txBody>
      </p:sp>
      <p:pic>
        <p:nvPicPr>
          <p:cNvPr id="9066" name="tien-xu-ly.png" descr="tien-xu-ly.png"/>
          <p:cNvPicPr>
            <a:picLocks noChangeAspect="1"/>
          </p:cNvPicPr>
          <p:nvPr/>
        </p:nvPicPr>
        <p:blipFill>
          <a:blip r:embed="rId1"/>
          <a:stretch>
            <a:fillRect/>
          </a:stretch>
        </p:blipFill>
        <p:spPr>
          <a:xfrm>
            <a:off x="4650000" y="1766202"/>
            <a:ext cx="4150000" cy="2567596"/>
          </a:xfrm>
          <a:prstGeom prst="rect">
            <a:avLst/>
          </a:prstGeom>
        </p:spPr>
      </p:pic>
      <p:sp>
        <p:nvSpPr>
          <p:cNvPr id="1532" name="Google Shape;1532;p39"/>
          <p:cNvSpPr txBox="1"/>
          <p:nvPr>
            <p:ph type="subTitle" idx="2"/>
          </p:nvPr>
        </p:nvSpPr>
        <p:spPr>
          <a:xfrm>
            <a:off x="720000" y="1250000"/>
            <a:ext cx="3500000" cy="3300000"/>
          </a:xfrm>
          <a:prstGeom prst="rect">
            <a:avLst/>
          </a:prstGeom>
        </p:spPr>
        <p:txBody>
          <a:bodyPr spcFirstLastPara="1" wrap="square" lIns="91425" tIns="91425" rIns="91425" bIns="91425" anchor="t" anchorCtr="0">
            <a:noAutofit/>
          </a:bodyPr>
          <a:lstStyle/>
          <a:p>
            <a:pPr marL="0" lvl="0" indent="0" algn="l" rtl="0">
              <a:spcBef>
                <a:spcPts val="0"/>
              </a:spcBef>
              <a:spcAft>
                <a:spcPts val="900"/>
              </a:spcAft>
              <a:buNone/>
            </a:pPr>
            <a:r>
              <a:rPr lang="vi-VN"/>
              <a:t>Tài liệu và truy vấn đi qua cùng một chuỗi bước.</a:t>
            </a:r>
            <a:endParaRPr lang="vi-VN"/>
          </a:p>
          <a:p>
            <a:pPr marL="0" lvl="0" indent="0" algn="l" rtl="0">
              <a:spcBef>
                <a:spcPts val="0"/>
              </a:spcBef>
              <a:spcAft>
                <a:spcPts val="900"/>
              </a:spcAft>
              <a:buNone/>
            </a:pPr>
            <a:r>
              <a:rPr lang="vi-VN"/>
              <a:t>VnCoreNLP </a:t>
            </a:r>
            <a:r>
              <a:rPr lang="en-US" altLang="vi-VN"/>
              <a:t>dùng để tách</a:t>
            </a:r>
            <a:r>
              <a:rPr lang="vi-VN"/>
              <a:t> từ; văn bản dài được cắt theo dòng trước khi tách.</a:t>
            </a:r>
            <a:endParaRPr lang="vi-VN"/>
          </a:p>
          <a:p>
            <a:pPr marL="0" lvl="0" indent="0" algn="l" rtl="0">
              <a:spcBef>
                <a:spcPts val="0"/>
              </a:spcBef>
              <a:spcAft>
                <a:spcPts val="900"/>
              </a:spcAft>
              <a:buNone/>
            </a:pPr>
            <a:r>
              <a:rPr lang="vi-VN"/>
              <a:t>Bỏ dấu, nên gõ không dấu vẫn tìm được.</a:t>
            </a:r>
            <a:endParaRPr lang="vi-VN"/>
          </a:p>
          <a:p>
            <a:pPr marL="0" lvl="0" indent="0" algn="l" rtl="0">
              <a:spcBef>
                <a:spcPts val="0"/>
              </a:spcBef>
              <a:spcAft>
                <a:spcPts val="900"/>
              </a:spcAft>
              <a:buNone/>
            </a:pPr>
            <a:r>
              <a:rPr lang="vi-VN"/>
              <a:t>Giữ từ ghép và thêm từng âm tiết</a:t>
            </a:r>
            <a:r>
              <a:rPr lang="en-US" altLang="vi-VN"/>
              <a:t> đúng vị trí</a:t>
            </a:r>
            <a:r>
              <a:rPr lang="vi-VN"/>
              <a:t>, để khớp theo cụm khi cách tách từ lệch nhau.</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Lập chỉ mục</a:t>
            </a:r>
            <a:endParaRPr lang="vi-VN"/>
          </a:p>
        </p:txBody>
      </p:sp>
      <p:pic>
        <p:nvPicPr>
          <p:cNvPr id="9067" name="lap-chi-muc.png" descr="lap-chi-muc.png"/>
          <p:cNvPicPr>
            <a:picLocks noChangeAspect="1"/>
          </p:cNvPicPr>
          <p:nvPr/>
        </p:nvPicPr>
        <p:blipFill>
          <a:blip r:embed="rId1"/>
          <a:stretch>
            <a:fillRect/>
          </a:stretch>
        </p:blipFill>
        <p:spPr>
          <a:xfrm>
            <a:off x="4650000" y="1300000"/>
            <a:ext cx="4150000" cy="2828050"/>
          </a:xfrm>
          <a:prstGeom prst="rect">
            <a:avLst/>
          </a:prstGeom>
        </p:spPr>
      </p:pic>
      <p:sp>
        <p:nvSpPr>
          <p:cNvPr id="1532" name="Google Shape;1532;p39"/>
          <p:cNvSpPr txBox="1"/>
          <p:nvPr>
            <p:ph type="subTitle" idx="2"/>
          </p:nvPr>
        </p:nvSpPr>
        <p:spPr>
          <a:xfrm>
            <a:off x="720000" y="1250000"/>
            <a:ext cx="3500000" cy="3300000"/>
          </a:xfrm>
          <a:prstGeom prst="rect">
            <a:avLst/>
          </a:prstGeom>
        </p:spPr>
        <p:txBody>
          <a:bodyPr spcFirstLastPara="1" wrap="square" lIns="91425" tIns="91425" rIns="91425" bIns="91425" anchor="t" anchorCtr="0">
            <a:noAutofit/>
          </a:bodyPr>
          <a:lstStyle/>
          <a:p>
            <a:pPr marL="0" lvl="0" indent="0" algn="l" rtl="0">
              <a:spcBef>
                <a:spcPts val="0"/>
              </a:spcBef>
              <a:spcAft>
                <a:spcPts val="900"/>
              </a:spcAft>
              <a:buNone/>
            </a:pPr>
            <a:r>
              <a:rPr lang="vi-VN"/>
              <a:t>Mỗi trang, mỗi tệp là một tài liệu, khoá là URL; trang trùng nội dung bị bỏ.</a:t>
            </a:r>
            <a:endParaRPr lang="vi-VN"/>
          </a:p>
          <a:p>
            <a:pPr marL="0" lvl="0" indent="0" algn="l" rtl="0">
              <a:spcBef>
                <a:spcPts val="0"/>
              </a:spcBef>
              <a:spcAft>
                <a:spcPts val="900"/>
              </a:spcAft>
              <a:buNone/>
            </a:pPr>
            <a:r>
              <a:rPr lang="vi-VN"/>
              <a:t>Tệp PDF được gắn văn bản các liên kết trỏ tới nó; ảnh tìm qua tiêu đề, nội dung trang chứa ảnh và tên tệp.</a:t>
            </a:r>
            <a:endParaRPr lang="vi-VN"/>
          </a:p>
          <a:p>
            <a:pPr marL="0" lvl="0" indent="0" algn="l" rtl="0">
              <a:spcBef>
                <a:spcPts val="0"/>
              </a:spcBef>
              <a:spcAft>
                <a:spcPts val="900"/>
              </a:spcAft>
              <a:buNone/>
            </a:pPr>
            <a:r>
              <a:rPr lang="vi-VN"/>
              <a:t>Đồng bộ chỉ đọc bản ghi vừa đổi: thêm, ghi đè hoặc xoá.</a:t>
            </a:r>
            <a:endParaRPr lang="vi-VN"/>
          </a:p>
          <a:p>
            <a:pPr marL="0" lvl="0" indent="0" algn="l" rtl="0">
              <a:spcBef>
                <a:spcPts val="0"/>
              </a:spcBef>
              <a:spcAft>
                <a:spcPts val="900"/>
              </a:spcAft>
              <a:buNone/>
            </a:pPr>
            <a:r>
              <a:rPr lang="vi-VN"/>
              <a:t>PageRank bỏ liên kết khuôn mẫu như menu, chân trang</a:t>
            </a:r>
            <a:r>
              <a:rPr lang="en-US" altLang="vi-VN"/>
              <a:t> do có rất nhiều url cùng 1 page</a:t>
            </a:r>
            <a:r>
              <a:rPr lang="vi-VN"/>
              <a:t>.</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Tìm kiếm và xếp hạng</a:t>
            </a:r>
            <a:endParaRPr lang="vi-VN"/>
          </a:p>
        </p:txBody>
      </p:sp>
      <p:pic>
        <p:nvPicPr>
          <p:cNvPr id="9068" name="tim-kiem.png" descr="tim-kiem.png"/>
          <p:cNvPicPr>
            <a:picLocks noChangeAspect="1"/>
          </p:cNvPicPr>
          <p:nvPr/>
        </p:nvPicPr>
        <p:blipFill>
          <a:blip r:embed="rId1"/>
          <a:stretch>
            <a:fillRect/>
          </a:stretch>
        </p:blipFill>
        <p:spPr>
          <a:xfrm>
            <a:off x="4650000" y="1307586"/>
            <a:ext cx="4150000" cy="3484828"/>
          </a:xfrm>
          <a:prstGeom prst="rect">
            <a:avLst/>
          </a:prstGeom>
        </p:spPr>
      </p:pic>
      <p:sp>
        <p:nvSpPr>
          <p:cNvPr id="1532" name="Google Shape;1532;p39"/>
          <p:cNvSpPr txBox="1"/>
          <p:nvPr>
            <p:ph type="subTitle" idx="2"/>
          </p:nvPr>
        </p:nvSpPr>
        <p:spPr>
          <a:xfrm>
            <a:off x="720000" y="1250000"/>
            <a:ext cx="3500000" cy="3300000"/>
          </a:xfrm>
          <a:prstGeom prst="rect">
            <a:avLst/>
          </a:prstGeom>
        </p:spPr>
        <p:txBody>
          <a:bodyPr spcFirstLastPara="1" wrap="square" lIns="91425" tIns="91425" rIns="91425" bIns="91425" anchor="t" anchorCtr="0">
            <a:noAutofit/>
          </a:bodyPr>
          <a:lstStyle/>
          <a:p>
            <a:pPr marL="0" lvl="0" indent="0" algn="l" rtl="0">
              <a:spcBef>
                <a:spcPts val="0"/>
              </a:spcBef>
              <a:spcAft>
                <a:spcPts val="900"/>
              </a:spcAft>
              <a:buNone/>
            </a:pPr>
            <a:r>
              <a:rPr lang="vi-VN"/>
              <a:t>Truy vấn trơn:</a:t>
            </a:r>
            <a:r>
              <a:rPr lang="en-US" altLang="vi-VN"/>
              <a:t> tính điểm theo</a:t>
            </a:r>
            <a:r>
              <a:rPr lang="vi-VN"/>
              <a:t> âm tiết đứng liền nhau</a:t>
            </a:r>
            <a:r>
              <a:rPr lang="en-US" altLang="vi-VN"/>
              <a:t> +</a:t>
            </a:r>
            <a:r>
              <a:rPr lang="vi-VN"/>
              <a:t> từ ghép.</a:t>
            </a:r>
            <a:endParaRPr lang="vi-VN"/>
          </a:p>
          <a:p>
            <a:pPr marL="0" lvl="0" indent="0" algn="l" rtl="0">
              <a:spcBef>
                <a:spcPts val="0"/>
              </a:spcBef>
              <a:spcAft>
                <a:spcPts val="900"/>
              </a:spcAft>
              <a:buNone/>
            </a:pPr>
            <a:r>
              <a:rPr lang="vi-VN"/>
              <a:t>T</a:t>
            </a:r>
            <a:r>
              <a:rPr lang="en-US" altLang="vi-VN"/>
              <a:t>itle có trọng số x3</a:t>
            </a:r>
            <a:r>
              <a:rPr lang="vi-VN"/>
              <a:t> </a:t>
            </a:r>
            <a:r>
              <a:rPr lang="en-US" altLang="vi-VN"/>
              <a:t>content, intro có trọng số x1.5 content</a:t>
            </a:r>
            <a:r>
              <a:rPr lang="vi-VN"/>
              <a:t>.</a:t>
            </a:r>
            <a:endParaRPr lang="vi-VN"/>
          </a:p>
          <a:p>
            <a:pPr marL="0" lvl="0" indent="0" algn="l" rtl="0">
              <a:spcBef>
                <a:spcPts val="0"/>
              </a:spcBef>
              <a:spcAft>
                <a:spcPts val="900"/>
              </a:spcAft>
              <a:buNone/>
            </a:pPr>
            <a:r>
              <a:rPr lang="vi-VN"/>
              <a:t>Thêm viết tắt của trường, như ktx thành ký túc xá.</a:t>
            </a:r>
            <a:endParaRPr lang="vi-VN"/>
          </a:p>
          <a:p>
            <a:pPr marL="0" lvl="0" indent="0" algn="l" rtl="0">
              <a:spcBef>
                <a:spcPts val="0"/>
              </a:spcBef>
              <a:spcAft>
                <a:spcPts val="900"/>
              </a:spcAft>
              <a:buNone/>
            </a:pPr>
            <a:r>
              <a:rPr lang="vi-VN"/>
              <a:t>Điểm = BM25 × (1 + 0,5 · PageRank).</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482" name="Shape 1482"/>
        <p:cNvGrpSpPr/>
        <p:nvPr/>
      </p:nvGrpSpPr>
      <p:grpSpPr>
        <a:xfrm>
          <a:off x="0" y="0"/>
          <a:ext cx="0" cy="0"/>
          <a:chOff x="0" y="0"/>
          <a:chExt cx="0" cy="0"/>
        </a:xfrm>
      </p:grpSpPr>
      <p:sp>
        <p:nvSpPr>
          <p:cNvPr id="1483" name="Google Shape;1483;p38"/>
          <p:cNvSpPr txBox="1"/>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a:t>04</a:t>
            </a:r>
            <a:endParaRPr lang="vi-VN"/>
          </a:p>
        </p:txBody>
      </p:sp>
      <p:sp>
        <p:nvSpPr>
          <p:cNvPr id="1484" name="Google Shape;1484;p38"/>
          <p:cNvSpPr txBox="1"/>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Bộ dữ liệu thu được và kết quả tìm kiếm</a:t>
            </a:r>
            <a:endParaRPr lang="vi-VN"/>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1"/>
            <a:srcRect l="16960" t="24719" r="7121" b="26177"/>
            <a:stretch>
              <a:fillRect/>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1491" name="Google Shape;1491;p38"/>
          <p:cNvSpPr txBox="1"/>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vi-VN" sz="3600"/>
              <a:t>Kết quả</a:t>
            </a:r>
            <a:endParaRPr lang="vi-VN" sz="3600"/>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6" name="Google Shape;1496;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7" name="Google Shape;1497;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1498" name="Google Shape;1498;p38"/>
            <p:cNvPicPr preferRelativeResize="0"/>
            <p:nvPr/>
          </p:nvPicPr>
          <p:blipFill rotWithShape="1">
            <a:blip r:embed="rId1"/>
            <a:srcRect l="16960" t="24719" r="7121" b="26177"/>
            <a:stretch>
              <a:fillRect/>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24" name="Google Shape;1524;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5" name="Google Shape;1525;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915" name="Shape 1915"/>
        <p:cNvGrpSpPr/>
        <p:nvPr/>
      </p:nvGrpSpPr>
      <p:grpSpPr>
        <a:xfrm>
          <a:off x="0" y="0"/>
          <a:ext cx="0" cy="0"/>
          <a:chOff x="0" y="0"/>
          <a:chExt cx="0" cy="0"/>
        </a:xfrm>
      </p:grpSpPr>
      <p:sp>
        <p:nvSpPr>
          <p:cNvPr id="1916" name="Google Shape;1916;p48"/>
          <p:cNvSpPr txBox="1"/>
          <p:nvPr>
            <p:ph type="title"/>
          </p:nvPr>
        </p:nvSpPr>
        <p:spPr>
          <a:xfrm>
            <a:off x="2358450" y="664988"/>
            <a:ext cx="4696800"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141.353 trang</a:t>
            </a:r>
            <a:endParaRPr lang="vi-VN"/>
          </a:p>
        </p:txBody>
      </p:sp>
      <p:sp>
        <p:nvSpPr>
          <p:cNvPr id="1917" name="Google Shape;1917;p48"/>
          <p:cNvSpPr txBox="1"/>
          <p:nvPr>
            <p:ph type="subTitle" idx="1"/>
          </p:nvPr>
        </p:nvSpPr>
        <p:spPr>
          <a:xfrm>
            <a:off x="2358450" y="1282313"/>
            <a:ext cx="4696800" cy="5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từ 77 website, kèm 5.860 tệp tài liệu</a:t>
            </a:r>
            <a:endParaRPr lang="vi-VN"/>
          </a:p>
        </p:txBody>
      </p:sp>
      <p:sp>
        <p:nvSpPr>
          <p:cNvPr id="1918" name="Google Shape;1918;p48"/>
          <p:cNvSpPr txBox="1"/>
          <p:nvPr>
            <p:ph type="title" idx="2"/>
          </p:nvPr>
        </p:nvSpPr>
        <p:spPr>
          <a:xfrm>
            <a:off x="2358450" y="2027244"/>
            <a:ext cx="4696800"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98.274 ảnh</a:t>
            </a:r>
            <a:endParaRPr lang="vi-VN"/>
          </a:p>
        </p:txBody>
      </p:sp>
      <p:sp>
        <p:nvSpPr>
          <p:cNvPr id="1919" name="Google Shape;1919;p48"/>
          <p:cNvSpPr txBox="1"/>
          <p:nvPr>
            <p:ph type="subTitle" idx="3"/>
          </p:nvPr>
        </p:nvSpPr>
        <p:spPr>
          <a:xfrm>
            <a:off x="2358450" y="2645558"/>
            <a:ext cx="4696800" cy="5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đã tải về từ các trang thu thập</a:t>
            </a:r>
            <a:endParaRPr lang="vi-VN"/>
          </a:p>
        </p:txBody>
      </p:sp>
      <p:sp>
        <p:nvSpPr>
          <p:cNvPr id="1920" name="Google Shape;1920;p48"/>
          <p:cNvSpPr txBox="1"/>
          <p:nvPr>
            <p:ph type="title" idx="4"/>
          </p:nvPr>
        </p:nvSpPr>
        <p:spPr>
          <a:xfrm>
            <a:off x="2358450" y="3390475"/>
            <a:ext cx="4696800" cy="768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vi-VN"/>
              <a:t>8,25 triệu</a:t>
            </a:r>
            <a:endParaRPr lang="vi-VN"/>
          </a:p>
        </p:txBody>
      </p:sp>
      <p:sp>
        <p:nvSpPr>
          <p:cNvPr id="1921" name="Google Shape;1921;p48"/>
          <p:cNvSpPr txBox="1"/>
          <p:nvPr>
            <p:ph type="subTitle" idx="5"/>
          </p:nvPr>
        </p:nvSpPr>
        <p:spPr>
          <a:xfrm>
            <a:off x="2358450" y="4009779"/>
            <a:ext cx="4696800" cy="5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liên kết giữa các trang trong đồ thị</a:t>
            </a:r>
            <a:endParaRPr lang="vi-VN"/>
          </a:p>
        </p:txBody>
      </p:sp>
      <p:grpSp>
        <p:nvGrpSpPr>
          <p:cNvPr id="1922" name="Google Shape;1922;p48"/>
          <p:cNvGrpSpPr/>
          <p:nvPr/>
        </p:nvGrpSpPr>
        <p:grpSpPr>
          <a:xfrm>
            <a:off x="7143188" y="-2762276"/>
            <a:ext cx="4028179" cy="6346320"/>
            <a:chOff x="6914588" y="-2762276"/>
            <a:chExt cx="4028179" cy="6346320"/>
          </a:xfrm>
        </p:grpSpPr>
        <p:sp>
          <p:nvSpPr>
            <p:cNvPr id="1923" name="Google Shape;1923;p48"/>
            <p:cNvSpPr/>
            <p:nvPr/>
          </p:nvSpPr>
          <p:spPr>
            <a:xfrm>
              <a:off x="6914588" y="-276227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4" name="Google Shape;1924;p48"/>
            <p:cNvSpPr/>
            <p:nvPr/>
          </p:nvSpPr>
          <p:spPr>
            <a:xfrm>
              <a:off x="7191305" y="-124437"/>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5" name="Google Shape;1925;p48"/>
            <p:cNvSpPr/>
            <p:nvPr/>
          </p:nvSpPr>
          <p:spPr>
            <a:xfrm>
              <a:off x="7867013" y="75068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6" name="Google Shape;1926;p48"/>
            <p:cNvSpPr/>
            <p:nvPr/>
          </p:nvSpPr>
          <p:spPr>
            <a:xfrm>
              <a:off x="7789451" y="-2619788"/>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27" name="Google Shape;1927;p48"/>
          <p:cNvGrpSpPr/>
          <p:nvPr/>
        </p:nvGrpSpPr>
        <p:grpSpPr>
          <a:xfrm rot="-5400000">
            <a:off x="8884618" y="480749"/>
            <a:ext cx="88142" cy="1137387"/>
            <a:chOff x="3054755" y="4367024"/>
            <a:chExt cx="88142" cy="1137387"/>
          </a:xfrm>
        </p:grpSpPr>
        <p:sp>
          <p:nvSpPr>
            <p:cNvPr id="1928" name="Google Shape;1928;p48"/>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9" name="Google Shape;1929;p48"/>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30" name="Google Shape;1930;p48"/>
          <p:cNvGrpSpPr/>
          <p:nvPr/>
        </p:nvGrpSpPr>
        <p:grpSpPr>
          <a:xfrm>
            <a:off x="-1402325" y="1246899"/>
            <a:ext cx="2992224" cy="3549051"/>
            <a:chOff x="-1325700" y="1246899"/>
            <a:chExt cx="2992224" cy="3549051"/>
          </a:xfrm>
        </p:grpSpPr>
        <p:pic>
          <p:nvPicPr>
            <p:cNvPr id="1931" name="Google Shape;1931;p48"/>
            <p:cNvPicPr preferRelativeResize="0"/>
            <p:nvPr/>
          </p:nvPicPr>
          <p:blipFill rotWithShape="1">
            <a:blip r:embed="rId1"/>
            <a:srcRect l="16960" t="24719" r="7121" b="26177"/>
            <a:stretch>
              <a:fillRect/>
            </a:stretch>
          </p:blipFill>
          <p:spPr>
            <a:xfrm rot="-5400000">
              <a:off x="-1604113" y="1525312"/>
              <a:ext cx="3549051" cy="2992224"/>
            </a:xfrm>
            <a:prstGeom prst="rect">
              <a:avLst/>
            </a:prstGeom>
            <a:noFill/>
            <a:ln>
              <a:noFill/>
            </a:ln>
          </p:spPr>
        </p:pic>
        <p:grpSp>
          <p:nvGrpSpPr>
            <p:cNvPr id="1932" name="Google Shape;1932;p48"/>
            <p:cNvGrpSpPr/>
            <p:nvPr/>
          </p:nvGrpSpPr>
          <p:grpSpPr>
            <a:xfrm>
              <a:off x="-369917" y="2704683"/>
              <a:ext cx="906953" cy="1517787"/>
              <a:chOff x="79748" y="2808602"/>
              <a:chExt cx="906953" cy="1517787"/>
            </a:xfrm>
          </p:grpSpPr>
          <p:sp>
            <p:nvSpPr>
              <p:cNvPr id="1933" name="Google Shape;1933;p48"/>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4" name="Google Shape;1934;p48"/>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5" name="Google Shape;1935;p48"/>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6" name="Google Shape;1936;p48"/>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1937" name="Google Shape;1937;p48"/>
          <p:cNvGrpSpPr/>
          <p:nvPr/>
        </p:nvGrpSpPr>
        <p:grpSpPr>
          <a:xfrm rot="10800000">
            <a:off x="-181052" y="1778576"/>
            <a:ext cx="1421047" cy="2833357"/>
            <a:chOff x="334358" y="2186737"/>
            <a:chExt cx="1421047" cy="2833357"/>
          </a:xfrm>
        </p:grpSpPr>
        <p:sp>
          <p:nvSpPr>
            <p:cNvPr id="1938" name="Google Shape;1938;p48"/>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939" name="Google Shape;1939;p48"/>
            <p:cNvGrpSpPr/>
            <p:nvPr/>
          </p:nvGrpSpPr>
          <p:grpSpPr>
            <a:xfrm rot="5400000">
              <a:off x="1046250" y="3181856"/>
              <a:ext cx="161977" cy="161940"/>
              <a:chOff x="1101075" y="2142375"/>
              <a:chExt cx="439200" cy="439100"/>
            </a:xfrm>
          </p:grpSpPr>
          <p:sp>
            <p:nvSpPr>
              <p:cNvPr id="1940" name="Google Shape;1940;p4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1" name="Google Shape;1941;p4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942" name="Google Shape;1942;p48"/>
            <p:cNvGrpSpPr/>
            <p:nvPr/>
          </p:nvGrpSpPr>
          <p:grpSpPr>
            <a:xfrm rot="-5400000">
              <a:off x="628029" y="4564272"/>
              <a:ext cx="161977" cy="161940"/>
              <a:chOff x="1101075" y="2142375"/>
              <a:chExt cx="439200" cy="439100"/>
            </a:xfrm>
          </p:grpSpPr>
          <p:sp>
            <p:nvSpPr>
              <p:cNvPr id="1943" name="Google Shape;1943;p4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4" name="Google Shape;1944;p4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Kết quả tìm kiếm</a:t>
            </a:r>
            <a:endParaRPr lang="vi-VN"/>
          </a:p>
        </p:txBody>
      </p:sp>
      <p:pic>
        <p:nvPicPr>
          <p:cNvPr id="9069" name="ket-qua-tim-kiem.png" descr="ket-qua-tim-kiem.png"/>
          <p:cNvPicPr>
            <a:picLocks noChangeAspect="1"/>
          </p:cNvPicPr>
          <p:nvPr/>
        </p:nvPicPr>
        <p:blipFill>
          <a:blip r:embed="rId1"/>
          <a:stretch>
            <a:fillRect/>
          </a:stretch>
        </p:blipFill>
        <p:spPr>
          <a:xfrm>
            <a:off x="4650000" y="1224570"/>
            <a:ext cx="4150000" cy="3650859"/>
          </a:xfrm>
          <a:prstGeom prst="rect">
            <a:avLst/>
          </a:prstGeom>
        </p:spPr>
      </p:pic>
      <p:sp>
        <p:nvSpPr>
          <p:cNvPr id="1532" name="Google Shape;1532;p39"/>
          <p:cNvSpPr txBox="1"/>
          <p:nvPr>
            <p:ph type="subTitle" idx="2"/>
          </p:nvPr>
        </p:nvSpPr>
        <p:spPr>
          <a:xfrm>
            <a:off x="720000" y="1250000"/>
            <a:ext cx="3500000" cy="3300000"/>
          </a:xfrm>
          <a:prstGeom prst="rect">
            <a:avLst/>
          </a:prstGeom>
        </p:spPr>
        <p:txBody>
          <a:bodyPr spcFirstLastPara="1" wrap="square" lIns="91425" tIns="91425" rIns="91425" bIns="91425" anchor="t" anchorCtr="0">
            <a:noAutofit/>
          </a:bodyPr>
          <a:lstStyle/>
          <a:p>
            <a:pPr marL="0" lvl="0" indent="0" algn="l" rtl="0">
              <a:spcBef>
                <a:spcPts val="0"/>
              </a:spcBef>
              <a:spcAft>
                <a:spcPts val="900"/>
              </a:spcAft>
              <a:buNone/>
            </a:pPr>
            <a:r>
              <a:rPr lang="vi-VN"/>
              <a:t>116.132 tài liệu, chỉ mục 398 MB, lập trong 635 giây.</a:t>
            </a:r>
            <a:endParaRPr lang="vi-VN"/>
          </a:p>
          <a:p>
            <a:pPr marL="0" lvl="0" indent="0" algn="l" rtl="0">
              <a:spcBef>
                <a:spcPts val="0"/>
              </a:spcBef>
              <a:spcAft>
                <a:spcPts val="900"/>
              </a:spcAft>
              <a:buNone/>
            </a:pPr>
            <a:r>
              <a:rPr lang="vi-VN"/>
              <a:t>Khoảng 0,13 giây mỗi truy vấn.</a:t>
            </a:r>
            <a:endParaRPr lang="vi-VN"/>
          </a:p>
          <a:p>
            <a:pPr marL="0" lvl="0" indent="0" algn="l" rtl="0">
              <a:spcBef>
                <a:spcPts val="0"/>
              </a:spcBef>
              <a:spcAft>
                <a:spcPts val="900"/>
              </a:spcAft>
              <a:buNone/>
            </a:pPr>
            <a:r>
              <a:rPr lang="vi-VN"/>
              <a:t>Đồng bộ một đợt 161 bản ghi trong 1,1 giây.</a:t>
            </a:r>
            <a:endParaRPr lang="vi-VN"/>
          </a:p>
          <a:p>
            <a:pPr marL="0" lvl="0" indent="0" algn="l" rtl="0">
              <a:spcBef>
                <a:spcPts val="0"/>
              </a:spcBef>
              <a:spcAft>
                <a:spcPts val="900"/>
              </a:spcAft>
              <a:buNone/>
            </a:pPr>
            <a:r>
              <a:rPr lang="vi-VN"/>
              <a:t>Ẩn trùng: bản sao cùng bài trong top 10 của 20 truy vấn từ 29 còn 0.</a:t>
            </a:r>
            <a:endParaRPr lang="vi-VN"/>
          </a:p>
          <a:p>
            <a:pPr marL="0" lvl="0" indent="0" algn="l" rtl="0">
              <a:spcBef>
                <a:spcPts val="0"/>
              </a:spcBef>
              <a:spcAft>
                <a:spcPts val="900"/>
              </a:spcAft>
              <a:buNone/>
            </a:pP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410" name="Shape 2410"/>
        <p:cNvGrpSpPr/>
        <p:nvPr/>
      </p:nvGrpSpPr>
      <p:grpSpPr>
        <a:xfrm>
          <a:off x="0" y="0"/>
          <a:ext cx="0" cy="0"/>
          <a:chOff x="0" y="0"/>
          <a:chExt cx="0" cy="0"/>
        </a:xfrm>
      </p:grpSpPr>
      <p:sp>
        <p:nvSpPr>
          <p:cNvPr id="2412" name="Google Shape;2412;p64"/>
          <p:cNvSpPr txBox="1"/>
          <p:nvPr>
            <p:ph type="title"/>
          </p:nvPr>
        </p:nvSpPr>
        <p:spPr>
          <a:xfrm>
            <a:off x="1157302" y="1783080"/>
            <a:ext cx="51267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Cảm ơn!</a:t>
            </a:r>
            <a:endParaRPr lang="vi-VN"/>
          </a:p>
        </p:txBody>
      </p:sp>
      <p:grpSp>
        <p:nvGrpSpPr>
          <p:cNvPr id="2431" name="Google Shape;2431;p64"/>
          <p:cNvGrpSpPr/>
          <p:nvPr/>
        </p:nvGrpSpPr>
        <p:grpSpPr>
          <a:xfrm rot="10800000" flipH="1">
            <a:off x="6773992" y="-1205456"/>
            <a:ext cx="4151819" cy="5527900"/>
            <a:chOff x="6309526" y="836950"/>
            <a:chExt cx="3920509" cy="5219925"/>
          </a:xfrm>
        </p:grpSpPr>
        <p:pic>
          <p:nvPicPr>
            <p:cNvPr id="2432" name="Google Shape;2432;p64"/>
            <p:cNvPicPr preferRelativeResize="0"/>
            <p:nvPr/>
          </p:nvPicPr>
          <p:blipFill rotWithShape="1">
            <a:blip r:embed="rId1"/>
            <a:srcRect l="16960" t="24719" r="7121" b="26177"/>
            <a:stretch>
              <a:fillRect/>
            </a:stretch>
          </p:blipFill>
          <p:spPr>
            <a:xfrm>
              <a:off x="6309535" y="3064650"/>
              <a:ext cx="3920501" cy="2992224"/>
            </a:xfrm>
            <a:prstGeom prst="rect">
              <a:avLst/>
            </a:prstGeom>
            <a:noFill/>
            <a:ln>
              <a:noFill/>
            </a:ln>
          </p:spPr>
        </p:pic>
        <p:sp>
          <p:nvSpPr>
            <p:cNvPr id="2433" name="Google Shape;2433;p64"/>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4" name="Google Shape;2434;p64"/>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5" name="Google Shape;2435;p64"/>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436" name="Google Shape;2436;p64"/>
            <p:cNvGrpSpPr/>
            <p:nvPr/>
          </p:nvGrpSpPr>
          <p:grpSpPr>
            <a:xfrm>
              <a:off x="7280400" y="3719575"/>
              <a:ext cx="582050" cy="582425"/>
              <a:chOff x="959750" y="3039275"/>
              <a:chExt cx="582050" cy="582425"/>
            </a:xfrm>
          </p:grpSpPr>
          <p:sp>
            <p:nvSpPr>
              <p:cNvPr id="2437" name="Google Shape;2437;p6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8" name="Google Shape;2438;p6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9" name="Google Shape;2439;p6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0" name="Google Shape;2440;p6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1" name="Google Shape;2441;p6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2" name="Google Shape;2442;p6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3" name="Google Shape;2443;p6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44" name="Google Shape;2444;p64"/>
            <p:cNvGrpSpPr/>
            <p:nvPr/>
          </p:nvGrpSpPr>
          <p:grpSpPr>
            <a:xfrm>
              <a:off x="7728436" y="3524084"/>
              <a:ext cx="134004" cy="134004"/>
              <a:chOff x="8356813" y="1074288"/>
              <a:chExt cx="351900" cy="351900"/>
            </a:xfrm>
          </p:grpSpPr>
          <p:sp>
            <p:nvSpPr>
              <p:cNvPr id="2445" name="Google Shape;2445;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6" name="Google Shape;2446;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47" name="Google Shape;2447;p64"/>
            <p:cNvGrpSpPr/>
            <p:nvPr/>
          </p:nvGrpSpPr>
          <p:grpSpPr>
            <a:xfrm>
              <a:off x="7344361" y="3150259"/>
              <a:ext cx="134004" cy="134004"/>
              <a:chOff x="8356813" y="1074288"/>
              <a:chExt cx="351900" cy="351900"/>
            </a:xfrm>
          </p:grpSpPr>
          <p:sp>
            <p:nvSpPr>
              <p:cNvPr id="2448" name="Google Shape;2448;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9" name="Google Shape;2449;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50" name="Google Shape;2450;p64"/>
            <p:cNvGrpSpPr/>
            <p:nvPr/>
          </p:nvGrpSpPr>
          <p:grpSpPr>
            <a:xfrm>
              <a:off x="8337811" y="2464059"/>
              <a:ext cx="134004" cy="134004"/>
              <a:chOff x="8356813" y="1074288"/>
              <a:chExt cx="351900" cy="351900"/>
            </a:xfrm>
          </p:grpSpPr>
          <p:sp>
            <p:nvSpPr>
              <p:cNvPr id="2451" name="Google Shape;2451;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2" name="Google Shape;2452;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453" name="Google Shape;2453;p64"/>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454" name="Google Shape;2454;p64"/>
            <p:cNvGrpSpPr/>
            <p:nvPr/>
          </p:nvGrpSpPr>
          <p:grpSpPr>
            <a:xfrm>
              <a:off x="8337812" y="3492483"/>
              <a:ext cx="699928" cy="1651024"/>
              <a:chOff x="8337812" y="3492483"/>
              <a:chExt cx="699928" cy="1651024"/>
            </a:xfrm>
          </p:grpSpPr>
          <p:sp>
            <p:nvSpPr>
              <p:cNvPr id="2455" name="Google Shape;2455;p6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6" name="Google Shape;2456;p6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7" name="Google Shape;2457;p6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58" name="Google Shape;2458;p64"/>
            <p:cNvGrpSpPr/>
            <p:nvPr/>
          </p:nvGrpSpPr>
          <p:grpSpPr>
            <a:xfrm>
              <a:off x="7945225" y="4302000"/>
              <a:ext cx="904666" cy="726121"/>
              <a:chOff x="7945225" y="4302000"/>
              <a:chExt cx="904666" cy="726121"/>
            </a:xfrm>
          </p:grpSpPr>
          <p:sp>
            <p:nvSpPr>
              <p:cNvPr id="2459" name="Google Shape;2459;p6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0" name="Google Shape;2460;p6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1" name="Google Shape;2461;p6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462" name="Google Shape;2462;p64"/>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463" name="Google Shape;2463;p64"/>
          <p:cNvGrpSpPr/>
          <p:nvPr/>
        </p:nvGrpSpPr>
        <p:grpSpPr>
          <a:xfrm>
            <a:off x="1234025" y="4151751"/>
            <a:ext cx="4558967" cy="134100"/>
            <a:chOff x="796100" y="3019701"/>
            <a:chExt cx="4558967" cy="134100"/>
          </a:xfrm>
        </p:grpSpPr>
        <p:sp>
          <p:nvSpPr>
            <p:cNvPr id="2464" name="Google Shape;2464;p6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465" name="Google Shape;2465;p6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66" name="Google Shape;2466;p6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Ẩn kết quả trùng lặp</a:t>
            </a:r>
            <a:endParaRPr lang="vi-VN"/>
          </a:p>
        </p:txBody>
      </p:sp>
      <p:pic>
        <p:nvPicPr>
          <p:cNvPr id="9068" name="an-trung.png" descr="an-trung.png"/>
          <p:cNvPicPr>
            <a:picLocks noChangeAspect="1"/>
          </p:cNvPicPr>
          <p:nvPr/>
        </p:nvPicPr>
        <p:blipFill>
          <a:blip r:embed="rId1"/>
          <a:stretch>
            <a:fillRect/>
          </a:stretch>
        </p:blipFill>
        <p:spPr>
          <a:xfrm>
            <a:off x="4738203" y="1150000"/>
            <a:ext cx="4061797" cy="3750000"/>
          </a:xfrm>
          <a:prstGeom prst="rect">
            <a:avLst/>
          </a:prstGeom>
        </p:spPr>
      </p:pic>
      <p:sp>
        <p:nvSpPr>
          <p:cNvPr id="1532" name="Google Shape;1532;p39"/>
          <p:cNvSpPr txBox="1"/>
          <p:nvPr>
            <p:ph type="subTitle" idx="2"/>
          </p:nvPr>
        </p:nvSpPr>
        <p:spPr>
          <a:xfrm>
            <a:off x="720000" y="1250000"/>
            <a:ext cx="3500000" cy="3300000"/>
          </a:xfrm>
          <a:prstGeom prst="rect">
            <a:avLst/>
          </a:prstGeom>
        </p:spPr>
        <p:txBody>
          <a:bodyPr spcFirstLastPara="1" wrap="square" lIns="91425" tIns="91425" rIns="91425" bIns="91425" anchor="t" anchorCtr="0">
            <a:noAutofit/>
          </a:bodyPr>
          <a:lstStyle/>
          <a:p>
            <a:pPr marL="0" lvl="0" indent="0" algn="l" rtl="0">
              <a:spcBef>
                <a:spcPts val="0"/>
              </a:spcBef>
              <a:spcAft>
                <a:spcPts val="900"/>
              </a:spcAft>
              <a:buNone/>
            </a:pPr>
            <a:r>
              <a:rPr lang="vi-VN"/>
              <a:t>Một bài thường có nhiều địa chỉ: bản tiếng Việt, bản tiếng Anh, bản in.</a:t>
            </a:r>
            <a:endParaRPr lang="vi-VN"/>
          </a:p>
          <a:p>
            <a:pPr marL="0" lvl="0" indent="0" algn="l" rtl="0">
              <a:spcBef>
                <a:spcPts val="0"/>
              </a:spcBef>
              <a:spcAft>
                <a:spcPts val="900"/>
              </a:spcAft>
              <a:buNone/>
            </a:pPr>
            <a:r>
              <a:rPr lang="vi-VN"/>
              <a:t>Chỉ so nội dung không đủ: ba bản chỉ giống nhau 0,84 và 0,86.</a:t>
            </a:r>
            <a:endParaRPr lang="vi-VN"/>
          </a:p>
          <a:p>
            <a:pPr marL="0" lvl="0" indent="0" algn="l" rtl="0">
              <a:spcBef>
                <a:spcPts val="0"/>
              </a:spcBef>
              <a:spcAft>
                <a:spcPts val="900"/>
              </a:spcAft>
              <a:buNone/>
            </a:pPr>
            <a:r>
              <a:rPr lang="vi-VN"/>
              <a:t>Ẩn khi nội dung giống từ 90%, hoặc cùng tiêu đề và thêm: cùng đường dẫn hay nội dung giống từ 60%.</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Phân loại URL và lịch tải lại</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aphicFrame>
        <p:nvGraphicFramePr>
          <p:cNvPr id="9001" name="Bảng loại URL" descr="Bốn loại URL, cách nhận biết và lịch tải lại"/>
          <p:cNvGraphicFramePr>
            <a:graphicFrameLocks noGrp="1"/>
          </p:cNvGraphicFramePr>
          <p:nvPr/>
        </p:nvGraphicFramePr>
        <p:xfrm>
          <a:off x="720000" y="1080000"/>
          <a:ext cx="7704000" cy="1860000"/>
        </p:xfrm>
        <a:graphic>
          <a:graphicData uri="http://schemas.openxmlformats.org/drawingml/2006/table">
            <a:tbl>
              <a:tblPr firstRow="1"/>
              <a:tblGrid>
                <a:gridCol w="1250000"/>
                <a:gridCol w="3000000"/>
                <a:gridCol w="950000"/>
                <a:gridCol w="2504000"/>
              </a:tblGrid>
              <a:tr h="340000">
                <a:tc>
                  <a:txBody>
                    <a:bodyPr/>
                    <a:lstStyle/>
                    <a:p>
                      <a:pPr marL="0" indent="0">
                        <a:buNone/>
                      </a:pPr>
                      <a:r>
                        <a:rPr lang="vi-VN" sz="1100" b="1">
                          <a:solidFill>
                            <a:schemeClr val="lt1"/>
                          </a:solidFill>
                          <a:latin typeface="Be Vietnam Pro"/>
                          <a:ea typeface="Be Vietnam Pro"/>
                          <a:cs typeface="Be Vietnam Pro"/>
                          <a:sym typeface="Be Vietnam Pro"/>
                        </a:rPr>
                        <a:t>Loại URL</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c>
                  <a:txBody>
                    <a:bodyPr/>
                    <a:lstStyle/>
                    <a:p>
                      <a:pPr marL="0" indent="0">
                        <a:buNone/>
                      </a:pPr>
                      <a:r>
                        <a:rPr lang="vi-VN" sz="1100" b="1">
                          <a:solidFill>
                            <a:schemeClr val="lt1"/>
                          </a:solidFill>
                          <a:latin typeface="Be Vietnam Pro"/>
                          <a:ea typeface="Be Vietnam Pro"/>
                          <a:cs typeface="Be Vietnam Pro"/>
                          <a:sym typeface="Be Vietnam Pro"/>
                        </a:rPr>
                        <a:t>Nhận biết từ đường dẫn</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c>
                  <a:txBody>
                    <a:bodyPr/>
                    <a:lstStyle/>
                    <a:p>
                      <a:pPr marL="0" indent="0">
                        <a:buNone/>
                      </a:pPr>
                      <a:r>
                        <a:rPr lang="vi-VN" sz="1100" b="1">
                          <a:solidFill>
                            <a:schemeClr val="lt1"/>
                          </a:solidFill>
                          <a:latin typeface="Be Vietnam Pro"/>
                          <a:ea typeface="Be Vietnam Pro"/>
                          <a:cs typeface="Be Vietnam Pro"/>
                          <a:sym typeface="Be Vietnam Pro"/>
                        </a:rPr>
                        <a:t>Tải lại sau</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c>
                  <a:txBody>
                    <a:bodyPr/>
                    <a:lstStyle/>
                    <a:p>
                      <a:pPr marL="0" indent="0">
                        <a:buNone/>
                      </a:pPr>
                      <a:r>
                        <a:rPr lang="vi-VN" sz="1100" b="1">
                          <a:solidFill>
                            <a:schemeClr val="lt1"/>
                          </a:solidFill>
                          <a:latin typeface="Be Vietnam Pro"/>
                          <a:ea typeface="Be Vietnam Pro"/>
                          <a:cs typeface="Be Vietnam Pro"/>
                          <a:sym typeface="Be Vietnam Pro"/>
                        </a:rPr>
                        <a:t>Các lần sau</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r>
              <a:tr h="340000">
                <a:tc>
                  <a:txBody>
                    <a:bodyPr/>
                    <a:lstStyle/>
                    <a:p>
                      <a:pPr marL="0" indent="0">
                        <a:buNone/>
                      </a:pPr>
                      <a:r>
                        <a:rPr lang="vi-VN" sz="1100" b="1">
                          <a:solidFill>
                            <a:schemeClr val="dk1"/>
                          </a:solidFill>
                          <a:latin typeface="Be Vietnam Pro"/>
                          <a:ea typeface="Be Vietnam Pro"/>
                          <a:cs typeface="Be Vietnam Pro"/>
                          <a:sym typeface="Be Vietnam Pro"/>
                        </a:rPr>
                        <a:t>Trang chủ</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 /vi hoặc /en</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1 ngày</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rowSpan="2">
                  <a:txBody>
                    <a:bodyPr/>
                    <a:lstStyle/>
                    <a:p>
                      <a:pPr marL="0" indent="0">
                        <a:buNone/>
                      </a:pPr>
                      <a:r>
                        <a:rPr lang="vi-VN" sz="1100" b="0">
                          <a:solidFill>
                            <a:schemeClr val="dk1"/>
                          </a:solidFill>
                          <a:latin typeface="Be Vietnam Pro"/>
                          <a:ea typeface="Be Vietnam Pro"/>
                          <a:cs typeface="Be Vietnam Pro"/>
                          <a:sym typeface="Be Vietnam Pro"/>
                        </a:rPr>
                        <a:t>Luôn giữ 1 ngày, vì bài mới xuất hiện ở đây trước</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500000">
                <a:tc>
                  <a:txBody>
                    <a:bodyPr/>
                    <a:lstStyle/>
                    <a:p>
                      <a:pPr marL="0" indent="0">
                        <a:buNone/>
                      </a:pPr>
                      <a:r>
                        <a:rPr lang="vi-VN" sz="1100" b="1">
                          <a:solidFill>
                            <a:schemeClr val="dk1"/>
                          </a:solidFill>
                          <a:latin typeface="Be Vietnam Pro"/>
                          <a:ea typeface="Be Vietnam Pro"/>
                          <a:cs typeface="Be Vietnam Pro"/>
                          <a:sym typeface="Be Vietnam Pro"/>
                        </a:rPr>
                        <a:t>Trang mục</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Đoạn cuối là tin-tuc, thong-bao, news…</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1 ngày</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vMerge="1">
                  <a:txBody>
                    <a:bodyPr/>
                    <a:lstStyle/>
                    <a:p>
                      <a:endParaRPr lang="vi-VN" sz="1100"/>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340000">
                <a:tc>
                  <a:txBody>
                    <a:bodyPr/>
                    <a:lstStyle/>
                    <a:p>
                      <a:pPr marL="0" indent="0">
                        <a:buNone/>
                      </a:pPr>
                      <a:r>
                        <a:rPr lang="vi-VN" sz="1100" b="1">
                          <a:solidFill>
                            <a:schemeClr val="dk1"/>
                          </a:solidFill>
                          <a:latin typeface="Be Vietnam Pro"/>
                          <a:ea typeface="Be Vietnam Pro"/>
                          <a:cs typeface="Be Vietnam Pro"/>
                          <a:sym typeface="Be Vietnam Pro"/>
                        </a:rPr>
                        <a:t>Trang thường</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Các URL còn lại</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7 ngày</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rowSpan="2">
                  <a:txBody>
                    <a:bodyPr/>
                    <a:lstStyle/>
                    <a:p>
                      <a:pPr marL="0" indent="0">
                        <a:buNone/>
                      </a:pPr>
                      <a:r>
                        <a:rPr lang="vi-VN" sz="1100" b="0">
                          <a:solidFill>
                            <a:schemeClr val="dk1"/>
                          </a:solidFill>
                          <a:latin typeface="Be Vietnam Pro"/>
                          <a:ea typeface="Be Vietnam Pro"/>
                          <a:cs typeface="Be Vietnam Pro"/>
                          <a:sym typeface="Be Vietnam Pro"/>
                        </a:rPr>
                        <a:t>Không đổi: giãn gấp đôi, tối đa 90 ngày</a:t>
                      </a:r>
                    </a:p>
                    <a:p>
                      <a:pPr marL="0" indent="0">
                        <a:buNone/>
                      </a:pPr>
                      <a:r>
                        <a:rPr lang="vi-VN" sz="1100" b="0">
                          <a:solidFill>
                            <a:schemeClr val="dk1"/>
                          </a:solidFill>
                          <a:latin typeface="Be Vietnam Pro"/>
                          <a:ea typeface="Be Vietnam Pro"/>
                          <a:cs typeface="Be Vietnam Pro"/>
                          <a:sym typeface="Be Vietnam Pro"/>
                        </a:rPr>
                        <a:t>Có đổi: giảm một nửa, không dưới chu kỳ gốc</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340000">
                <a:tc>
                  <a:txBody>
                    <a:bodyPr/>
                    <a:lstStyle/>
                    <a:p>
                      <a:pPr marL="0" indent="0">
                        <a:buNone/>
                      </a:pPr>
                      <a:r>
                        <a:rPr lang="vi-VN" sz="1100" b="1">
                          <a:solidFill>
                            <a:schemeClr val="dk1"/>
                          </a:solidFill>
                          <a:latin typeface="Be Vietnam Pro"/>
                          <a:ea typeface="Be Vietnam Pro"/>
                          <a:cs typeface="Be Vietnam Pro"/>
                          <a:sym typeface="Be Vietnam Pro"/>
                        </a:rPr>
                        <a:t>Tài liệu</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Đuôi .pdf, .docx, .xlsx…</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30 ngày</a:t>
                      </a:r>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c vMerge="1">
                  <a:txBody>
                    <a:bodyPr/>
                    <a:lstStyle/>
                    <a:p>
                      <a:endParaRPr lang="vi-VN" sz="1100"/>
                    </a:p>
                  </a:txBody>
                  <a:tcPr marL="91440" marR="91440" marT="54000" marB="54000" anchor="ctr">
                    <a:lnL w="9525">
                      <a:solidFill>
                        <a:schemeClr val="accent2"/>
                      </a:solidFill>
                    </a:lnL>
                    <a:lnR w="9525">
                      <a:solidFill>
                        <a:schemeClr val="accent2"/>
                      </a:solidFill>
                    </a:lnR>
                    <a:lnT w="9525">
                      <a:solidFill>
                        <a:schemeClr val="accent2"/>
                      </a:solidFill>
                    </a:lnT>
                    <a:lnB w="9525">
                      <a:solidFill>
                        <a:schemeClr val="accent2"/>
                      </a:solidFill>
                    </a:lnB>
                    <a:noFill/>
                  </a:tcPr>
                </a:tc>
              </a:tr>
            </a:tbl>
          </a:graphicData>
        </a:graphic>
      </p:graphicFrame>
      <p:sp>
        <p:nvSpPr>
          <p:cNvPr id="9002" name="Ghi chú phân loại"/>
          <p:cNvSpPr txBox="1"/>
          <p:nvPr/>
        </p:nvSpPr>
        <p:spPr>
          <a:xfrm>
            <a:off x="720000" y="3240000"/>
            <a:ext cx="7704000" cy="620000"/>
          </a:xfrm>
          <a:prstGeom prst="rect">
            <a:avLst/>
          </a:prstGeom>
          <a:noFill/>
        </p:spPr>
        <p:txBody>
          <a:bodyPr wrap="square" lIns="0" tIns="0" rIns="0" bIns="0" anchor="t">
            <a:noAutofit/>
          </a:bodyPr>
          <a:lstStyle/>
          <a:p>
            <a:pPr marL="0" indent="0">
              <a:spcAft>
                <a:spcPts val="400"/>
              </a:spcAft>
              <a:buNone/>
            </a:pPr>
            <a:r>
              <a:rPr lang="vi-VN" sz="1200" b="0">
                <a:solidFill>
                  <a:schemeClr val="dk1"/>
                </a:solidFill>
                <a:latin typeface="Be Vietnam Pro"/>
                <a:ea typeface="Be Vietnam Pro"/>
                <a:cs typeface="Be Vietnam Pro"/>
                <a:sym typeface="Be Vietnam Pro"/>
              </a:rPr>
              <a:t>Xem lại thường xuyên nơi có bài mới, giảm tải cho website của trường: chỉ 892 trong hơn 160.000 URL là loại tải lại mỗi ngày.</a:t>
            </a:r>
          </a:p>
          <a:p>
            <a:pPr marL="0" indent="0">
              <a:spcAft>
                <a:spcPts val="400"/>
              </a:spcAft>
              <a:buNone/>
            </a:pPr>
            <a:r>
              <a:rPr lang="vi-VN" sz="1200" b="0">
                <a:solidFill>
                  <a:schemeClr val="dk1"/>
                </a:solidFill>
                <a:latin typeface="Be Vietnam Pro"/>
                <a:ea typeface="Be Vietnam Pro"/>
                <a:cs typeface="Be Vietnam Pro"/>
                <a:sym typeface="Be Vietnam Pro"/>
              </a:rPr>
              <a:t>Phân loại chỉ quyết định lịch tải lại; hàng đợi vẫn lấy URL theo thời điểm đến hạn.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Cách bóc tách từng trường</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aphicFrame>
        <p:nvGraphicFramePr>
          <p:cNvPr id="9001" name="Bảng Cách bóc tách từng trường" descr="Cách bóc tách từng trường"/>
          <p:cNvGraphicFramePr>
            <a:graphicFrameLocks noGrp="1"/>
          </p:cNvGraphicFramePr>
          <p:nvPr/>
        </p:nvGraphicFramePr>
        <p:xfrm>
          <a:off x="720000" y="1080000"/>
          <a:ext cx="7704000" cy="2100000"/>
        </p:xfrm>
        <a:graphic>
          <a:graphicData uri="http://schemas.openxmlformats.org/drawingml/2006/table">
            <a:tbl>
              <a:tblPr firstRow="1"/>
              <a:tblGrid>
                <a:gridCol w="1500000"/>
                <a:gridCol w="6204000"/>
              </a:tblGrid>
              <a:tr h="300000">
                <a:tc>
                  <a:txBody>
                    <a:bodyPr/>
                    <a:lstStyle/>
                    <a:p>
                      <a:pPr marL="0" indent="0">
                        <a:buNone/>
                      </a:pPr>
                      <a:r>
                        <a:rPr lang="vi-VN" sz="1100" b="1">
                          <a:solidFill>
                            <a:schemeClr val="lt1"/>
                          </a:solidFill>
                          <a:latin typeface="Be Vietnam Pro"/>
                          <a:ea typeface="Be Vietnam Pro"/>
                          <a:cs typeface="Be Vietnam Pro"/>
                          <a:sym typeface="Be Vietnam Pro"/>
                        </a:rPr>
                        <a:t>Trường</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c>
                  <a:txBody>
                    <a:bodyPr/>
                    <a:lstStyle/>
                    <a:p>
                      <a:pPr marL="0" indent="0">
                        <a:buNone/>
                      </a:pPr>
                      <a:r>
                        <a:rPr lang="vi-VN" sz="1100" b="1">
                          <a:solidFill>
                            <a:schemeClr val="lt1"/>
                          </a:solidFill>
                          <a:latin typeface="Be Vietnam Pro"/>
                          <a:ea typeface="Be Vietnam Pro"/>
                          <a:cs typeface="Be Vietnam Pro"/>
                          <a:sym typeface="Be Vietnam Pro"/>
                        </a:rPr>
                        <a:t>Lấy từ đâu, theo thứ tự ưu tiên</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r>
              <a:tr h="300000">
                <a:tc>
                  <a:txBody>
                    <a:bodyPr/>
                    <a:lstStyle/>
                    <a:p>
                      <a:pPr marL="0" indent="0">
                        <a:buNone/>
                      </a:pPr>
                      <a:r>
                        <a:rPr lang="vi-VN" sz="1100" b="1">
                          <a:solidFill>
                            <a:schemeClr val="dk1"/>
                          </a:solidFill>
                          <a:latin typeface="Be Vietnam Pro"/>
                          <a:ea typeface="Be Vietnam Pro"/>
                          <a:cs typeface="Be Vietnam Pro"/>
                          <a:sym typeface="Be Vietnam Pro"/>
                        </a:rPr>
                        <a:t>Nội dung</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article, main, rồi class gợi ý nội dung; chọn vùng điểm cao nhất, bỏ menu, chân trang</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300000">
                <a:tc>
                  <a:txBody>
                    <a:bodyPr/>
                    <a:lstStyle/>
                    <a:p>
                      <a:pPr marL="0" indent="0">
                        <a:buNone/>
                      </a:pPr>
                      <a:r>
                        <a:rPr lang="vi-VN" sz="1100" b="1">
                          <a:solidFill>
                            <a:schemeClr val="dk1"/>
                          </a:solidFill>
                          <a:latin typeface="Be Vietnam Pro"/>
                          <a:ea typeface="Be Vietnam Pro"/>
                          <a:cs typeface="Be Vietnam Pro"/>
                          <a:sym typeface="Be Vietnam Pro"/>
                        </a:rPr>
                        <a:t>Tiêu đề</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h1 trong vùng nội dung, og:title, title, rồi h1 bất kỳ</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300000">
                <a:tc>
                  <a:txBody>
                    <a:bodyPr/>
                    <a:lstStyle/>
                    <a:p>
                      <a:pPr marL="0" indent="0">
                        <a:buNone/>
                      </a:pPr>
                      <a:r>
                        <a:rPr lang="vi-VN" sz="1100" b="1">
                          <a:solidFill>
                            <a:schemeClr val="dk1"/>
                          </a:solidFill>
                          <a:latin typeface="Be Vietnam Pro"/>
                          <a:ea typeface="Be Vietnam Pro"/>
                          <a:cs typeface="Be Vietnam Pro"/>
                          <a:sym typeface="Be Vietnam Pro"/>
                        </a:rPr>
                        <a:t>Ngày đăng</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Thẻ meta article:published_time, pubdate, rồi thẻ time</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300000">
                <a:tc>
                  <a:txBody>
                    <a:bodyPr/>
                    <a:lstStyle/>
                    <a:p>
                      <a:pPr marL="0" indent="0">
                        <a:buNone/>
                      </a:pPr>
                      <a:r>
                        <a:rPr lang="vi-VN" sz="1100" b="1">
                          <a:solidFill>
                            <a:schemeClr val="dk1"/>
                          </a:solidFill>
                          <a:latin typeface="Be Vietnam Pro"/>
                          <a:ea typeface="Be Vietnam Pro"/>
                          <a:cs typeface="Be Vietnam Pro"/>
                          <a:sym typeface="Be Vietnam Pro"/>
                        </a:rPr>
                        <a:t>Tác giả</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Thẻ meta author, article:author</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300000">
                <a:tc>
                  <a:txBody>
                    <a:bodyPr/>
                    <a:lstStyle/>
                    <a:p>
                      <a:pPr marL="0" indent="0">
                        <a:buNone/>
                      </a:pPr>
                      <a:r>
                        <a:rPr lang="vi-VN" sz="1100" b="1">
                          <a:solidFill>
                            <a:schemeClr val="dk1"/>
                          </a:solidFill>
                          <a:latin typeface="Be Vietnam Pro"/>
                          <a:ea typeface="Be Vietnam Pro"/>
                          <a:cs typeface="Be Vietnam Pro"/>
                          <a:sym typeface="Be Vietnam Pro"/>
                        </a:rPr>
                        <a:t>Ảnh</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img, picture trong vùng nội dung</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300000">
                <a:tc>
                  <a:txBody>
                    <a:bodyPr/>
                    <a:lstStyle/>
                    <a:p>
                      <a:pPr marL="0" indent="0">
                        <a:buNone/>
                      </a:pPr>
                      <a:r>
                        <a:rPr lang="vi-VN" sz="1100" b="1">
                          <a:solidFill>
                            <a:schemeClr val="dk1"/>
                          </a:solidFill>
                          <a:latin typeface="Be Vietnam Pro"/>
                          <a:ea typeface="Be Vietnam Pro"/>
                          <a:cs typeface="Be Vietnam Pro"/>
                          <a:sym typeface="Be Vietnam Pro"/>
                        </a:rPr>
                        <a:t>Đồ thị liên kết</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100" b="0">
                          <a:solidFill>
                            <a:schemeClr val="dk1"/>
                          </a:solidFill>
                          <a:latin typeface="Be Vietnam Pro"/>
                          <a:ea typeface="Be Vietnam Pro"/>
                          <a:cs typeface="Be Vietnam Pro"/>
                          <a:sym typeface="Be Vietnam Pro"/>
                        </a:rPr>
                        <a:t>Mọi liên kết trong cả trang, kèm câu chứa liên kết</a:t>
                      </a:r>
                    </a:p>
                  </a:txBody>
                  <a:tcPr marL="91440" marR="91440" marT="45000" marB="45000" anchor="ctr">
                    <a:lnL w="9525">
                      <a:solidFill>
                        <a:schemeClr val="accent2"/>
                      </a:solidFill>
                    </a:lnL>
                    <a:lnR w="9525">
                      <a:solidFill>
                        <a:schemeClr val="accent2"/>
                      </a:solidFill>
                    </a:lnR>
                    <a:lnT w="9525">
                      <a:solidFill>
                        <a:schemeClr val="accent2"/>
                      </a:solidFill>
                    </a:lnT>
                    <a:lnB w="9525">
                      <a:solidFill>
                        <a:schemeClr val="accent2"/>
                      </a:solidFill>
                    </a:lnB>
                    <a:noFill/>
                  </a:tcPr>
                </a:tc>
              </a:tr>
            </a:tbl>
          </a:graphicData>
        </a:graphic>
      </p:graphicFrame>
      <p:sp>
        <p:nvSpPr>
          <p:cNvPr id="9002" name="Ghi chú"/>
          <p:cNvSpPr txBox="1"/>
          <p:nvPr/>
        </p:nvSpPr>
        <p:spPr>
          <a:xfrm>
            <a:off x="720000" y="3400000"/>
            <a:ext cx="7704000" cy="640000"/>
          </a:xfrm>
          <a:prstGeom prst="rect">
            <a:avLst/>
          </a:prstGeom>
          <a:noFill/>
        </p:spPr>
        <p:txBody>
          <a:bodyPr wrap="square" lIns="0" tIns="0" rIns="0" bIns="0" anchor="t">
            <a:noAutofit/>
          </a:bodyPr>
          <a:lstStyle/>
          <a:p>
            <a:pPr marL="0" indent="0">
              <a:spcAft>
                <a:spcPts val="400"/>
              </a:spcAft>
              <a:buNone/>
            </a:pPr>
            <a:r>
              <a:rPr lang="vi-VN" sz="1200" b="0">
                <a:solidFill>
                  <a:schemeClr val="dk1"/>
                </a:solidFill>
                <a:latin typeface="Be Vietnam Pro"/>
                <a:ea typeface="Be Vietnam Pro"/>
                <a:cs typeface="Be Vietnam Pro"/>
                <a:sym typeface="Be Vietnam Pro"/>
              </a:rPr>
              <a:t>Đọc HTML thành cây thẻ bằng lxml rồi lấy từng trường bằng XPath. Regex chỉ dùng cho việc nhỏ như xem tên class hay tách câu.</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Ngăn chặn lan vô tận, trùng lặp</a:t>
            </a:r>
            <a:endParaRPr lang="vi-VN"/>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539" name="Google Shape;1539;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0" name="Google Shape;1540;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aphicFrame>
        <p:nvGraphicFramePr>
          <p:cNvPr id="9001" name="Bảng Ngăn chặn lan vô tận, trùng lặp" descr="Ngăn chặn lan vô tận, trùng lặp"/>
          <p:cNvGraphicFramePr>
            <a:graphicFrameLocks noGrp="1"/>
          </p:cNvGraphicFramePr>
          <p:nvPr/>
        </p:nvGraphicFramePr>
        <p:xfrm>
          <a:off x="720000" y="1080000"/>
          <a:ext cx="7704000" cy="2910000"/>
        </p:xfrm>
        <a:graphic>
          <a:graphicData uri="http://schemas.openxmlformats.org/drawingml/2006/table">
            <a:tbl>
              <a:tblPr firstRow="1"/>
              <a:tblGrid>
                <a:gridCol w="1200000"/>
                <a:gridCol w="3500000"/>
                <a:gridCol w="3004000"/>
              </a:tblGrid>
              <a:tr h="270000">
                <a:tc>
                  <a:txBody>
                    <a:bodyPr/>
                    <a:lstStyle/>
                    <a:p>
                      <a:pPr marL="0" indent="0">
                        <a:buNone/>
                      </a:pPr>
                      <a:r>
                        <a:rPr lang="vi-VN" sz="1050" b="1">
                          <a:solidFill>
                            <a:schemeClr val="lt1"/>
                          </a:solidFill>
                          <a:latin typeface="Be Vietnam Pro"/>
                          <a:ea typeface="Be Vietnam Pro"/>
                          <a:cs typeface="Be Vietnam Pro"/>
                          <a:sym typeface="Be Vietnam Pro"/>
                        </a:rPr>
                        <a:t>Ngăn chặn</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c>
                  <a:txBody>
                    <a:bodyPr/>
                    <a:lstStyle/>
                    <a:p>
                      <a:pPr marL="0" indent="0">
                        <a:buNone/>
                      </a:pPr>
                      <a:r>
                        <a:rPr lang="vi-VN" sz="1050" b="1">
                          <a:solidFill>
                            <a:schemeClr val="lt1"/>
                          </a:solidFill>
                          <a:latin typeface="Be Vietnam Pro"/>
                          <a:ea typeface="Be Vietnam Pro"/>
                          <a:cs typeface="Be Vietnam Pro"/>
                          <a:sym typeface="Be Vietnam Pro"/>
                        </a:rPr>
                        <a:t>Cách làm</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c>
                  <a:txBody>
                    <a:bodyPr/>
                    <a:lstStyle/>
                    <a:p>
                      <a:pPr marL="0" indent="0">
                        <a:buNone/>
                      </a:pPr>
                      <a:r>
                        <a:rPr lang="vi-VN" sz="1050" b="1">
                          <a:solidFill>
                            <a:schemeClr val="lt1"/>
                          </a:solidFill>
                          <a:latin typeface="Be Vietnam Pro"/>
                          <a:ea typeface="Be Vietnam Pro"/>
                          <a:cs typeface="Be Vietnam Pro"/>
                          <a:sym typeface="Be Vietnam Pro"/>
                        </a:rPr>
                        <a:t>Ví dụ</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solidFill>
                      <a:schemeClr val="dk2"/>
                    </a:solidFill>
                  </a:tcPr>
                </a:tc>
              </a:tr>
              <a:tr h="270000">
                <a:tc rowSpan="5">
                  <a:txBody>
                    <a:bodyPr/>
                    <a:lstStyle/>
                    <a:p>
                      <a:pPr marL="0" indent="0">
                        <a:buNone/>
                      </a:pPr>
                      <a:r>
                        <a:rPr lang="vi-VN" sz="1050" b="1">
                          <a:solidFill>
                            <a:schemeClr val="dk1"/>
                          </a:solidFill>
                          <a:latin typeface="Be Vietnam Pro"/>
                          <a:ea typeface="Be Vietnam Pro"/>
                          <a:cs typeface="Be Vietnam Pro"/>
                          <a:sym typeface="Be Vietnam Pro"/>
                        </a:rPr>
                        <a:t>Lan vô tận</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Chỉ đi trong 77 website đã chọn</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baochinhphu.vn/bai.html</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270000">
                <a:tc vMerge="1">
                  <a:txBody>
                    <a:bodyPr/>
                    <a:lstStyle/>
                    <a:p>
                      <a:endParaRPr lang="vi-VN" sz="1050"/>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Bỏ tìm kiếm, bộ lọc, sắp xếp, lịch</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/tim?q=abc, /tin-tuc?sort=date</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270000">
                <a:tc vMerge="1">
                  <a:txBody>
                    <a:bodyPr/>
                    <a:lstStyle/>
                    <a:p>
                      <a:endParaRPr lang="vi-VN" sz="1050"/>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Bỏ đăng nhập, in, chia sẻ, RSS, API, ảnh, video</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/login, /feed, /anh.jpg</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270000">
                <a:tc vMerge="1">
                  <a:txBody>
                    <a:bodyPr/>
                    <a:lstStyle/>
                    <a:p>
                      <a:endParaRPr lang="vi-VN" sz="1050"/>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Bỏ đường dẫn lặp 4 đoạn giống nhau</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/a/a/a/a</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270000">
                <a:tc vMerge="1">
                  <a:txBody>
                    <a:bodyPr/>
                    <a:lstStyle/>
                    <a:p>
                      <a:endParaRPr lang="vi-VN" sz="1050"/>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Trang trùng là ngõ cụt; trang không đổi không lan lại</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?page=N luôn trả cùng một trang</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430000">
                <a:tc rowSpan="3">
                  <a:txBody>
                    <a:bodyPr/>
                    <a:lstStyle/>
                    <a:p>
                      <a:pPr marL="0" indent="0">
                        <a:buNone/>
                      </a:pPr>
                      <a:r>
                        <a:rPr lang="vi-VN" sz="1050" b="1">
                          <a:solidFill>
                            <a:schemeClr val="dk1"/>
                          </a:solidFill>
                          <a:latin typeface="Be Vietnam Pro"/>
                          <a:ea typeface="Be Vietnam Pro"/>
                          <a:cs typeface="Be Vietnam Pro"/>
                          <a:sym typeface="Be Vietnam Pro"/>
                        </a:rPr>
                        <a:t>Trùng lặp</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Đưa URL về dạng chuẩn, bỏ URL đã biết</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bai.html#binh-luan và bai.html?utm_source=fb là một</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430000">
                <a:tc vMerge="1">
                  <a:txBody>
                    <a:bodyPr/>
                    <a:lstStyle/>
                    <a:p>
                      <a:endParaRPr lang="vi-VN" sz="1050"/>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Băm SHA-256 văn bản; URL đầu tiên là trang gốc, URL sau chỉ lưu bản rút gọn</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27.730 bản rút gọn trong 141.353 trang</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r h="430000">
                <a:tc vMerge="1">
                  <a:txBody>
                    <a:bodyPr/>
                    <a:lstStyle/>
                    <a:p>
                      <a:endParaRPr lang="vi-VN" sz="1050"/>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So dấu vân tay với lần tải trước; giống thì chỉ ghi thời điểm kiểm tra</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c>
                  <a:txBody>
                    <a:bodyPr/>
                    <a:lstStyle/>
                    <a:p>
                      <a:pPr marL="0" indent="0">
                        <a:buNone/>
                      </a:pPr>
                      <a:r>
                        <a:rPr lang="vi-VN" sz="1050" b="0">
                          <a:solidFill>
                            <a:schemeClr val="dk1"/>
                          </a:solidFill>
                          <a:latin typeface="Be Vietnam Pro"/>
                          <a:ea typeface="Be Vietnam Pro"/>
                          <a:cs typeface="Be Vietnam Pro"/>
                          <a:sym typeface="Be Vietnam Pro"/>
                        </a:rPr>
                        <a:t>Đổi ngày tháng, lượt xem không tính là đổi</a:t>
                      </a:r>
                    </a:p>
                  </a:txBody>
                  <a:tcPr marL="91440" marR="91440" marT="36000" marB="36000" anchor="ctr">
                    <a:lnL w="9525">
                      <a:solidFill>
                        <a:schemeClr val="accent2"/>
                      </a:solidFill>
                    </a:lnL>
                    <a:lnR w="9525">
                      <a:solidFill>
                        <a:schemeClr val="accent2"/>
                      </a:solidFill>
                    </a:lnR>
                    <a:lnT w="9525">
                      <a:solidFill>
                        <a:schemeClr val="accent2"/>
                      </a:solidFill>
                    </a:lnT>
                    <a:lnB w="9525">
                      <a:solidFill>
                        <a:schemeClr val="accent2"/>
                      </a:solidFill>
                    </a:lnB>
                    <a:noFill/>
                  </a:tcPr>
                </a:tc>
              </a:tr>
            </a:tbl>
          </a:graphicData>
        </a:graphic>
      </p:graphicFrame>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2706</Words>
  <Application>WPS Docs</Application>
  <PresentationFormat/>
  <Paragraphs>149</Paragraphs>
  <Slides>23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23</vt:i4>
      </vt:variant>
    </vt:vector>
  </HeadingPairs>
  <TitlesOfParts>
    <vt:vector size="39" baseType="lpstr">
      <vt:lpstr>Arial</vt:lpstr>
      <vt:lpstr>SimSun</vt:lpstr>
      <vt:lpstr>Wingdings</vt:lpstr>
      <vt:lpstr>Arial</vt:lpstr>
      <vt:lpstr>IBM Plex Mono</vt:lpstr>
      <vt:lpstr>Be Vietnam Pro</vt:lpstr>
      <vt:lpstr>Thonburi</vt:lpstr>
      <vt:lpstr>Roboto Condensed Light</vt:lpstr>
      <vt:lpstr>Open Sans</vt:lpstr>
      <vt:lpstr>Source Code Pro</vt:lpstr>
      <vt:lpstr>Microsoft YaHei</vt:lpstr>
      <vt:lpstr>汉仪旗黑</vt:lpstr>
      <vt:lpstr>宋体-简</vt:lpstr>
      <vt:lpstr>Arial Unicode MS</vt:lpstr>
      <vt:lpstr>Introduction to Coding Workshop by Slidesgo</vt:lpstr>
      <vt:lpstr>Slidesgo Final Pages</vt:lpstr>
      <vt:lpstr>Thu thập, bóc tách và tìm kiếm thông tin trên các website Đại học Bách khoa Hà Nội</vt:lpstr>
      <vt:lpstr>04</vt:lpstr>
      <vt:lpstr>Giới thiệu</vt:lpstr>
      <vt:lpstr>Đề bài yêu cầu bóc tách gì</vt:lpstr>
      <vt:lpstr>77 website</vt:lpstr>
      <vt:lpstr>Thu thập dữ liệu</vt:lpstr>
      <vt:lpstr>Công nghệ sử dụng</vt:lpstr>
      <vt:lpstr>Kiến trúc tổng thể</vt:lpstr>
      <vt:lpstr>Điều phối, tải và lập lịch</vt:lpstr>
      <vt:lpstr>Bóc tách trang web và tài liệu</vt:lpstr>
      <vt:lpstr>Tìm vùng nội dung chính</vt:lpstr>
      <vt:lpstr>Loại trùng và phát hiện thay đổi</vt:lpstr>
      <vt:lpstr>Lưu trữ vào MongoDB</vt:lpstr>
      <vt:lpstr>Lược đồ dữ liệu và xuất dữ liệu</vt:lpstr>
      <vt:lpstr>Tìm kiếm Lucene</vt:lpstr>
      <vt:lpstr>Kiến trúc tìm kiếm</vt:lpstr>
      <vt:lpstr>Tiền xử lý văn bản tiếng Việt</vt:lpstr>
      <vt:lpstr>Lập chỉ mục</vt:lpstr>
      <vt:lpstr>Tìm kiếm và xếp hạng</vt:lpstr>
      <vt:lpstr>Kết quả</vt:lpstr>
      <vt:lpstr>8,25 triệu</vt:lpstr>
      <vt:lpstr>Kết quả tìm kiếm</vt:lpstr>
      <vt:lpstr>Cảm ơn!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 thập, bóc tách và tìm kiếm thông tin trên các website Đại học Bách khoa Hà Nội</dc:title>
  <dc:creator/>
  <cp:lastModifiedBy>Bảo Trần</cp:lastModifiedBy>
  <cp:revision>5</cp:revision>
  <dcterms:created xsi:type="dcterms:W3CDTF">2026-10-29T14:41:06Z</dcterms:created>
  <dcterms:modified xsi:type="dcterms:W3CDTF">2026-10-29T14:41:06Z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5B09F73A8B6910984A5AE36A98B1DA27_42</vt:lpwstr>
  </property>
  <property fmtid="{D5CDD505-2E9C-101B-9397-08002B2CF9AE}" pid="3" name="KSOProductBuildVer">
    <vt:lpwstr>1033-12.1.28496.28496</vt:lpwstr>
  </property>
</Properties>
</file>